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66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358.xml"/>
  <Override ContentType="application/vnd.openxmlformats-officedocument.presentationml.slideLayout+xml" PartName="/ppt/slideLayouts/slideLayout269.xml"/>
  <Override ContentType="application/vnd.openxmlformats-officedocument.presentationml.slideLayout+xml" PartName="/ppt/slideLayouts/slideLayout285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382.xml"/>
  <Override ContentType="application/vnd.openxmlformats-officedocument.presentationml.slideLayout+xml" PartName="/ppt/slideLayouts/slideLayout277.xml"/>
  <Override ContentType="application/vnd.openxmlformats-officedocument.presentationml.slideLayout+xml" PartName="/ppt/slideLayouts/slideLayout196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88.xml"/>
  <Override ContentType="application/vnd.openxmlformats-officedocument.presentationml.slideLayout+xml" PartName="/ppt/slideLayouts/slideLayout374.xml"/>
  <Override ContentType="application/vnd.openxmlformats-officedocument.presentationml.slideLayout+xml" PartName="/ppt/slideLayouts/slideLayout165.xml"/>
  <Override ContentType="application/vnd.openxmlformats-officedocument.presentationml.slideLayout+xml" PartName="/ppt/slideLayouts/slideLayout343.xml"/>
  <Override ContentType="application/vnd.openxmlformats-officedocument.presentationml.slideLayout+xml" PartName="/ppt/slideLayouts/slideLayout262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390.xml"/>
  <Override ContentType="application/vnd.openxmlformats-officedocument.presentationml.slideLayout+xml" PartName="/ppt/slideLayouts/slideLayout293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3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18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31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14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8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415.xml"/>
  <Override ContentType="application/vnd.openxmlformats-officedocument.presentationml.slideLayout+xml" PartName="/ppt/slideLayouts/slideLayout351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57.xml"/>
  <Override ContentType="application/vnd.openxmlformats-officedocument.presentationml.slideLayout+xml" PartName="/ppt/slideLayouts/slideLayout407.xml"/>
  <Override ContentType="application/vnd.openxmlformats-officedocument.presentationml.slideLayout+xml" PartName="/ppt/slideLayouts/slideLayout304.xml"/>
  <Override ContentType="application/vnd.openxmlformats-officedocument.presentationml.slideLayout+xml" PartName="/ppt/slideLayouts/slideLayout334.xml"/>
  <Override ContentType="application/vnd.openxmlformats-officedocument.presentationml.slideLayout+xml" PartName="/ppt/slideLayouts/slideLayout172.xml"/>
  <Override ContentType="application/vnd.openxmlformats-officedocument.presentationml.slideLayout+xml" PartName="/ppt/slideLayouts/slideLayout206.xml"/>
  <Override ContentType="application/vnd.openxmlformats-officedocument.presentationml.slideLayout+xml" PartName="/ppt/slideLayouts/slideLayout223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270.xml"/>
  <Override ContentType="application/vnd.openxmlformats-officedocument.presentationml.slideLayout+xml" PartName="/ppt/slideLayouts/slideLayout253.xml"/>
  <Override ContentType="application/vnd.openxmlformats-officedocument.presentationml.slideLayout+xml" PartName="/ppt/slideLayouts/slideLayout400.xml"/>
  <Override ContentType="application/vnd.openxmlformats-officedocument.presentationml.slideLayout+xml" PartName="/ppt/slideLayouts/slideLayout189.xml"/>
  <Override ContentType="application/vnd.openxmlformats-officedocument.presentationml.slideLayout+xml" PartName="/ppt/slideLayouts/slideLayout278.xml"/>
  <Override ContentType="application/vnd.openxmlformats-officedocument.presentationml.slideLayout+xml" PartName="/ppt/slideLayouts/slideLayout367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357.xml"/>
  <Override ContentType="application/vnd.openxmlformats-officedocument.presentationml.slideLayout+xml" PartName="/ppt/slideLayouts/slideLayout180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391.xml"/>
  <Override ContentType="application/vnd.openxmlformats-officedocument.presentationml.slideLayout+xml" PartName="/ppt/slideLayouts/slideLayout268.xml"/>
  <Override ContentType="application/vnd.openxmlformats-officedocument.presentationml.slideLayout+xml" PartName="/ppt/slideLayouts/slideLayout294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318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95.xml"/>
  <Override ContentType="application/vnd.openxmlformats-officedocument.presentationml.slideLayout+xml" PartName="/ppt/slideLayouts/slideLayout245.xml"/>
  <Override ContentType="application/vnd.openxmlformats-officedocument.presentationml.slideLayout+xml" PartName="/ppt/slideLayouts/slideLayout373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231.xml"/>
  <Override ContentType="application/vnd.openxmlformats-officedocument.presentationml.slideLayout+xml" PartName="/ppt/slideLayouts/slideLayout342.xml"/>
  <Override ContentType="application/vnd.openxmlformats-officedocument.presentationml.slideLayout+xml" PartName="/ppt/slideLayouts/slideLayout230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23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29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21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63.xml"/>
  <Override ContentType="application/vnd.openxmlformats-officedocument.presentationml.slideLayout+xml" PartName="/ppt/slideLayouts/slideLayout352.xml"/>
  <Override ContentType="application/vnd.openxmlformats-officedocument.presentationml.slideLayout+xml" PartName="/ppt/slideLayouts/slideLayout335.xml"/>
  <Override ContentType="application/vnd.openxmlformats-officedocument.presentationml.slideLayout+xml" PartName="/ppt/slideLayouts/slideLayout246.xml"/>
  <Override ContentType="application/vnd.openxmlformats-officedocument.presentationml.slideLayout+xml" PartName="/ppt/slideLayouts/slideLayout229.xml"/>
  <Override ContentType="application/vnd.openxmlformats-officedocument.presentationml.slideLayout+xml" PartName="/ppt/slideLayouts/slideLayout190.xml"/>
  <Override ContentType="application/vnd.openxmlformats-officedocument.presentationml.slideLayout+xml" PartName="/ppt/slideLayouts/slideLayout224.xml"/>
  <Override ContentType="application/vnd.openxmlformats-officedocument.presentationml.slideLayout+xml" PartName="/ppt/slideLayouts/slideLayout284.xml"/>
  <Override ContentType="application/vnd.openxmlformats-officedocument.presentationml.slideLayout+xml" PartName="/ppt/slideLayouts/slideLayout207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414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303.xml"/>
  <Override ContentType="application/vnd.openxmlformats-officedocument.presentationml.slideLayout+xml" PartName="/ppt/slideLayouts/slideLayout156.xml"/>
  <Override ContentType="application/vnd.openxmlformats-officedocument.presentationml.slideLayout+xml" PartName="/ppt/slideLayouts/slideLayout408.xml"/>
  <Override ContentType="application/vnd.openxmlformats-officedocument.presentationml.slideLayout+xml" PartName="/ppt/slideLayouts/slideLayout173.xml"/>
  <Override ContentType="application/vnd.openxmlformats-officedocument.presentationml.slideLayout+xml" PartName="/ppt/slideLayouts/slideLayout389.xml"/>
  <Override ContentType="application/vnd.openxmlformats-officedocument.presentationml.slideLayout+xml" PartName="/ppt/slideLayouts/slideLayout320.xml"/>
  <Override ContentType="application/vnd.openxmlformats-officedocument.presentationml.slideLayout+xml" PartName="/ppt/slideLayouts/slideLayout260.xml"/>
  <Override ContentType="application/vnd.openxmlformats-officedocument.presentationml.slideLayout+xml" PartName="/ppt/slideLayouts/slideLayout198.xml"/>
  <Override ContentType="application/vnd.openxmlformats-officedocument.presentationml.slideLayout+xml" PartName="/ppt/slideLayouts/slideLayout252.xml"/>
  <Override ContentType="application/vnd.openxmlformats-officedocument.presentationml.slideLayout+xml" PartName="/ppt/slideLayouts/slideLayout384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95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06.xml"/>
  <Override ContentType="application/vnd.openxmlformats-officedocument.presentationml.slideLayout+xml" PartName="/ppt/slideLayouts/slideLayout305.xml"/>
  <Override ContentType="application/vnd.openxmlformats-officedocument.presentationml.slideLayout+xml" PartName="/ppt/slideLayouts/slideLayout348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399.xml"/>
  <Override ContentType="application/vnd.openxmlformats-officedocument.presentationml.slideLayout+xml" PartName="/ppt/slideLayouts/slideLayout356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410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232.xml"/>
  <Override ContentType="application/vnd.openxmlformats-officedocument.presentationml.slideLayout+xml" PartName="/ppt/slideLayouts/slideLayout313.xml"/>
  <Override ContentType="application/vnd.openxmlformats-officedocument.presentationml.slideLayout+xml" PartName="/ppt/slideLayouts/slideLayout275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228.xml"/>
  <Override ContentType="application/vnd.openxmlformats-officedocument.presentationml.slideLayout+xml" PartName="/ppt/slideLayouts/slideLayout280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325.xml"/>
  <Override ContentType="application/vnd.openxmlformats-officedocument.presentationml.slideLayout+xml" PartName="/ppt/slideLayouts/slideLayout341.xml"/>
  <Override ContentType="application/vnd.openxmlformats-officedocument.presentationml.slideLayout+xml" PartName="/ppt/slideLayouts/slideLayout368.xml"/>
  <Override ContentType="application/vnd.openxmlformats-officedocument.presentationml.slideLayout+xml" PartName="/ppt/slideLayouts/slideLayout328.xml"/>
  <Override ContentType="application/vnd.openxmlformats-officedocument.presentationml.slideLayout+xml" PartName="/ppt/slideLayouts/slideLayout353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310.xml"/>
  <Override ContentType="application/vnd.openxmlformats-officedocument.presentationml.slideLayout+xml" PartName="/ppt/slideLayouts/slideLayout204.xml"/>
  <Override ContentType="application/vnd.openxmlformats-officedocument.presentationml.slideLayout+xml" PartName="/ppt/slideLayouts/slideLayout212.xml"/>
  <Override ContentType="application/vnd.openxmlformats-officedocument.presentationml.slideLayout+xml" PartName="/ppt/slideLayouts/slideLayout183.xml"/>
  <Override ContentType="application/vnd.openxmlformats-officedocument.presentationml.slideLayout+xml" PartName="/ppt/slideLayouts/slideLayout298.xml"/>
  <Override ContentType="application/vnd.openxmlformats-officedocument.presentationml.slideLayout+xml" PartName="/ppt/slideLayouts/slideLayout24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396.xml"/>
  <Override ContentType="application/vnd.openxmlformats-officedocument.presentationml.slideLayout+xml" PartName="/ppt/slideLayouts/slideLayout255.xml"/>
  <Override ContentType="application/vnd.openxmlformats-officedocument.presentationml.slideLayout+xml" PartName="/ppt/slideLayouts/slideLayout3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17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55.xml"/>
  <Override ContentType="application/vnd.openxmlformats-officedocument.presentationml.slideLayout+xml" PartName="/ppt/slideLayouts/slideLayout240.xml"/>
  <Override ContentType="application/vnd.openxmlformats-officedocument.presentationml.slideLayout+xml" PartName="/ppt/slideLayouts/slideLayout413.xml"/>
  <Override ContentType="application/vnd.openxmlformats-officedocument.presentationml.slideLayout+xml" PartName="/ppt/slideLayouts/slideLayout283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375.xml"/>
  <Override ContentType="application/vnd.openxmlformats-officedocument.presentationml.slideLayout+xml" PartName="/ppt/slideLayouts/slideLayout3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54.xml"/>
  <Override ContentType="application/vnd.openxmlformats-officedocument.presentationml.slideLayout+xml" PartName="/ppt/slideLayouts/slideLayout197.xml"/>
  <Override ContentType="application/vnd.openxmlformats-officedocument.presentationml.slideLayout+xml" PartName="/ppt/slideLayouts/slideLayout340.xml"/>
  <Override ContentType="application/vnd.openxmlformats-officedocument.presentationml.slideLayout+xml" PartName="/ppt/slideLayouts/slideLayout306.xml"/>
  <Override ContentType="application/vnd.openxmlformats-officedocument.presentationml.slideLayout+xml" PartName="/ppt/slideLayouts/slideLayout349.xml"/>
  <Override ContentType="application/vnd.openxmlformats-officedocument.presentationml.slideLayout+xml" PartName="/ppt/slideLayouts/slideLayout411.xml"/>
  <Override ContentType="application/vnd.openxmlformats-officedocument.presentationml.slideLayout+xml" PartName="/ppt/slideLayouts/slideLayout233.xml"/>
  <Override ContentType="application/vnd.openxmlformats-officedocument.presentationml.slideLayout+xml" PartName="/ppt/slideLayouts/slideLayout383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326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82.xml"/>
  <Override ContentType="application/vnd.openxmlformats-officedocument.presentationml.slideLayout+xml" PartName="/ppt/slideLayouts/slideLayout369.xml"/>
  <Override ContentType="application/vnd.openxmlformats-officedocument.presentationml.slideLayout+xml" PartName="/ppt/slideLayouts/slideLayout276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360.xml"/>
  <Override ContentType="application/vnd.openxmlformats-officedocument.presentationml.slideLayout+xml" PartName="/ppt/slideLayouts/slideLayout261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398.xml"/>
  <Override ContentType="application/vnd.openxmlformats-officedocument.presentationml.slideLayout+xml" PartName="/ppt/slideLayouts/slideLayout355.xml"/>
  <Override ContentType="application/vnd.openxmlformats-officedocument.presentationml.slideLayout+xml" PartName="/ppt/slideLayouts/slideLayout405.xml"/>
  <Override ContentType="application/vnd.openxmlformats-officedocument.presentationml.slideLayout+xml" PartName="/ppt/slideLayouts/slideLayout312.xml"/>
  <Override ContentType="application/vnd.openxmlformats-officedocument.presentationml.slideLayout+xml" PartName="/ppt/slideLayouts/slideLayout227.xml"/>
  <Override ContentType="application/vnd.openxmlformats-officedocument.presentationml.slideLayout+xml" PartName="/ppt/slideLayouts/slideLayout248.xml"/>
  <Override ContentType="application/vnd.openxmlformats-officedocument.presentationml.slideLayout+xml" PartName="/ppt/slideLayouts/slideLayout205.xml"/>
  <Override ContentType="application/vnd.openxmlformats-officedocument.presentationml.slideLayout+xml" PartName="/ppt/slideLayouts/slideLayout354.xml"/>
  <Override ContentType="application/vnd.openxmlformats-officedocument.presentationml.slideLayout+xml" PartName="/ppt/slideLayouts/slideLayout282.xml"/>
  <Override ContentType="application/vnd.openxmlformats-officedocument.presentationml.slideLayout+xml" PartName="/ppt/slideLayouts/slideLayout397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32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361.xml"/>
  <Override ContentType="application/vnd.openxmlformats-officedocument.presentationml.slideLayout+xml" PartName="/ppt/slideLayouts/slideLayout175.xml"/>
  <Override ContentType="application/vnd.openxmlformats-officedocument.presentationml.slideLayout+xml" PartName="/ppt/slideLayouts/slideLayout297.xml"/>
  <Override ContentType="application/vnd.openxmlformats-officedocument.presentationml.slideLayout+xml" PartName="/ppt/slideLayouts/slideLayout211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254.xml"/>
  <Override ContentType="application/vnd.openxmlformats-officedocument.presentationml.slideLayout+xml" PartName="/ppt/slideLayouts/slideLayout169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376.xml"/>
  <Override ContentType="application/vnd.openxmlformats-officedocument.presentationml.slideLayout+xml" PartName="/ppt/slideLayouts/slideLayout160.xml"/>
  <Override ContentType="application/vnd.openxmlformats-officedocument.presentationml.slideLayout+xml" PartName="/ppt/slideLayouts/slideLayout333.xml"/>
  <Override ContentType="application/vnd.openxmlformats-officedocument.presentationml.slideLayout+xml" PartName="/ppt/slideLayouts/slideLayout218.xml"/>
  <Override ContentType="application/vnd.openxmlformats-officedocument.presentationml.slideLayout+xml" PartName="/ppt/slideLayouts/slideLayout307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404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315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323.xml"/>
  <Override ContentType="application/vnd.openxmlformats-officedocument.presentationml.slideLayout+xml" PartName="/ppt/slideLayouts/slideLayout226.xml"/>
  <Override ContentType="application/vnd.openxmlformats-officedocument.presentationml.slideLayout+xml" PartName="/ppt/slideLayouts/slideLayout412.xml"/>
  <Override ContentType="application/vnd.openxmlformats-officedocument.presentationml.slideLayout+xml" PartName="/ppt/slideLayouts/slideLayout153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250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234.xml"/>
  <Override ContentType="application/vnd.openxmlformats-officedocument.presentationml.slideLayout+xml" PartName="/ppt/slideLayouts/slideLayout420.xml"/>
  <Override ContentType="application/vnd.openxmlformats-officedocument.presentationml.slideLayout+xml" PartName="/ppt/slideLayouts/slideLayout331.xml"/>
  <Override ContentType="application/vnd.openxmlformats-officedocument.presentationml.slideLayout+xml" PartName="/ppt/slideLayouts/slideLayout242.xml"/>
  <Override ContentType="application/vnd.openxmlformats-officedocument.presentationml.slideLayout+xml" PartName="/ppt/slideLayouts/slideLayout289.xml"/>
  <Override ContentType="application/vnd.openxmlformats-officedocument.presentationml.slideLayout+xml" PartName="/ppt/slideLayouts/slideLayout300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86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338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257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370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93.xml"/>
  <Override ContentType="application/vnd.openxmlformats-officedocument.presentationml.slideLayout+xml" PartName="/ppt/slideLayouts/slideLayout185.xml"/>
  <Override ContentType="application/vnd.openxmlformats-officedocument.presentationml.slideLayout+xml" PartName="/ppt/slideLayouts/slideLayout362.xml"/>
  <Override ContentType="application/vnd.openxmlformats-officedocument.presentationml.slideLayout+xml" PartName="/ppt/slideLayouts/slideLayout17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28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3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347.xml"/>
  <Override ContentType="application/vnd.openxmlformats-officedocument.presentationml.slideLayout+xml" PartName="/ppt/slideLayouts/slideLayout377.xml"/>
  <Override ContentType="application/vnd.openxmlformats-officedocument.presentationml.slideLayout+xml" PartName="/ppt/slideLayouts/slideLayout161.xml"/>
  <Override ContentType="application/vnd.openxmlformats-officedocument.presentationml.slideLayout+xml" PartName="/ppt/slideLayouts/slideLayout266.xml"/>
  <Override ContentType="application/vnd.openxmlformats-officedocument.presentationml.slideLayout+xml" PartName="/ppt/slideLayouts/slideLayout249.xml"/>
  <Override ContentType="application/vnd.openxmlformats-officedocument.presentationml.slideLayout+xml" PartName="/ppt/slideLayouts/slideLayout168.xml"/>
  <Override ContentType="application/vnd.openxmlformats-officedocument.presentationml.slideLayout+xml" PartName="/ppt/slideLayouts/slideLayout210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296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421.xml"/>
  <Override ContentType="application/vnd.openxmlformats-officedocument.presentationml.slideLayout+xml" PartName="/ppt/slideLayouts/slideLayout235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1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17.xml"/>
  <Override ContentType="application/vnd.openxmlformats-officedocument.presentationml.slideLayout+xml" PartName="/ppt/slideLayouts/slideLayout308.xml"/>
  <Override ContentType="application/vnd.openxmlformats-officedocument.presentationml.slideLayout+xml" PartName="/ppt/slideLayouts/slideLayout314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403.xml"/>
  <Override ContentType="application/vnd.openxmlformats-officedocument.presentationml.slideLayout+xml" PartName="/ppt/slideLayouts/slideLayout22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162.xml"/>
  <Override ContentType="application/vnd.openxmlformats-officedocument.presentationml.slideLayout+xml" PartName="/ppt/slideLayouts/slideLayout251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152.xml"/>
  <Override ContentType="application/vnd.openxmlformats-officedocument.presentationml.slideLayout+xml" PartName="/ppt/slideLayouts/slideLayout339.xml"/>
  <Override ContentType="application/vnd.openxmlformats-officedocument.presentationml.slideLayout+xml" PartName="/ppt/slideLayouts/slideLayout288.xml"/>
  <Override ContentType="application/vnd.openxmlformats-officedocument.presentationml.slideLayout+xml" PartName="/ppt/slideLayouts/slideLayout330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202.xml"/>
  <Override ContentType="application/vnd.openxmlformats-officedocument.presentationml.slideLayout+xml" PartName="/ppt/slideLayouts/slideLayout177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274.xml"/>
  <Override ContentType="application/vnd.openxmlformats-officedocument.presentationml.slideLayout+xml" PartName="/ppt/slideLayouts/slideLayout385.xml"/>
  <Override ContentType="application/vnd.openxmlformats-officedocument.presentationml.slideLayout+xml" PartName="/ppt/slideLayouts/slideLayout324.xml"/>
  <Override ContentType="application/vnd.openxmlformats-officedocument.presentationml.slideLayout+xml" PartName="/ppt/slideLayouts/slideLayout273.xml"/>
  <Override ContentType="application/vnd.openxmlformats-officedocument.presentationml.slideLayout+xml" PartName="/ppt/slideLayouts/slideLayout184.xml"/>
  <Override ContentType="application/vnd.openxmlformats-officedocument.presentationml.slideLayout+xml" PartName="/ppt/slideLayouts/slideLayout329.xml"/>
  <Override ContentType="application/vnd.openxmlformats-officedocument.presentationml.slideLayout+xml" PartName="/ppt/slideLayouts/slideLayout167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256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220.xml"/>
  <Override ContentType="application/vnd.openxmlformats-officedocument.presentationml.slideLayout+xml" PartName="/ppt/slideLayouts/slideLayout395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203.xml"/>
  <Override ContentType="application/vnd.openxmlformats-officedocument.presentationml.slideLayout+xml" PartName="/ppt/slideLayouts/slideLayout419.xml"/>
  <Override ContentType="application/vnd.openxmlformats-officedocument.presentationml.slideLayout+xml" PartName="/ppt/slideLayouts/slideLayout290.xml"/>
  <Override ContentType="application/vnd.openxmlformats-officedocument.presentationml.slideLayout+xml" PartName="/ppt/slideLayouts/slideLayout378.xml"/>
  <Override ContentType="application/vnd.openxmlformats-officedocument.presentationml.slideLayout+xml" PartName="/ppt/slideLayouts/slideLayout267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241.xml"/>
  <Override ContentType="application/vnd.openxmlformats-officedocument.presentationml.slideLayout+xml" PartName="/ppt/slideLayouts/slideLayout363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380.xml"/>
  <Override ContentType="application/vnd.openxmlformats-officedocument.presentationml.slideLayout+xml" PartName="/ppt/slideLayouts/slideLayout199.xml"/>
  <Override ContentType="application/vnd.openxmlformats-officedocument.presentationml.slideLayout+xml" PartName="/ppt/slideLayouts/slideLayout346.xml"/>
  <Override ContentType="application/vnd.openxmlformats-officedocument.presentationml.slideLayout+xml" PartName="/ppt/slideLayouts/slideLayout171.xml"/>
  <Override ContentType="application/vnd.openxmlformats-officedocument.presentationml.slideLayout+xml" PartName="/ppt/slideLayouts/slideLayout392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163.xml"/>
  <Override ContentType="application/vnd.openxmlformats-officedocument.presentationml.slideLayout+xml" PartName="/ppt/slideLayouts/slideLayout402.xml"/>
  <Override ContentType="application/vnd.openxmlformats-officedocument.presentationml.slideLayout+xml" PartName="/ppt/slideLayouts/slideLayout216.xml"/>
  <Override ContentType="application/vnd.openxmlformats-officedocument.presentationml.slideLayout+xml" PartName="/ppt/slideLayouts/slideLayout309.xml"/>
  <Override ContentType="application/vnd.openxmlformats-officedocument.presentationml.slideLayout+xml" PartName="/ppt/slideLayouts/slideLayout259.xml"/>
  <Override ContentType="application/vnd.openxmlformats-officedocument.presentationml.slideLayout+xml" PartName="/ppt/slideLayouts/slideLayout208.xml"/>
  <Override ContentType="application/vnd.openxmlformats-officedocument.presentationml.slideLayout+xml" PartName="/ppt/slideLayouts/slideLayout178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291.xml"/>
  <Override ContentType="application/vnd.openxmlformats-officedocument.presentationml.slideLayout+xml" PartName="/ppt/slideLayouts/slideLayout194.xml"/>
  <Override ContentType="application/vnd.openxmlformats-officedocument.presentationml.slideLayout+xml" PartName="/ppt/slideLayouts/slideLayout287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372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244.xml"/>
  <Override ContentType="application/vnd.openxmlformats-officedocument.presentationml.slideLayout+xml" PartName="/ppt/slideLayouts/slideLayout201.xml"/>
  <Override ContentType="application/vnd.openxmlformats-officedocument.presentationml.slideLayout+xml" PartName="/ppt/slideLayouts/slideLayout302.xml"/>
  <Override ContentType="application/vnd.openxmlformats-officedocument.presentationml.slideLayout+xml" PartName="/ppt/slideLayouts/slideLayout409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59.xml"/>
  <Override ContentType="application/vnd.openxmlformats-officedocument.presentationml.slideLayout+xml" PartName="/ppt/slideLayouts/slideLayout345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221.xml"/>
  <Override ContentType="application/vnd.openxmlformats-officedocument.presentationml.slideLayout+xml" PartName="/ppt/slideLayouts/slideLayout418.xml"/>
  <Override ContentType="application/vnd.openxmlformats-officedocument.presentationml.slideLayout+xml" PartName="/ppt/slideLayouts/slideLayout336.xml"/>
  <Override ContentType="application/vnd.openxmlformats-officedocument.presentationml.slideLayout+xml" PartName="/ppt/slideLayouts/slideLayout388.xml"/>
  <Override ContentType="application/vnd.openxmlformats-officedocument.presentationml.slideLayout+xml" PartName="/ppt/slideLayouts/slideLayout166.xml"/>
  <Override ContentType="application/vnd.openxmlformats-officedocument.presentationml.slideLayout+xml" PartName="/ppt/slideLayouts/slideLayout379.xml"/>
  <Override ContentType="application/vnd.openxmlformats-officedocument.presentationml.slideLayout+xml" PartName="/ppt/slideLayouts/slideLayout272.xml"/>
  <Override ContentType="application/vnd.openxmlformats-officedocument.presentationml.slideLayout+xml" PartName="/ppt/slideLayouts/slideLayout264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364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317.xml"/>
  <Override ContentType="application/vnd.openxmlformats-officedocument.presentationml.slideLayout+xml" PartName="/ppt/slideLayouts/slideLayout187.xml"/>
  <Override ContentType="application/vnd.openxmlformats-officedocument.presentationml.slideLayout+xml" PartName="/ppt/slideLayouts/slideLayout321.xml"/>
  <Override ContentType="application/vnd.openxmlformats-officedocument.presentationml.slideLayout+xml" PartName="/ppt/slideLayouts/slideLayout236.xml"/>
  <Override ContentType="application/vnd.openxmlformats-officedocument.presentationml.slideLayout+xml" PartName="/ppt/slideLayouts/slideLayout191.xml"/>
  <Override ContentType="application/vnd.openxmlformats-officedocument.presentationml.slideLayout+xml" PartName="/ppt/slideLayouts/slideLayout279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200.xml"/>
  <Override ContentType="application/vnd.openxmlformats-officedocument.presentationml.slideLayout+xml" PartName="/ppt/slideLayouts/slideLayout243.xml"/>
  <Override ContentType="application/vnd.openxmlformats-officedocument.presentationml.slideLayout+xml" PartName="/ppt/slideLayouts/slideLayout286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170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179.xml"/>
  <Override ContentType="application/vnd.openxmlformats-officedocument.presentationml.slideLayout+xml" PartName="/ppt/slideLayouts/slideLayout365.xml"/>
  <Override ContentType="application/vnd.openxmlformats-officedocument.presentationml.slideLayout+xml" PartName="/ppt/slideLayouts/slideLayout322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292.xml"/>
  <Override ContentType="application/vnd.openxmlformats-officedocument.presentationml.slideLayout+xml" PartName="/ppt/slideLayouts/slideLayout215.xml"/>
  <Override ContentType="application/vnd.openxmlformats-officedocument.presentationml.slideLayout+xml" PartName="/ppt/slideLayouts/slideLayout25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16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09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417.xml"/>
  <Override ContentType="application/vnd.openxmlformats-officedocument.presentationml.slideLayout+xml" PartName="/ppt/slideLayouts/slideLayout337.xml"/>
  <Override ContentType="application/vnd.openxmlformats-officedocument.presentationml.slideLayout+xml" PartName="/ppt/slideLayouts/slideLayout222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65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71.xml"/>
  <Override ContentType="application/vnd.openxmlformats-officedocument.presentationml.slideLayout+xml" PartName="/ppt/slideLayouts/slideLayout387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158.xml"/>
  <Override ContentType="application/vnd.openxmlformats-officedocument.presentationml.slideLayout+xml" PartName="/ppt/slideLayouts/slideLayout416.xml"/>
  <Override ContentType="application/vnd.openxmlformats-officedocument.presentationml.slideLayout+xml" PartName="/ppt/slideLayouts/slideLayout344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301.xml"/>
  <Override ContentType="application/vnd.openxmlformats-officedocument.presentationml.slideLayout+xml" PartName="/ppt/slideLayouts/slideLayout19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237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401.xml"/>
  <Override ContentType="application/vnd.openxmlformats-officedocument.presentationml.slideLayout+xml" PartName="/ppt/slideLayouts/slideLayout271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350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316.xml"/>
  <Override ContentType="application/vnd.openxmlformats-officedocument.presentationml.slideLayout+xml" PartName="/ppt/slideLayouts/slideLayout393.xml"/>
  <Override ContentType="application/vnd.openxmlformats-officedocument.presentationml.slideLayout+xml" PartName="/ppt/slideLayouts/slideLayout186.xml"/>
  <Override ContentType="application/vnd.openxmlformats-officedocument.presentationml.slideLayout+xml" PartName="/ppt/slideLayouts/slideLayout35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4069" r:id="rId3"/>
    <p:sldMasterId id="2147484070" r:id="rId4"/>
    <p:sldMasterId id="2147484071" r:id="rId5"/>
    <p:sldMasterId id="2147484072" r:id="rId6"/>
    <p:sldMasterId id="2147484073" r:id="rId7"/>
    <p:sldMasterId id="2147484074" r:id="rId8"/>
    <p:sldMasterId id="2147484075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</p:sldIdLst>
  <p:sldSz cy="5143500" cx="9144000"/>
  <p:notesSz cx="6858000" cy="9144000"/>
  <p:embeddedFontLst>
    <p:embeddedFont>
      <p:font typeface="Poppins"/>
      <p:regular r:id="rId24"/>
      <p:bold r:id="rId25"/>
      <p:italic r:id="rId26"/>
      <p:boldItalic r:id="rId27"/>
    </p:embeddedFont>
    <p:embeddedFont>
      <p:font typeface="Barlow Condensed"/>
      <p:regular r:id="rId28"/>
      <p:bold r:id="rId29"/>
      <p:italic r:id="rId30"/>
      <p:boldItalic r:id="rId31"/>
    </p:embeddedFont>
    <p:embeddedFont>
      <p:font typeface="Rozha One"/>
      <p:regular r:id="rId32"/>
    </p:embeddedFont>
    <p:embeddedFont>
      <p:font typeface="Barlow Condensed Light"/>
      <p:regular r:id="rId33"/>
      <p:bold r:id="rId34"/>
      <p:italic r:id="rId35"/>
      <p:boldItalic r:id="rId36"/>
    </p:embeddedFont>
    <p:embeddedFont>
      <p:font typeface="Barlow"/>
      <p:regular r:id="rId37"/>
      <p:bold r:id="rId38"/>
      <p:italic r:id="rId39"/>
      <p:boldItalic r:id="rId40"/>
    </p:embeddedFont>
    <p:embeddedFont>
      <p:font typeface="Manjari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Barlow-boldItalic.fntdata"/><Relationship Id="rId42" Type="http://schemas.openxmlformats.org/officeDocument/2006/relationships/font" Target="fonts/Manjari-bold.fntdata"/><Relationship Id="rId41" Type="http://schemas.openxmlformats.org/officeDocument/2006/relationships/font" Target="fonts/Manjari-regular.fntdata"/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Master" Target="slideMasters/slideMaster7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31" Type="http://schemas.openxmlformats.org/officeDocument/2006/relationships/font" Target="fonts/BarlowCondensed-boldItalic.fntdata"/><Relationship Id="rId30" Type="http://schemas.openxmlformats.org/officeDocument/2006/relationships/font" Target="fonts/BarlowCondensed-italic.fntdata"/><Relationship Id="rId33" Type="http://schemas.openxmlformats.org/officeDocument/2006/relationships/font" Target="fonts/BarlowCondensedLight-regular.fntdata"/><Relationship Id="rId32" Type="http://schemas.openxmlformats.org/officeDocument/2006/relationships/font" Target="fonts/RozhaOne-regular.fntdata"/><Relationship Id="rId35" Type="http://schemas.openxmlformats.org/officeDocument/2006/relationships/font" Target="fonts/BarlowCondensedLight-italic.fntdata"/><Relationship Id="rId34" Type="http://schemas.openxmlformats.org/officeDocument/2006/relationships/font" Target="fonts/BarlowCondensedLight-bold.fntdata"/><Relationship Id="rId37" Type="http://schemas.openxmlformats.org/officeDocument/2006/relationships/font" Target="fonts/Barlow-regular.fntdata"/><Relationship Id="rId36" Type="http://schemas.openxmlformats.org/officeDocument/2006/relationships/font" Target="fonts/BarlowCondensedLight-boldItalic.fntdata"/><Relationship Id="rId39" Type="http://schemas.openxmlformats.org/officeDocument/2006/relationships/font" Target="fonts/Barlow-italic.fntdata"/><Relationship Id="rId38" Type="http://schemas.openxmlformats.org/officeDocument/2006/relationships/font" Target="fonts/Barlow-bold.fntdata"/><Relationship Id="rId20" Type="http://schemas.openxmlformats.org/officeDocument/2006/relationships/slide" Target="slides/slide10.xml"/><Relationship Id="rId22" Type="http://schemas.openxmlformats.org/officeDocument/2006/relationships/slide" Target="slides/slide12.xml"/><Relationship Id="rId21" Type="http://schemas.openxmlformats.org/officeDocument/2006/relationships/slide" Target="slides/slide11.xml"/><Relationship Id="rId24" Type="http://schemas.openxmlformats.org/officeDocument/2006/relationships/font" Target="fonts/Poppins-regular.fntdata"/><Relationship Id="rId23" Type="http://schemas.openxmlformats.org/officeDocument/2006/relationships/slide" Target="slides/slide13.xml"/><Relationship Id="rId26" Type="http://schemas.openxmlformats.org/officeDocument/2006/relationships/font" Target="fonts/Poppins-italic.fntdata"/><Relationship Id="rId25" Type="http://schemas.openxmlformats.org/officeDocument/2006/relationships/font" Target="fonts/Poppins-bold.fntdata"/><Relationship Id="rId28" Type="http://schemas.openxmlformats.org/officeDocument/2006/relationships/font" Target="fonts/BarlowCondensed-regular.fntdata"/><Relationship Id="rId27" Type="http://schemas.openxmlformats.org/officeDocument/2006/relationships/font" Target="fonts/Poppins-boldItalic.fntdata"/><Relationship Id="rId29" Type="http://schemas.openxmlformats.org/officeDocument/2006/relationships/font" Target="fonts/BarlowCondensed-bold.fntdata"/><Relationship Id="rId11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3" Type="http://schemas.openxmlformats.org/officeDocument/2006/relationships/slide" Target="slides/slide3.xml"/><Relationship Id="rId12" Type="http://schemas.openxmlformats.org/officeDocument/2006/relationships/slide" Target="slides/slide2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5" name="Shape 4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6" name="Google Shape;4266;ga33b2d619d_0_13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7" name="Google Shape;4267;ga33b2d619d_0_13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Chloe, Mannon, Steve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3" name="Shape 4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4" name="Google Shape;4274;ga33b2d619d_0_13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5" name="Google Shape;4275;ga33b2d619d_0_13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0" name="Shape 4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1" name="Google Shape;4291;ga33b2d619d_0_13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2" name="Google Shape;4292;ga33b2d619d_0_13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7" name="Shape 4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8" name="Google Shape;4328;g1382a23866e_2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9" name="Google Shape;4329;g1382a23866e_2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1" name="Shape 4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2" name="Google Shape;4352;g2c84659b5b1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3" name="Google Shape;4353;g2c84659b5b1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3" name="Shape 4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4" name="Google Shape;4424;g2c84659b5b1_0_2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5" name="Google Shape;4425;g2c84659b5b1_0_2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5" name="Shape 4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6" name="Google Shape;4446;g2c84659b5b1_0_7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7" name="Google Shape;4447;g2c84659b5b1_0_7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9" name="Shape 4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0" name="Google Shape;4460;g2c88a90da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1" name="Google Shape;4461;g2c88a90da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1" name="Shape 4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2" name="Google Shape;4482;g2c9cab608d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3" name="Google Shape;4483;g2c9cab608d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3" name="Shape 4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4" name="Google Shape;4504;g2c84659b5b1_0_44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5" name="Google Shape;4505;g2c84659b5b1_0_44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(You can remove the image if you would like too)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9" name="Shape 4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0" name="Google Shape;4520;g2c84659b5b1_0_5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1" name="Google Shape;4521;g2c84659b5b1_0_5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5" name="Shape 4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6" name="Google Shape;4536;g2c84659b5b1_0_6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7" name="Google Shape;4537;g2c84659b5b1_0_6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8" name="Shape 4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9" name="Google Shape;4549;ga33b2d619d_0_14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0" name="Google Shape;4550;ga33b2d619d_0_14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hyperlink" Target="https://slidesgo.com/" TargetMode="External"/><Relationship Id="rId4" Type="http://schemas.openxmlformats.org/officeDocument/2006/relationships/hyperlink" Target="https://www.flaticon.com/" TargetMode="External"/><Relationship Id="rId5" Type="http://schemas.openxmlformats.org/officeDocument/2006/relationships/hyperlink" Target="https://www.freepik.com/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hyperlink" Target="https://slidesgo.com/" TargetMode="External"/><Relationship Id="rId4" Type="http://schemas.openxmlformats.org/officeDocument/2006/relationships/hyperlink" Target="https://www.flaticon.com/" TargetMode="External"/><Relationship Id="rId5" Type="http://schemas.openxmlformats.org/officeDocument/2006/relationships/hyperlink" Target="https://www.freepik.com/" TargetMode="Externa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Relationship Id="rId3" Type="http://schemas.openxmlformats.org/officeDocument/2006/relationships/slide" Target="/ppt/slides/slide5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Relationship Id="rId3" Type="http://schemas.openxmlformats.org/officeDocument/2006/relationships/hyperlink" Target="https://slidesgo.com/" TargetMode="External"/><Relationship Id="rId4" Type="http://schemas.openxmlformats.org/officeDocument/2006/relationships/hyperlink" Target="https://www.flaticon.com/" TargetMode="External"/><Relationship Id="rId5" Type="http://schemas.openxmlformats.org/officeDocument/2006/relationships/hyperlink" Target="https://www.freepik.com/" TargetMode="External"/></Relationships>
</file>

<file path=ppt/slideLayouts/_rels/slideLayout1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1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Relationship Id="rId3" Type="http://schemas.openxmlformats.org/officeDocument/2006/relationships/hyperlink" Target="https://slidesgo.com/" TargetMode="External"/><Relationship Id="rId4" Type="http://schemas.openxmlformats.org/officeDocument/2006/relationships/hyperlink" Target="https://www.flaticon.com/" TargetMode="External"/><Relationship Id="rId5" Type="http://schemas.openxmlformats.org/officeDocument/2006/relationships/hyperlink" Target="https://www.freepik.com/" TargetMode="External"/></Relationships>
</file>

<file path=ppt/slideLayouts/_rels/slideLayout2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/Relationships>
</file>

<file path=ppt/slideLayouts/_rels/slideLayout2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Relationship Id="rId3" Type="http://schemas.openxmlformats.org/officeDocument/2006/relationships/hyperlink" Target="https://slidesgo.com/" TargetMode="External"/><Relationship Id="rId4" Type="http://schemas.openxmlformats.org/officeDocument/2006/relationships/hyperlink" Target="https://www.flaticon.com/" TargetMode="External"/><Relationship Id="rId5" Type="http://schemas.openxmlformats.org/officeDocument/2006/relationships/hyperlink" Target="https://www.freepik.com/" TargetMode="External"/></Relationships>
</file>

<file path=ppt/slideLayouts/_rels/slideLayout2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/Relationships>
</file>

<file path=ppt/slideLayouts/_rels/slideLayout2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2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2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2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2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2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Relationship Id="rId3" Type="http://schemas.openxmlformats.org/officeDocument/2006/relationships/hyperlink" Target="https://slidesgo.com/" TargetMode="External"/><Relationship Id="rId4" Type="http://schemas.openxmlformats.org/officeDocument/2006/relationships/hyperlink" Target="https://www.flaticon.com/" TargetMode="External"/><Relationship Id="rId5" Type="http://schemas.openxmlformats.org/officeDocument/2006/relationships/hyperlink" Target="https://www.freepik.com/" TargetMode="External"/></Relationships>
</file>

<file path=ppt/slideLayouts/_rels/slideLayout3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/Relationships>
</file>

<file path=ppt/slideLayouts/_rels/slideLayout3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3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Relationship Id="rId3" Type="http://schemas.openxmlformats.org/officeDocument/2006/relationships/hyperlink" Target="https://slidesgo.com/" TargetMode="External"/><Relationship Id="rId4" Type="http://schemas.openxmlformats.org/officeDocument/2006/relationships/hyperlink" Target="https://www.flaticon.com/" TargetMode="External"/><Relationship Id="rId5" Type="http://schemas.openxmlformats.org/officeDocument/2006/relationships/hyperlink" Target="https://www.freepik.com/" TargetMode="External"/></Relationships>
</file>

<file path=ppt/slideLayouts/_rels/slideLayout4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_rels/slideLayout4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8100" y="-53085"/>
            <a:ext cx="4346950" cy="3402450"/>
          </a:xfrm>
          <a:custGeom>
            <a:rect b="b" l="l" r="r" t="t"/>
            <a:pathLst>
              <a:path extrusionOk="0" h="136098" w="173878">
                <a:moveTo>
                  <a:pt x="0" y="0"/>
                </a:moveTo>
                <a:lnTo>
                  <a:pt x="0" y="136098"/>
                </a:lnTo>
                <a:lnTo>
                  <a:pt x="173878" y="98319"/>
                </a:lnTo>
                <a:lnTo>
                  <a:pt x="130636" y="91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0" name="Google Shape;10;p2"/>
          <p:cNvSpPr/>
          <p:nvPr/>
        </p:nvSpPr>
        <p:spPr>
          <a:xfrm>
            <a:off x="-48100" y="2404900"/>
            <a:ext cx="6793525" cy="3072450"/>
          </a:xfrm>
          <a:custGeom>
            <a:rect b="b" l="l" r="r" t="t"/>
            <a:pathLst>
              <a:path extrusionOk="0" h="122898" w="271741">
                <a:moveTo>
                  <a:pt x="0" y="37780"/>
                </a:moveTo>
                <a:lnTo>
                  <a:pt x="0" y="122898"/>
                </a:lnTo>
                <a:lnTo>
                  <a:pt x="271741" y="122898"/>
                </a:lnTo>
                <a:lnTo>
                  <a:pt x="174333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1" name="Google Shape;11;p2"/>
          <p:cNvSpPr/>
          <p:nvPr/>
        </p:nvSpPr>
        <p:spPr>
          <a:xfrm>
            <a:off x="3200731" y="-70150"/>
            <a:ext cx="6065225" cy="3322800"/>
          </a:xfrm>
          <a:custGeom>
            <a:rect b="b" l="l" r="r" t="t"/>
            <a:pathLst>
              <a:path extrusionOk="0" h="132912" w="242609">
                <a:moveTo>
                  <a:pt x="0" y="455"/>
                </a:moveTo>
                <a:lnTo>
                  <a:pt x="44607" y="100594"/>
                </a:lnTo>
                <a:lnTo>
                  <a:pt x="242609" y="132912"/>
                </a:lnTo>
                <a:lnTo>
                  <a:pt x="242609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2" name="Google Shape;12;p2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 txBox="1"/>
          <p:nvPr>
            <p:ph type="ctrTitle"/>
          </p:nvPr>
        </p:nvSpPr>
        <p:spPr>
          <a:xfrm>
            <a:off x="2218775" y="1817663"/>
            <a:ext cx="4706400" cy="150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8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931625" y="3585838"/>
            <a:ext cx="3280800" cy="24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2" type="subTitle"/>
          </p:nvPr>
        </p:nvSpPr>
        <p:spPr>
          <a:xfrm>
            <a:off x="3602575" y="922763"/>
            <a:ext cx="19389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Barlow Condensed"/>
              <a:buNone/>
              <a:defRPr sz="1400">
                <a:solidFill>
                  <a:schemeClr val="dk1"/>
                </a:solidFill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 rot="10800000">
            <a:off x="4919006" y="2057835"/>
            <a:ext cx="4346950" cy="3402450"/>
          </a:xfrm>
          <a:custGeom>
            <a:rect b="b" l="l" r="r" t="t"/>
            <a:pathLst>
              <a:path extrusionOk="0" h="136098" w="173878">
                <a:moveTo>
                  <a:pt x="0" y="0"/>
                </a:moveTo>
                <a:lnTo>
                  <a:pt x="0" y="136098"/>
                </a:lnTo>
                <a:lnTo>
                  <a:pt x="173878" y="98319"/>
                </a:lnTo>
                <a:lnTo>
                  <a:pt x="130636" y="91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8" name="Google Shape;18;p3"/>
          <p:cNvSpPr/>
          <p:nvPr/>
        </p:nvSpPr>
        <p:spPr>
          <a:xfrm rot="10800000">
            <a:off x="2472431" y="-70150"/>
            <a:ext cx="6793525" cy="3072450"/>
          </a:xfrm>
          <a:custGeom>
            <a:rect b="b" l="l" r="r" t="t"/>
            <a:pathLst>
              <a:path extrusionOk="0" h="122898" w="271741">
                <a:moveTo>
                  <a:pt x="0" y="37780"/>
                </a:moveTo>
                <a:lnTo>
                  <a:pt x="0" y="122898"/>
                </a:lnTo>
                <a:lnTo>
                  <a:pt x="271741" y="122898"/>
                </a:lnTo>
                <a:lnTo>
                  <a:pt x="174333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9" name="Google Shape;19;p3"/>
          <p:cNvSpPr/>
          <p:nvPr/>
        </p:nvSpPr>
        <p:spPr>
          <a:xfrm rot="10800000">
            <a:off x="-48100" y="2154550"/>
            <a:ext cx="6065225" cy="3322800"/>
          </a:xfrm>
          <a:custGeom>
            <a:rect b="b" l="l" r="r" t="t"/>
            <a:pathLst>
              <a:path extrusionOk="0" h="132912" w="242609">
                <a:moveTo>
                  <a:pt x="0" y="455"/>
                </a:moveTo>
                <a:lnTo>
                  <a:pt x="44607" y="100594"/>
                </a:lnTo>
                <a:lnTo>
                  <a:pt x="242609" y="132912"/>
                </a:lnTo>
                <a:lnTo>
                  <a:pt x="242609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0" name="Google Shape;20;p3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2860200" y="2746192"/>
            <a:ext cx="34236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" name="Google Shape;22;p3"/>
          <p:cNvSpPr txBox="1"/>
          <p:nvPr>
            <p:ph hasCustomPrompt="1" idx="2" type="title"/>
          </p:nvPr>
        </p:nvSpPr>
        <p:spPr>
          <a:xfrm>
            <a:off x="3850375" y="1276877"/>
            <a:ext cx="1443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" name="Google Shape;23;p3"/>
          <p:cNvSpPr txBox="1"/>
          <p:nvPr>
            <p:ph idx="1" type="subTitle"/>
          </p:nvPr>
        </p:nvSpPr>
        <p:spPr>
          <a:xfrm>
            <a:off x="2948550" y="3462208"/>
            <a:ext cx="32469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" name="Google Shape;24;p3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48100" y="-53085"/>
            <a:ext cx="4346950" cy="3402450"/>
          </a:xfrm>
          <a:custGeom>
            <a:rect b="b" l="l" r="r" t="t"/>
            <a:pathLst>
              <a:path extrusionOk="0" h="136098" w="173878">
                <a:moveTo>
                  <a:pt x="0" y="0"/>
                </a:moveTo>
                <a:lnTo>
                  <a:pt x="0" y="136098"/>
                </a:lnTo>
                <a:lnTo>
                  <a:pt x="173878" y="98319"/>
                </a:lnTo>
                <a:lnTo>
                  <a:pt x="130636" y="911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27" name="Google Shape;27;p4"/>
          <p:cNvSpPr/>
          <p:nvPr/>
        </p:nvSpPr>
        <p:spPr>
          <a:xfrm>
            <a:off x="-48100" y="2404900"/>
            <a:ext cx="6793525" cy="3072450"/>
          </a:xfrm>
          <a:custGeom>
            <a:rect b="b" l="l" r="r" t="t"/>
            <a:pathLst>
              <a:path extrusionOk="0" h="122898" w="271741">
                <a:moveTo>
                  <a:pt x="0" y="37780"/>
                </a:moveTo>
                <a:lnTo>
                  <a:pt x="0" y="122898"/>
                </a:lnTo>
                <a:lnTo>
                  <a:pt x="271741" y="122898"/>
                </a:lnTo>
                <a:lnTo>
                  <a:pt x="174333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8" name="Google Shape;28;p4"/>
          <p:cNvSpPr/>
          <p:nvPr/>
        </p:nvSpPr>
        <p:spPr>
          <a:xfrm>
            <a:off x="3200731" y="-70150"/>
            <a:ext cx="6065225" cy="3322800"/>
          </a:xfrm>
          <a:custGeom>
            <a:rect b="b" l="l" r="r" t="t"/>
            <a:pathLst>
              <a:path extrusionOk="0" h="132912" w="242609">
                <a:moveTo>
                  <a:pt x="0" y="455"/>
                </a:moveTo>
                <a:lnTo>
                  <a:pt x="44607" y="100594"/>
                </a:lnTo>
                <a:lnTo>
                  <a:pt x="242609" y="132912"/>
                </a:lnTo>
                <a:lnTo>
                  <a:pt x="242609" y="0"/>
                </a:lnTo>
                <a:close/>
              </a:path>
            </a:pathLst>
          </a:custGeom>
          <a:solidFill>
            <a:srgbClr val="9EDDEF">
              <a:alpha val="39730"/>
            </a:srgbClr>
          </a:solidFill>
          <a:ln>
            <a:noFill/>
          </a:ln>
        </p:spPr>
      </p:sp>
      <p:sp>
        <p:nvSpPr>
          <p:cNvPr id="29" name="Google Shape;29;p4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713225" y="1348475"/>
            <a:ext cx="7717500" cy="32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AutoNum type="arabicPeriod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1" name="Google Shape;31;p4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4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os columnas 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-77225" y="-142700"/>
            <a:ext cx="5097150" cy="4065975"/>
          </a:xfrm>
          <a:custGeom>
            <a:rect b="b" l="l" r="r" t="t"/>
            <a:pathLst>
              <a:path extrusionOk="0" h="162639" w="203886">
                <a:moveTo>
                  <a:pt x="0" y="1383"/>
                </a:moveTo>
                <a:lnTo>
                  <a:pt x="0" y="100855"/>
                </a:lnTo>
                <a:lnTo>
                  <a:pt x="203886" y="162639"/>
                </a:lnTo>
                <a:lnTo>
                  <a:pt x="80108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5" name="Google Shape;35;p5"/>
          <p:cNvSpPr/>
          <p:nvPr/>
        </p:nvSpPr>
        <p:spPr>
          <a:xfrm>
            <a:off x="1884466" y="-196909"/>
            <a:ext cx="4243962" cy="4121888"/>
          </a:xfrm>
          <a:custGeom>
            <a:rect b="b" l="l" r="r" t="t"/>
            <a:pathLst>
              <a:path extrusionOk="0" h="164530" w="169099">
                <a:moveTo>
                  <a:pt x="0" y="0"/>
                </a:moveTo>
                <a:lnTo>
                  <a:pt x="169099" y="4510"/>
                </a:lnTo>
                <a:lnTo>
                  <a:pt x="123379" y="16453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6" name="Google Shape;36;p5"/>
          <p:cNvSpPr/>
          <p:nvPr/>
        </p:nvSpPr>
        <p:spPr>
          <a:xfrm>
            <a:off x="-61779" y="2378675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7" name="Google Shape;37;p5"/>
          <p:cNvSpPr/>
          <p:nvPr/>
        </p:nvSpPr>
        <p:spPr>
          <a:xfrm>
            <a:off x="3799696" y="2286004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8" name="Google Shape;38;p5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1422548" y="2343557"/>
            <a:ext cx="31008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5035895" y="2343557"/>
            <a:ext cx="31008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9pPr>
          </a:lstStyle>
          <a:p/>
        </p:txBody>
      </p:sp>
      <p:cxnSp>
        <p:nvCxnSpPr>
          <p:cNvPr id="41" name="Google Shape;41;p5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5"/>
          <p:cNvSpPr txBox="1"/>
          <p:nvPr>
            <p:ph type="title"/>
          </p:nvPr>
        </p:nvSpPr>
        <p:spPr>
          <a:xfrm>
            <a:off x="1416555" y="18766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3" type="title"/>
          </p:nvPr>
        </p:nvSpPr>
        <p:spPr>
          <a:xfrm>
            <a:off x="5029902" y="18766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4"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título 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 rot="10800000">
            <a:off x="4185871" y="1390129"/>
            <a:ext cx="5097150" cy="4031400"/>
          </a:xfrm>
          <a:custGeom>
            <a:rect b="b" l="l" r="r" t="t"/>
            <a:pathLst>
              <a:path extrusionOk="0" h="161256" w="203886">
                <a:moveTo>
                  <a:pt x="0" y="0"/>
                </a:moveTo>
                <a:lnTo>
                  <a:pt x="0" y="99472"/>
                </a:lnTo>
                <a:lnTo>
                  <a:pt x="203886" y="161256"/>
                </a:lnTo>
                <a:lnTo>
                  <a:pt x="83408" y="247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47" name="Google Shape;47;p6"/>
          <p:cNvSpPr/>
          <p:nvPr/>
        </p:nvSpPr>
        <p:spPr>
          <a:xfrm>
            <a:off x="3047333" y="1337291"/>
            <a:ext cx="4169975" cy="4047325"/>
          </a:xfrm>
          <a:custGeom>
            <a:rect b="b" l="l" r="r" t="t"/>
            <a:pathLst>
              <a:path extrusionOk="0" h="161893" w="166799">
                <a:moveTo>
                  <a:pt x="166799" y="161893"/>
                </a:moveTo>
                <a:lnTo>
                  <a:pt x="0" y="160020"/>
                </a:lnTo>
                <a:lnTo>
                  <a:pt x="45720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8" name="Google Shape;48;p6"/>
          <p:cNvSpPr/>
          <p:nvPr/>
        </p:nvSpPr>
        <p:spPr>
          <a:xfrm rot="10800000">
            <a:off x="4340321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9" name="Google Shape;49;p6"/>
          <p:cNvSpPr/>
          <p:nvPr/>
        </p:nvSpPr>
        <p:spPr>
          <a:xfrm rot="10800000">
            <a:off x="-77229" y="-108125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50" name="Google Shape;50;p6"/>
          <p:cNvSpPr/>
          <p:nvPr/>
        </p:nvSpPr>
        <p:spPr>
          <a:xfrm rot="10800000">
            <a:off x="-30883" y="-68915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51" name="Google Shape;51;p6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2" name="Google Shape;52;p6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6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/>
          <p:nvPr/>
        </p:nvSpPr>
        <p:spPr>
          <a:xfrm>
            <a:off x="3956575" y="-131581"/>
            <a:ext cx="5277925" cy="1600100"/>
          </a:xfrm>
          <a:custGeom>
            <a:rect b="b" l="l" r="r" t="t"/>
            <a:pathLst>
              <a:path extrusionOk="0" h="64004" w="211117">
                <a:moveTo>
                  <a:pt x="211117" y="4067"/>
                </a:moveTo>
                <a:lnTo>
                  <a:pt x="211117" y="0"/>
                </a:lnTo>
                <a:lnTo>
                  <a:pt x="36953" y="0"/>
                </a:lnTo>
                <a:lnTo>
                  <a:pt x="0" y="64004"/>
                </a:lnTo>
                <a:lnTo>
                  <a:pt x="177146" y="334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56" name="Google Shape;56;p7"/>
          <p:cNvSpPr/>
          <p:nvPr/>
        </p:nvSpPr>
        <p:spPr>
          <a:xfrm>
            <a:off x="-77225" y="1390125"/>
            <a:ext cx="5097150" cy="4083025"/>
          </a:xfrm>
          <a:custGeom>
            <a:rect b="b" l="l" r="r" t="t"/>
            <a:pathLst>
              <a:path extrusionOk="0" h="163321" w="203886">
                <a:moveTo>
                  <a:pt x="0" y="161256"/>
                </a:moveTo>
                <a:lnTo>
                  <a:pt x="0" y="61784"/>
                </a:lnTo>
                <a:lnTo>
                  <a:pt x="203886" y="0"/>
                </a:lnTo>
                <a:lnTo>
                  <a:pt x="80633" y="16332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57" name="Google Shape;57;p7"/>
          <p:cNvSpPr/>
          <p:nvPr/>
        </p:nvSpPr>
        <p:spPr>
          <a:xfrm flipH="1" rot="10800000">
            <a:off x="2023421" y="1359233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58" name="Google Shape;58;p7"/>
          <p:cNvSpPr/>
          <p:nvPr/>
        </p:nvSpPr>
        <p:spPr>
          <a:xfrm flipH="1" rot="10800000">
            <a:off x="-61779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59" name="Google Shape;59;p7"/>
          <p:cNvSpPr/>
          <p:nvPr/>
        </p:nvSpPr>
        <p:spPr>
          <a:xfrm flipH="1" rot="10800000">
            <a:off x="5483300" y="-30896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60" name="Google Shape;60;p7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7"/>
          <p:cNvSpPr txBox="1"/>
          <p:nvPr>
            <p:ph idx="1" type="body"/>
          </p:nvPr>
        </p:nvSpPr>
        <p:spPr>
          <a:xfrm>
            <a:off x="1195150" y="1660550"/>
            <a:ext cx="34689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62" name="Google Shape;62;p7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" name="Google Shape;63;p7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8"/>
          <p:cNvSpPr/>
          <p:nvPr/>
        </p:nvSpPr>
        <p:spPr>
          <a:xfrm>
            <a:off x="-77229" y="-108125"/>
            <a:ext cx="5097150" cy="4031400"/>
          </a:xfrm>
          <a:custGeom>
            <a:rect b="b" l="l" r="r" t="t"/>
            <a:pathLst>
              <a:path extrusionOk="0" h="161256" w="203886">
                <a:moveTo>
                  <a:pt x="0" y="0"/>
                </a:moveTo>
                <a:lnTo>
                  <a:pt x="0" y="99472"/>
                </a:lnTo>
                <a:lnTo>
                  <a:pt x="203886" y="161256"/>
                </a:lnTo>
                <a:lnTo>
                  <a:pt x="83408" y="247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66" name="Google Shape;66;p8"/>
          <p:cNvSpPr/>
          <p:nvPr/>
        </p:nvSpPr>
        <p:spPr>
          <a:xfrm>
            <a:off x="2012454" y="-24395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67" name="Google Shape;67;p8"/>
          <p:cNvSpPr/>
          <p:nvPr/>
        </p:nvSpPr>
        <p:spPr>
          <a:xfrm>
            <a:off x="-61779" y="2378675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68" name="Google Shape;68;p8"/>
          <p:cNvSpPr/>
          <p:nvPr/>
        </p:nvSpPr>
        <p:spPr>
          <a:xfrm>
            <a:off x="3799696" y="2286004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69" name="Google Shape;69;p8"/>
          <p:cNvSpPr/>
          <p:nvPr/>
        </p:nvSpPr>
        <p:spPr>
          <a:xfrm>
            <a:off x="5472333" y="-13449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70" name="Google Shape;70;p8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8"/>
          <p:cNvSpPr txBox="1"/>
          <p:nvPr>
            <p:ph type="title"/>
          </p:nvPr>
        </p:nvSpPr>
        <p:spPr>
          <a:xfrm>
            <a:off x="2257050" y="1103700"/>
            <a:ext cx="4629900" cy="293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9"/>
          <p:cNvSpPr/>
          <p:nvPr/>
        </p:nvSpPr>
        <p:spPr>
          <a:xfrm>
            <a:off x="-237175" y="2127600"/>
            <a:ext cx="8462695" cy="3196882"/>
          </a:xfrm>
          <a:custGeom>
            <a:rect b="b" l="l" r="r" t="t"/>
            <a:pathLst>
              <a:path extrusionOk="0" h="110361" w="345064">
                <a:moveTo>
                  <a:pt x="0" y="4994"/>
                </a:moveTo>
                <a:lnTo>
                  <a:pt x="0" y="110361"/>
                </a:lnTo>
                <a:lnTo>
                  <a:pt x="345064" y="110361"/>
                </a:lnTo>
                <a:lnTo>
                  <a:pt x="178774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74" name="Google Shape;74;p9"/>
          <p:cNvSpPr/>
          <p:nvPr/>
        </p:nvSpPr>
        <p:spPr>
          <a:xfrm>
            <a:off x="1623100" y="-210720"/>
            <a:ext cx="5122507" cy="1387179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75" name="Google Shape;75;p9"/>
          <p:cNvSpPr/>
          <p:nvPr/>
        </p:nvSpPr>
        <p:spPr>
          <a:xfrm>
            <a:off x="5094677" y="-212225"/>
            <a:ext cx="4156292" cy="5536364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76" name="Google Shape;76;p9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9"/>
          <p:cNvSpPr txBox="1"/>
          <p:nvPr>
            <p:ph type="ctrTitle"/>
          </p:nvPr>
        </p:nvSpPr>
        <p:spPr>
          <a:xfrm>
            <a:off x="3082050" y="1564604"/>
            <a:ext cx="2979900" cy="113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" name="Google Shape;78;p9"/>
          <p:cNvSpPr txBox="1"/>
          <p:nvPr>
            <p:ph idx="1" type="subTitle"/>
          </p:nvPr>
        </p:nvSpPr>
        <p:spPr>
          <a:xfrm>
            <a:off x="2689650" y="2783829"/>
            <a:ext cx="3764700" cy="7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0"/>
          <p:cNvSpPr txBox="1"/>
          <p:nvPr>
            <p:ph type="title"/>
          </p:nvPr>
        </p:nvSpPr>
        <p:spPr>
          <a:xfrm>
            <a:off x="1886250" y="1105650"/>
            <a:ext cx="53715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83" name="Google Shape;83;p11"/>
          <p:cNvSpPr/>
          <p:nvPr/>
        </p:nvSpPr>
        <p:spPr>
          <a:xfrm>
            <a:off x="611000" y="2609200"/>
            <a:ext cx="8639800" cy="2759025"/>
          </a:xfrm>
          <a:custGeom>
            <a:rect b="b" l="l" r="r" t="t"/>
            <a:pathLst>
              <a:path extrusionOk="0" h="110361" w="345592">
                <a:moveTo>
                  <a:pt x="345592" y="4994"/>
                </a:moveTo>
                <a:lnTo>
                  <a:pt x="345592" y="110361"/>
                </a:lnTo>
                <a:lnTo>
                  <a:pt x="0" y="108971"/>
                </a:lnTo>
                <a:lnTo>
                  <a:pt x="166818" y="0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84" name="Google Shape;84;p11"/>
          <p:cNvSpPr/>
          <p:nvPr/>
        </p:nvSpPr>
        <p:spPr>
          <a:xfrm>
            <a:off x="1810975" y="-199750"/>
            <a:ext cx="4193925" cy="1398225"/>
          </a:xfrm>
          <a:custGeom>
            <a:rect b="b" l="l" r="r" t="t"/>
            <a:pathLst>
              <a:path extrusionOk="0" h="55929" w="167757">
                <a:moveTo>
                  <a:pt x="167757" y="0"/>
                </a:moveTo>
                <a:lnTo>
                  <a:pt x="0" y="99"/>
                </a:lnTo>
                <a:lnTo>
                  <a:pt x="53402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85" name="Google Shape;85;p11"/>
          <p:cNvSpPr/>
          <p:nvPr/>
        </p:nvSpPr>
        <p:spPr>
          <a:xfrm flipH="1">
            <a:off x="-237191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86" name="Google Shape;86;p11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1"/>
          <p:cNvSpPr txBox="1"/>
          <p:nvPr>
            <p:ph hasCustomPrompt="1" type="title"/>
          </p:nvPr>
        </p:nvSpPr>
        <p:spPr>
          <a:xfrm>
            <a:off x="713250" y="1324600"/>
            <a:ext cx="77175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8" name="Google Shape;88;p11"/>
          <p:cNvSpPr txBox="1"/>
          <p:nvPr>
            <p:ph idx="1" type="body"/>
          </p:nvPr>
        </p:nvSpPr>
        <p:spPr>
          <a:xfrm>
            <a:off x="713250" y="3370700"/>
            <a:ext cx="7717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11"/>
          <p:cNvSpPr txBox="1"/>
          <p:nvPr/>
        </p:nvSpPr>
        <p:spPr>
          <a:xfrm>
            <a:off x="2991700" y="1512225"/>
            <a:ext cx="55479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94" name="Google Shape;94;p13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95" name="Google Shape;95;p13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Barlow Condensed"/>
              <a:ea typeface="Barlow Condensed"/>
              <a:cs typeface="Barlow Condensed"/>
              <a:sym typeface="Barlow Condensed"/>
            </a:endParaRPr>
          </a:p>
        </p:txBody>
      </p:sp>
      <p:sp>
        <p:nvSpPr>
          <p:cNvPr id="96" name="Google Shape;96;p13"/>
          <p:cNvSpPr txBox="1"/>
          <p:nvPr>
            <p:ph type="title"/>
          </p:nvPr>
        </p:nvSpPr>
        <p:spPr>
          <a:xfrm>
            <a:off x="1812158" y="2732375"/>
            <a:ext cx="2290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hasCustomPrompt="1" idx="2" type="title"/>
          </p:nvPr>
        </p:nvSpPr>
        <p:spPr>
          <a:xfrm>
            <a:off x="1812158" y="1291131"/>
            <a:ext cx="4542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r>
              <a:t>xx%</a:t>
            </a:r>
          </a:p>
        </p:txBody>
      </p:sp>
      <p:sp>
        <p:nvSpPr>
          <p:cNvPr id="98" name="Google Shape;98;p13"/>
          <p:cNvSpPr txBox="1"/>
          <p:nvPr>
            <p:ph hasCustomPrompt="1" idx="3" type="title"/>
          </p:nvPr>
        </p:nvSpPr>
        <p:spPr>
          <a:xfrm>
            <a:off x="1812158" y="2381856"/>
            <a:ext cx="4542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/>
          <p:nvPr>
            <p:ph hasCustomPrompt="1" idx="4" type="title"/>
          </p:nvPr>
        </p:nvSpPr>
        <p:spPr>
          <a:xfrm>
            <a:off x="1812158" y="3470290"/>
            <a:ext cx="4542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/>
          <p:nvPr>
            <p:ph idx="5" type="title"/>
          </p:nvPr>
        </p:nvSpPr>
        <p:spPr>
          <a:xfrm>
            <a:off x="5086498" y="2732375"/>
            <a:ext cx="22179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01" name="Google Shape;101;p13"/>
          <p:cNvSpPr txBox="1"/>
          <p:nvPr>
            <p:ph idx="6" type="title"/>
          </p:nvPr>
        </p:nvSpPr>
        <p:spPr>
          <a:xfrm>
            <a:off x="1812158" y="1641675"/>
            <a:ext cx="2290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02" name="Google Shape;102;p13"/>
          <p:cNvSpPr txBox="1"/>
          <p:nvPr>
            <p:ph idx="7" type="title"/>
          </p:nvPr>
        </p:nvSpPr>
        <p:spPr>
          <a:xfrm>
            <a:off x="1812158" y="3823250"/>
            <a:ext cx="2290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03" name="Google Shape;103;p13"/>
          <p:cNvSpPr txBox="1"/>
          <p:nvPr>
            <p:ph idx="8" type="title"/>
          </p:nvPr>
        </p:nvSpPr>
        <p:spPr>
          <a:xfrm>
            <a:off x="5086498" y="1641675"/>
            <a:ext cx="22179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04" name="Google Shape;104;p13"/>
          <p:cNvSpPr txBox="1"/>
          <p:nvPr>
            <p:ph idx="9" type="title"/>
          </p:nvPr>
        </p:nvSpPr>
        <p:spPr>
          <a:xfrm>
            <a:off x="5086498" y="3823250"/>
            <a:ext cx="22179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05" name="Google Shape;105;p13"/>
          <p:cNvSpPr txBox="1"/>
          <p:nvPr>
            <p:ph hasCustomPrompt="1" idx="13" type="title"/>
          </p:nvPr>
        </p:nvSpPr>
        <p:spPr>
          <a:xfrm>
            <a:off x="5086498" y="1291131"/>
            <a:ext cx="4542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/>
          <p:nvPr>
            <p:ph hasCustomPrompt="1" idx="14" type="title"/>
          </p:nvPr>
        </p:nvSpPr>
        <p:spPr>
          <a:xfrm>
            <a:off x="5086498" y="2380070"/>
            <a:ext cx="4542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/>
          <p:nvPr>
            <p:ph hasCustomPrompt="1" idx="15" type="title"/>
          </p:nvPr>
        </p:nvSpPr>
        <p:spPr>
          <a:xfrm>
            <a:off x="5086498" y="3470290"/>
            <a:ext cx="4542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>
            <a:r>
              <a:t>xx%</a:t>
            </a:r>
          </a:p>
        </p:txBody>
      </p:sp>
      <p:sp>
        <p:nvSpPr>
          <p:cNvPr id="108" name="Google Shape;108;p13"/>
          <p:cNvSpPr txBox="1"/>
          <p:nvPr>
            <p:ph idx="1" type="subTitle"/>
          </p:nvPr>
        </p:nvSpPr>
        <p:spPr>
          <a:xfrm>
            <a:off x="1812158" y="1987720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9" name="Google Shape;109;p13"/>
          <p:cNvSpPr txBox="1"/>
          <p:nvPr>
            <p:ph idx="16" type="subTitle"/>
          </p:nvPr>
        </p:nvSpPr>
        <p:spPr>
          <a:xfrm>
            <a:off x="1812158" y="4169397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0" name="Google Shape;110;p13"/>
          <p:cNvSpPr txBox="1"/>
          <p:nvPr>
            <p:ph idx="17" type="subTitle"/>
          </p:nvPr>
        </p:nvSpPr>
        <p:spPr>
          <a:xfrm>
            <a:off x="5086498" y="1987720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1" name="Google Shape;111;p13"/>
          <p:cNvSpPr txBox="1"/>
          <p:nvPr>
            <p:ph idx="18" type="subTitle"/>
          </p:nvPr>
        </p:nvSpPr>
        <p:spPr>
          <a:xfrm>
            <a:off x="5086498" y="4169397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2" name="Google Shape;112;p13"/>
          <p:cNvSpPr txBox="1"/>
          <p:nvPr>
            <p:ph idx="19" type="subTitle"/>
          </p:nvPr>
        </p:nvSpPr>
        <p:spPr>
          <a:xfrm>
            <a:off x="1812158" y="3078523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3" name="Google Shape;113;p13"/>
          <p:cNvSpPr txBox="1"/>
          <p:nvPr>
            <p:ph idx="20" type="subTitle"/>
          </p:nvPr>
        </p:nvSpPr>
        <p:spPr>
          <a:xfrm>
            <a:off x="5086498" y="3078523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14" name="Google Shape;114;p13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3"/>
          <p:cNvSpPr txBox="1"/>
          <p:nvPr>
            <p:ph idx="21"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1">
  <p:cSld name="CUSTOM_2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18" name="Google Shape;118;p14"/>
          <p:cNvSpPr/>
          <p:nvPr/>
        </p:nvSpPr>
        <p:spPr>
          <a:xfrm>
            <a:off x="1186000" y="1323316"/>
            <a:ext cx="8239600" cy="3957500"/>
          </a:xfrm>
          <a:custGeom>
            <a:rect b="b" l="l" r="r" t="t"/>
            <a:pathLst>
              <a:path extrusionOk="0" h="158300" w="329584">
                <a:moveTo>
                  <a:pt x="0" y="0"/>
                </a:moveTo>
                <a:lnTo>
                  <a:pt x="117851" y="158300"/>
                </a:lnTo>
                <a:lnTo>
                  <a:pt x="329584" y="154305"/>
                </a:lnTo>
                <a:lnTo>
                  <a:pt x="320595" y="56929"/>
                </a:lnTo>
                <a:lnTo>
                  <a:pt x="145316" y="60923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19" name="Google Shape;119;p14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20" name="Google Shape;120;p14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"/>
          <p:cNvSpPr txBox="1"/>
          <p:nvPr>
            <p:ph idx="1" type="body"/>
          </p:nvPr>
        </p:nvSpPr>
        <p:spPr>
          <a:xfrm>
            <a:off x="4968035" y="2381425"/>
            <a:ext cx="2547000" cy="7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122" name="Google Shape;122;p14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3" name="Google Shape;123;p14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5"/>
          <p:cNvGrpSpPr/>
          <p:nvPr/>
        </p:nvGrpSpPr>
        <p:grpSpPr>
          <a:xfrm>
            <a:off x="-299629" y="-137325"/>
            <a:ext cx="9550450" cy="5418141"/>
            <a:chOff x="-124850" y="-137325"/>
            <a:chExt cx="9550450" cy="5418141"/>
          </a:xfrm>
        </p:grpSpPr>
        <p:sp>
          <p:nvSpPr>
            <p:cNvPr id="126" name="Google Shape;126;p15"/>
            <p:cNvSpPr/>
            <p:nvPr/>
          </p:nvSpPr>
          <p:spPr>
            <a:xfrm flipH="1">
              <a:off x="5180950" y="-137325"/>
              <a:ext cx="4244650" cy="5405675"/>
            </a:xfrm>
            <a:custGeom>
              <a:rect b="b" l="l" r="r" t="t"/>
              <a:pathLst>
                <a:path extrusionOk="0" h="216227" w="169786">
                  <a:moveTo>
                    <a:pt x="57428" y="0"/>
                  </a:moveTo>
                  <a:lnTo>
                    <a:pt x="0" y="0"/>
                  </a:lnTo>
                  <a:lnTo>
                    <a:pt x="0" y="216227"/>
                  </a:lnTo>
                  <a:lnTo>
                    <a:pt x="169786" y="216227"/>
                  </a:lnTo>
                  <a:lnTo>
                    <a:pt x="53433" y="60424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127" name="Google Shape;127;p15"/>
            <p:cNvSpPr/>
            <p:nvPr/>
          </p:nvSpPr>
          <p:spPr>
            <a:xfrm flipH="1">
              <a:off x="-124850" y="1323316"/>
              <a:ext cx="8239600" cy="3957500"/>
            </a:xfrm>
            <a:custGeom>
              <a:rect b="b" l="l" r="r" t="t"/>
              <a:pathLst>
                <a:path extrusionOk="0" h="158300" w="329584">
                  <a:moveTo>
                    <a:pt x="0" y="0"/>
                  </a:moveTo>
                  <a:lnTo>
                    <a:pt x="117851" y="158300"/>
                  </a:lnTo>
                  <a:lnTo>
                    <a:pt x="329584" y="154305"/>
                  </a:lnTo>
                  <a:lnTo>
                    <a:pt x="320595" y="56929"/>
                  </a:lnTo>
                  <a:lnTo>
                    <a:pt x="145316" y="60923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128" name="Google Shape;128;p15"/>
            <p:cNvSpPr/>
            <p:nvPr/>
          </p:nvSpPr>
          <p:spPr>
            <a:xfrm flipH="1">
              <a:off x="87400" y="-112350"/>
              <a:ext cx="4419400" cy="2958750"/>
            </a:xfrm>
            <a:custGeom>
              <a:rect b="b" l="l" r="r" t="t"/>
              <a:pathLst>
                <a:path extrusionOk="0" h="118350" w="176776">
                  <a:moveTo>
                    <a:pt x="33957" y="0"/>
                  </a:moveTo>
                  <a:lnTo>
                    <a:pt x="176776" y="0"/>
                  </a:lnTo>
                  <a:lnTo>
                    <a:pt x="176776" y="114355"/>
                  </a:lnTo>
                  <a:lnTo>
                    <a:pt x="0" y="11835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129" name="Google Shape;129;p15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5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31" name="Google Shape;131;p15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34" name="Google Shape;134;p16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35" name="Google Shape;135;p16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36" name="Google Shape;136;p16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6"/>
          <p:cNvSpPr txBox="1"/>
          <p:nvPr>
            <p:ph type="title"/>
          </p:nvPr>
        </p:nvSpPr>
        <p:spPr>
          <a:xfrm>
            <a:off x="2048424" y="15718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38" name="Google Shape;138;p16"/>
          <p:cNvSpPr txBox="1"/>
          <p:nvPr>
            <p:ph idx="1" type="subTitle"/>
          </p:nvPr>
        </p:nvSpPr>
        <p:spPr>
          <a:xfrm>
            <a:off x="1557925" y="1849645"/>
            <a:ext cx="26397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9" name="Google Shape;139;p16"/>
          <p:cNvSpPr txBox="1"/>
          <p:nvPr>
            <p:ph idx="2" type="title"/>
          </p:nvPr>
        </p:nvSpPr>
        <p:spPr>
          <a:xfrm>
            <a:off x="5663855" y="15718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40" name="Google Shape;140;p16"/>
          <p:cNvSpPr txBox="1"/>
          <p:nvPr>
            <p:ph idx="3" type="subTitle"/>
          </p:nvPr>
        </p:nvSpPr>
        <p:spPr>
          <a:xfrm>
            <a:off x="5173355" y="1849643"/>
            <a:ext cx="26397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1" name="Google Shape;141;p16"/>
          <p:cNvSpPr txBox="1"/>
          <p:nvPr>
            <p:ph idx="4" type="title"/>
          </p:nvPr>
        </p:nvSpPr>
        <p:spPr>
          <a:xfrm>
            <a:off x="3742650" y="294096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42" name="Google Shape;142;p16"/>
          <p:cNvSpPr txBox="1"/>
          <p:nvPr>
            <p:ph idx="5" type="subTitle"/>
          </p:nvPr>
        </p:nvSpPr>
        <p:spPr>
          <a:xfrm>
            <a:off x="3252150" y="3219943"/>
            <a:ext cx="2639700" cy="30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43" name="Google Shape;143;p16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" name="Google Shape;144;p16"/>
          <p:cNvSpPr txBox="1"/>
          <p:nvPr>
            <p:ph idx="6"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7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47" name="Google Shape;147;p17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48" name="Google Shape;148;p17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49" name="Google Shape;149;p17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7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51" name="Google Shape;151;p17"/>
          <p:cNvSpPr txBox="1"/>
          <p:nvPr>
            <p:ph idx="2" type="title"/>
          </p:nvPr>
        </p:nvSpPr>
        <p:spPr>
          <a:xfrm>
            <a:off x="2271525" y="1585263"/>
            <a:ext cx="11820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52" name="Google Shape;152;p17"/>
          <p:cNvSpPr txBox="1"/>
          <p:nvPr>
            <p:ph idx="1" type="subTitle"/>
          </p:nvPr>
        </p:nvSpPr>
        <p:spPr>
          <a:xfrm>
            <a:off x="1496175" y="1871761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3" name="Google Shape;153;p17"/>
          <p:cNvSpPr txBox="1"/>
          <p:nvPr>
            <p:ph idx="3" type="title"/>
          </p:nvPr>
        </p:nvSpPr>
        <p:spPr>
          <a:xfrm>
            <a:off x="2271525" y="3096963"/>
            <a:ext cx="11820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54" name="Google Shape;154;p17"/>
          <p:cNvSpPr txBox="1"/>
          <p:nvPr>
            <p:ph idx="4" type="subTitle"/>
          </p:nvPr>
        </p:nvSpPr>
        <p:spPr>
          <a:xfrm>
            <a:off x="1496175" y="3390397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5" name="Google Shape;155;p17"/>
          <p:cNvSpPr txBox="1"/>
          <p:nvPr>
            <p:ph idx="5" type="title"/>
          </p:nvPr>
        </p:nvSpPr>
        <p:spPr>
          <a:xfrm>
            <a:off x="5690475" y="1585263"/>
            <a:ext cx="11820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56" name="Google Shape;156;p17"/>
          <p:cNvSpPr txBox="1"/>
          <p:nvPr>
            <p:ph idx="6" type="subTitle"/>
          </p:nvPr>
        </p:nvSpPr>
        <p:spPr>
          <a:xfrm>
            <a:off x="4915125" y="1871761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7" name="Google Shape;157;p17"/>
          <p:cNvSpPr txBox="1"/>
          <p:nvPr>
            <p:ph idx="7" type="title"/>
          </p:nvPr>
        </p:nvSpPr>
        <p:spPr>
          <a:xfrm>
            <a:off x="5690475" y="3097113"/>
            <a:ext cx="11820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58" name="Google Shape;158;p17"/>
          <p:cNvSpPr txBox="1"/>
          <p:nvPr>
            <p:ph idx="8" type="subTitle"/>
          </p:nvPr>
        </p:nvSpPr>
        <p:spPr>
          <a:xfrm>
            <a:off x="4915125" y="3389952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59" name="Google Shape;159;p17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8"/>
          <p:cNvSpPr/>
          <p:nvPr/>
        </p:nvSpPr>
        <p:spPr>
          <a:xfrm flipH="1" rot="10800000">
            <a:off x="-74900" y="1635441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62" name="Google Shape;162;p18"/>
          <p:cNvSpPr/>
          <p:nvPr/>
        </p:nvSpPr>
        <p:spPr>
          <a:xfrm flipH="1" rot="10800000">
            <a:off x="-74909" y="-74900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63" name="Google Shape;163;p18"/>
          <p:cNvSpPr/>
          <p:nvPr/>
        </p:nvSpPr>
        <p:spPr>
          <a:xfrm flipH="1" rot="10800000">
            <a:off x="1672891" y="1385757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64" name="Google Shape;164;p18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8"/>
          <p:cNvSpPr txBox="1"/>
          <p:nvPr>
            <p:ph type="title"/>
          </p:nvPr>
        </p:nvSpPr>
        <p:spPr>
          <a:xfrm>
            <a:off x="1974300" y="1897400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166" name="Google Shape;166;p18"/>
          <p:cNvCxnSpPr/>
          <p:nvPr/>
        </p:nvCxnSpPr>
        <p:spPr>
          <a:xfrm>
            <a:off x="4426663" y="1897400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8"/>
          <p:cNvSpPr txBox="1"/>
          <p:nvPr>
            <p:ph idx="1" type="subTitle"/>
          </p:nvPr>
        </p:nvSpPr>
        <p:spPr>
          <a:xfrm>
            <a:off x="2607250" y="2777775"/>
            <a:ext cx="3699300" cy="2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9"/>
          <p:cNvSpPr/>
          <p:nvPr/>
        </p:nvSpPr>
        <p:spPr>
          <a:xfrm>
            <a:off x="-112366" y="-74900"/>
            <a:ext cx="4455825" cy="3945000"/>
          </a:xfrm>
          <a:custGeom>
            <a:rect b="b" l="l" r="r" t="t"/>
            <a:pathLst>
              <a:path extrusionOk="0" h="157800" w="178233">
                <a:moveTo>
                  <a:pt x="128338" y="0"/>
                </a:moveTo>
                <a:lnTo>
                  <a:pt x="0" y="0"/>
                </a:lnTo>
                <a:lnTo>
                  <a:pt x="0" y="157800"/>
                </a:lnTo>
                <a:lnTo>
                  <a:pt x="178233" y="110043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70" name="Google Shape;170;p19"/>
          <p:cNvSpPr/>
          <p:nvPr/>
        </p:nvSpPr>
        <p:spPr>
          <a:xfrm>
            <a:off x="3096091" y="-74900"/>
            <a:ext cx="6204650" cy="4232150"/>
          </a:xfrm>
          <a:custGeom>
            <a:rect b="b" l="l" r="r" t="t"/>
            <a:pathLst>
              <a:path extrusionOk="0" h="169286" w="248186">
                <a:moveTo>
                  <a:pt x="0" y="0"/>
                </a:moveTo>
                <a:lnTo>
                  <a:pt x="248186" y="0"/>
                </a:lnTo>
                <a:lnTo>
                  <a:pt x="247687" y="169286"/>
                </a:lnTo>
                <a:lnTo>
                  <a:pt x="48938" y="11135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71" name="Google Shape;171;p19"/>
          <p:cNvSpPr/>
          <p:nvPr/>
        </p:nvSpPr>
        <p:spPr>
          <a:xfrm>
            <a:off x="-124825" y="2696600"/>
            <a:ext cx="6564300" cy="2559275"/>
          </a:xfrm>
          <a:custGeom>
            <a:rect b="b" l="l" r="r" t="t"/>
            <a:pathLst>
              <a:path extrusionOk="0" h="102371" w="262572">
                <a:moveTo>
                  <a:pt x="0" y="46941"/>
                </a:moveTo>
                <a:lnTo>
                  <a:pt x="0" y="102371"/>
                </a:lnTo>
                <a:lnTo>
                  <a:pt x="262572" y="102362"/>
                </a:lnTo>
                <a:lnTo>
                  <a:pt x="242678" y="19120"/>
                </a:lnTo>
                <a:lnTo>
                  <a:pt x="177276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72" name="Google Shape;172;p19"/>
          <p:cNvSpPr/>
          <p:nvPr/>
        </p:nvSpPr>
        <p:spPr>
          <a:xfrm>
            <a:off x="5930009" y="3160026"/>
            <a:ext cx="3395700" cy="2134800"/>
          </a:xfrm>
          <a:custGeom>
            <a:rect b="b" l="l" r="r" t="t"/>
            <a:pathLst>
              <a:path extrusionOk="0" h="85392" w="135828">
                <a:moveTo>
                  <a:pt x="0" y="0"/>
                </a:moveTo>
                <a:lnTo>
                  <a:pt x="135828" y="40449"/>
                </a:lnTo>
                <a:lnTo>
                  <a:pt x="135828" y="85392"/>
                </a:lnTo>
                <a:lnTo>
                  <a:pt x="20973" y="85392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73" name="Google Shape;173;p19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4" name="Google Shape;174;p19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5" name="Google Shape;175;p19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oogle Shape;177;p20"/>
          <p:cNvGrpSpPr/>
          <p:nvPr/>
        </p:nvGrpSpPr>
        <p:grpSpPr>
          <a:xfrm flipH="1">
            <a:off x="-136250" y="-74900"/>
            <a:ext cx="9461959" cy="5380700"/>
            <a:chOff x="-124834" y="-74900"/>
            <a:chExt cx="9461959" cy="5380700"/>
          </a:xfrm>
        </p:grpSpPr>
        <p:sp>
          <p:nvSpPr>
            <p:cNvPr id="178" name="Google Shape;178;p20"/>
            <p:cNvSpPr/>
            <p:nvPr/>
          </p:nvSpPr>
          <p:spPr>
            <a:xfrm>
              <a:off x="-112366" y="-74900"/>
              <a:ext cx="4455825" cy="3945000"/>
            </a:xfrm>
            <a:custGeom>
              <a:rect b="b" l="l" r="r" t="t"/>
              <a:pathLst>
                <a:path extrusionOk="0" h="157800" w="178233">
                  <a:moveTo>
                    <a:pt x="128338" y="0"/>
                  </a:moveTo>
                  <a:lnTo>
                    <a:pt x="0" y="0"/>
                  </a:lnTo>
                  <a:lnTo>
                    <a:pt x="0" y="157800"/>
                  </a:lnTo>
                  <a:lnTo>
                    <a:pt x="178233" y="110043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  <p:sp>
          <p:nvSpPr>
            <p:cNvPr id="179" name="Google Shape;179;p20"/>
            <p:cNvSpPr/>
            <p:nvPr/>
          </p:nvSpPr>
          <p:spPr>
            <a:xfrm>
              <a:off x="3096091" y="-74900"/>
              <a:ext cx="6204650" cy="4232150"/>
            </a:xfrm>
            <a:custGeom>
              <a:rect b="b" l="l" r="r" t="t"/>
              <a:pathLst>
                <a:path extrusionOk="0" h="169286" w="248186">
                  <a:moveTo>
                    <a:pt x="0" y="0"/>
                  </a:moveTo>
                  <a:lnTo>
                    <a:pt x="248186" y="0"/>
                  </a:lnTo>
                  <a:lnTo>
                    <a:pt x="247687" y="169286"/>
                  </a:lnTo>
                  <a:lnTo>
                    <a:pt x="48938" y="111359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180" name="Google Shape;180;p20"/>
            <p:cNvSpPr/>
            <p:nvPr/>
          </p:nvSpPr>
          <p:spPr>
            <a:xfrm>
              <a:off x="-124834" y="2696591"/>
              <a:ext cx="6579175" cy="2559275"/>
            </a:xfrm>
            <a:custGeom>
              <a:rect b="b" l="l" r="r" t="t"/>
              <a:pathLst>
                <a:path extrusionOk="0" h="102371" w="263167">
                  <a:moveTo>
                    <a:pt x="0" y="46941"/>
                  </a:moveTo>
                  <a:lnTo>
                    <a:pt x="0" y="102371"/>
                  </a:lnTo>
                  <a:lnTo>
                    <a:pt x="263167" y="102371"/>
                  </a:lnTo>
                  <a:lnTo>
                    <a:pt x="241195" y="18976"/>
                  </a:lnTo>
                  <a:lnTo>
                    <a:pt x="177276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181" name="Google Shape;181;p20"/>
            <p:cNvSpPr/>
            <p:nvPr/>
          </p:nvSpPr>
          <p:spPr>
            <a:xfrm>
              <a:off x="5887625" y="3176625"/>
              <a:ext cx="3449500" cy="2129175"/>
            </a:xfrm>
            <a:custGeom>
              <a:rect b="b" l="l" r="r" t="t"/>
              <a:pathLst>
                <a:path extrusionOk="0" h="85167" w="137980">
                  <a:moveTo>
                    <a:pt x="0" y="0"/>
                  </a:moveTo>
                  <a:lnTo>
                    <a:pt x="137980" y="39627"/>
                  </a:lnTo>
                  <a:lnTo>
                    <a:pt x="137523" y="85167"/>
                  </a:lnTo>
                  <a:lnTo>
                    <a:pt x="22885" y="83685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</p:grpSp>
      <p:sp>
        <p:nvSpPr>
          <p:cNvPr id="182" name="Google Shape;182;p20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3" name="Google Shape;183;p20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4" name="Google Shape;184;p20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1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87" name="Google Shape;187;p21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88" name="Google Shape;188;p21"/>
          <p:cNvSpPr/>
          <p:nvPr/>
        </p:nvSpPr>
        <p:spPr>
          <a:xfrm>
            <a:off x="3387250" y="-62425"/>
            <a:ext cx="5826100" cy="5343250"/>
          </a:xfrm>
          <a:custGeom>
            <a:rect b="b" l="l" r="r" t="t"/>
            <a:pathLst>
              <a:path extrusionOk="0" h="213730" w="233044">
                <a:moveTo>
                  <a:pt x="187102" y="0"/>
                </a:moveTo>
                <a:lnTo>
                  <a:pt x="233044" y="0"/>
                </a:lnTo>
                <a:lnTo>
                  <a:pt x="233044" y="213730"/>
                </a:lnTo>
                <a:lnTo>
                  <a:pt x="28920" y="208579"/>
                </a:lnTo>
                <a:lnTo>
                  <a:pt x="0" y="18603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89" name="Google Shape;189;p21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0" name="Google Shape;190;p21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" name="Google Shape;191;p21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/>
          <p:nvPr/>
        </p:nvSpPr>
        <p:spPr>
          <a:xfrm>
            <a:off x="4919975" y="-87400"/>
            <a:ext cx="4293375" cy="5280825"/>
          </a:xfrm>
          <a:custGeom>
            <a:rect b="b" l="l" r="r" t="t"/>
            <a:pathLst>
              <a:path extrusionOk="0" h="211233" w="171735">
                <a:moveTo>
                  <a:pt x="24921" y="0"/>
                </a:moveTo>
                <a:lnTo>
                  <a:pt x="171735" y="0"/>
                </a:lnTo>
                <a:lnTo>
                  <a:pt x="171735" y="211233"/>
                </a:lnTo>
                <a:lnTo>
                  <a:pt x="0" y="209809"/>
                </a:lnTo>
                <a:lnTo>
                  <a:pt x="127791" y="11585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94" name="Google Shape;194;p22"/>
          <p:cNvSpPr/>
          <p:nvPr/>
        </p:nvSpPr>
        <p:spPr>
          <a:xfrm flipH="1">
            <a:off x="107364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95" name="Google Shape;195;p22"/>
          <p:cNvSpPr/>
          <p:nvPr/>
        </p:nvSpPr>
        <p:spPr>
          <a:xfrm>
            <a:off x="-62425" y="-62425"/>
            <a:ext cx="5755225" cy="5343250"/>
          </a:xfrm>
          <a:custGeom>
            <a:rect b="b" l="l" r="r" t="t"/>
            <a:pathLst>
              <a:path extrusionOk="0" h="213730" w="230209">
                <a:moveTo>
                  <a:pt x="45942" y="0"/>
                </a:moveTo>
                <a:lnTo>
                  <a:pt x="0" y="0"/>
                </a:lnTo>
                <a:lnTo>
                  <a:pt x="0" y="213730"/>
                </a:lnTo>
                <a:lnTo>
                  <a:pt x="199078" y="209028"/>
                </a:lnTo>
                <a:lnTo>
                  <a:pt x="230209" y="18576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96" name="Google Shape;196;p22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97" name="Google Shape;197;p22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22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/>
          <p:nvPr/>
        </p:nvSpPr>
        <p:spPr>
          <a:xfrm>
            <a:off x="-62416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01" name="Google Shape;201;p23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02" name="Google Shape;202;p23"/>
          <p:cNvSpPr/>
          <p:nvPr/>
        </p:nvSpPr>
        <p:spPr>
          <a:xfrm>
            <a:off x="3447275" y="-62425"/>
            <a:ext cx="5766075" cy="5343250"/>
          </a:xfrm>
          <a:custGeom>
            <a:rect b="b" l="l" r="r" t="t"/>
            <a:pathLst>
              <a:path extrusionOk="0" h="213730" w="230643">
                <a:moveTo>
                  <a:pt x="184701" y="0"/>
                </a:moveTo>
                <a:lnTo>
                  <a:pt x="230643" y="0"/>
                </a:lnTo>
                <a:lnTo>
                  <a:pt x="230643" y="213730"/>
                </a:lnTo>
                <a:lnTo>
                  <a:pt x="33163" y="210250"/>
                </a:lnTo>
                <a:lnTo>
                  <a:pt x="0" y="185989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03" name="Google Shape;203;p23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4" name="Google Shape;204;p23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5" name="Google Shape;205;p23"/>
          <p:cNvSpPr txBox="1"/>
          <p:nvPr>
            <p:ph type="title"/>
          </p:nvPr>
        </p:nvSpPr>
        <p:spPr>
          <a:xfrm>
            <a:off x="1415507" y="1754375"/>
            <a:ext cx="16026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06" name="Google Shape;206;p23"/>
          <p:cNvSpPr txBox="1"/>
          <p:nvPr>
            <p:ph idx="1" type="subTitle"/>
          </p:nvPr>
        </p:nvSpPr>
        <p:spPr>
          <a:xfrm>
            <a:off x="1283507" y="2121233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7" name="Google Shape;207;p23"/>
          <p:cNvSpPr txBox="1"/>
          <p:nvPr>
            <p:ph idx="2" type="title"/>
          </p:nvPr>
        </p:nvSpPr>
        <p:spPr>
          <a:xfrm>
            <a:off x="1415507" y="3204653"/>
            <a:ext cx="16026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08" name="Google Shape;208;p23"/>
          <p:cNvSpPr txBox="1"/>
          <p:nvPr>
            <p:ph idx="3" type="subTitle"/>
          </p:nvPr>
        </p:nvSpPr>
        <p:spPr>
          <a:xfrm>
            <a:off x="1283507" y="3595392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9" name="Google Shape;209;p23"/>
          <p:cNvSpPr txBox="1"/>
          <p:nvPr>
            <p:ph idx="4" type="title"/>
          </p:nvPr>
        </p:nvSpPr>
        <p:spPr>
          <a:xfrm>
            <a:off x="3777300" y="1754375"/>
            <a:ext cx="15894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10" name="Google Shape;210;p23"/>
          <p:cNvSpPr txBox="1"/>
          <p:nvPr>
            <p:ph idx="5" type="subTitle"/>
          </p:nvPr>
        </p:nvSpPr>
        <p:spPr>
          <a:xfrm>
            <a:off x="3638700" y="2121226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1" name="Google Shape;211;p23"/>
          <p:cNvSpPr txBox="1"/>
          <p:nvPr>
            <p:ph idx="6" type="title"/>
          </p:nvPr>
        </p:nvSpPr>
        <p:spPr>
          <a:xfrm>
            <a:off x="3777300" y="3204653"/>
            <a:ext cx="15894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12" name="Google Shape;212;p23"/>
          <p:cNvSpPr txBox="1"/>
          <p:nvPr>
            <p:ph idx="7" type="subTitle"/>
          </p:nvPr>
        </p:nvSpPr>
        <p:spPr>
          <a:xfrm>
            <a:off x="3638700" y="3595392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3" name="Google Shape;213;p23"/>
          <p:cNvSpPr txBox="1"/>
          <p:nvPr>
            <p:ph idx="8" type="title"/>
          </p:nvPr>
        </p:nvSpPr>
        <p:spPr>
          <a:xfrm>
            <a:off x="6141241" y="1754375"/>
            <a:ext cx="15840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14" name="Google Shape;214;p23"/>
          <p:cNvSpPr txBox="1"/>
          <p:nvPr>
            <p:ph idx="9" type="subTitle"/>
          </p:nvPr>
        </p:nvSpPr>
        <p:spPr>
          <a:xfrm>
            <a:off x="5999941" y="2121226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5" name="Google Shape;215;p23"/>
          <p:cNvSpPr txBox="1"/>
          <p:nvPr>
            <p:ph idx="13" type="title"/>
          </p:nvPr>
        </p:nvSpPr>
        <p:spPr>
          <a:xfrm>
            <a:off x="6141241" y="3204653"/>
            <a:ext cx="15840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16" name="Google Shape;216;p23"/>
          <p:cNvSpPr txBox="1"/>
          <p:nvPr>
            <p:ph idx="14" type="subTitle"/>
          </p:nvPr>
        </p:nvSpPr>
        <p:spPr>
          <a:xfrm>
            <a:off x="5999941" y="3595392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7" name="Google Shape;217;p23"/>
          <p:cNvSpPr txBox="1"/>
          <p:nvPr>
            <p:ph idx="15"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/>
          <p:nvPr/>
        </p:nvSpPr>
        <p:spPr>
          <a:xfrm>
            <a:off x="-55980" y="-27995"/>
            <a:ext cx="5691450" cy="5224950"/>
          </a:xfrm>
          <a:custGeom>
            <a:rect b="b" l="l" r="r" t="t"/>
            <a:pathLst>
              <a:path extrusionOk="0" h="208998" w="227658">
                <a:moveTo>
                  <a:pt x="197428" y="208998"/>
                </a:moveTo>
                <a:lnTo>
                  <a:pt x="0" y="208998"/>
                </a:lnTo>
                <a:lnTo>
                  <a:pt x="0" y="0"/>
                </a:lnTo>
                <a:lnTo>
                  <a:pt x="46651" y="0"/>
                </a:lnTo>
                <a:lnTo>
                  <a:pt x="69417" y="22393"/>
                </a:lnTo>
                <a:lnTo>
                  <a:pt x="226165" y="180261"/>
                </a:lnTo>
                <a:lnTo>
                  <a:pt x="227658" y="18772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20" name="Google Shape;220;p24"/>
          <p:cNvSpPr/>
          <p:nvPr/>
        </p:nvSpPr>
        <p:spPr>
          <a:xfrm flipH="1">
            <a:off x="4881322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21" name="Google Shape;221;p24"/>
          <p:cNvSpPr/>
          <p:nvPr/>
        </p:nvSpPr>
        <p:spPr>
          <a:xfrm flipH="1">
            <a:off x="107364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22" name="Google Shape;222;p24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4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4" name="Google Shape;224;p24"/>
          <p:cNvSpPr txBox="1"/>
          <p:nvPr>
            <p:ph idx="2" type="title"/>
          </p:nvPr>
        </p:nvSpPr>
        <p:spPr>
          <a:xfrm>
            <a:off x="1603221" y="1509075"/>
            <a:ext cx="15111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1613925" y="1799405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6" name="Google Shape;226;p24"/>
          <p:cNvSpPr txBox="1"/>
          <p:nvPr>
            <p:ph idx="3" type="title"/>
          </p:nvPr>
        </p:nvSpPr>
        <p:spPr>
          <a:xfrm>
            <a:off x="1603125" y="3096975"/>
            <a:ext cx="15111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27" name="Google Shape;227;p24"/>
          <p:cNvSpPr txBox="1"/>
          <p:nvPr>
            <p:ph idx="4" type="subTitle"/>
          </p:nvPr>
        </p:nvSpPr>
        <p:spPr>
          <a:xfrm>
            <a:off x="1613330" y="3483426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8" name="Google Shape;228;p24"/>
          <p:cNvSpPr txBox="1"/>
          <p:nvPr>
            <p:ph idx="5" type="title"/>
          </p:nvPr>
        </p:nvSpPr>
        <p:spPr>
          <a:xfrm>
            <a:off x="5032000" y="1509075"/>
            <a:ext cx="15111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29" name="Google Shape;229;p24"/>
          <p:cNvSpPr txBox="1"/>
          <p:nvPr>
            <p:ph idx="6" type="subTitle"/>
          </p:nvPr>
        </p:nvSpPr>
        <p:spPr>
          <a:xfrm>
            <a:off x="5032825" y="1799405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0" name="Google Shape;230;p24"/>
          <p:cNvSpPr txBox="1"/>
          <p:nvPr>
            <p:ph idx="7" type="title"/>
          </p:nvPr>
        </p:nvSpPr>
        <p:spPr>
          <a:xfrm>
            <a:off x="5022125" y="3097125"/>
            <a:ext cx="15111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31" name="Google Shape;231;p24"/>
          <p:cNvSpPr txBox="1"/>
          <p:nvPr>
            <p:ph idx="8" type="subTitle"/>
          </p:nvPr>
        </p:nvSpPr>
        <p:spPr>
          <a:xfrm>
            <a:off x="5032825" y="3482981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32" name="Google Shape;232;p24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5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35" name="Google Shape;235;p25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36" name="Google Shape;236;p25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37" name="Google Shape;237;p25"/>
          <p:cNvSpPr/>
          <p:nvPr/>
        </p:nvSpPr>
        <p:spPr>
          <a:xfrm>
            <a:off x="5867575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38" name="Google Shape;238;p25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9" name="Google Shape;239;p25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5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1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/>
          <p:nvPr/>
        </p:nvSpPr>
        <p:spPr>
          <a:xfrm>
            <a:off x="636700" y="-1622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215727" y="221220"/>
                </a:moveTo>
                <a:lnTo>
                  <a:pt x="344564" y="221220"/>
                </a:lnTo>
                <a:lnTo>
                  <a:pt x="343908" y="103150"/>
                </a:lnTo>
                <a:lnTo>
                  <a:pt x="165790" y="108862"/>
                </a:lnTo>
                <a:lnTo>
                  <a:pt x="0" y="0"/>
                </a:lnTo>
                <a:lnTo>
                  <a:pt x="100872" y="164792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43" name="Google Shape;243;p26"/>
          <p:cNvSpPr/>
          <p:nvPr/>
        </p:nvSpPr>
        <p:spPr>
          <a:xfrm>
            <a:off x="600075" y="-199725"/>
            <a:ext cx="8638250" cy="2759025"/>
          </a:xfrm>
          <a:custGeom>
            <a:rect b="b" l="l" r="r" t="t"/>
            <a:pathLst>
              <a:path extrusionOk="0" h="110361" w="345530">
                <a:moveTo>
                  <a:pt x="345373" y="104648"/>
                </a:moveTo>
                <a:lnTo>
                  <a:pt x="345530" y="0"/>
                </a:lnTo>
                <a:lnTo>
                  <a:pt x="0" y="534"/>
                </a:lnTo>
                <a:lnTo>
                  <a:pt x="166756" y="11036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44" name="Google Shape;244;p26"/>
          <p:cNvSpPr/>
          <p:nvPr/>
        </p:nvSpPr>
        <p:spPr>
          <a:xfrm>
            <a:off x="1974642" y="3927350"/>
            <a:ext cx="4028750" cy="1428400"/>
          </a:xfrm>
          <a:custGeom>
            <a:rect b="b" l="l" r="r" t="t"/>
            <a:pathLst>
              <a:path extrusionOk="0" h="57136" w="161150">
                <a:moveTo>
                  <a:pt x="161150" y="57136"/>
                </a:moveTo>
                <a:lnTo>
                  <a:pt x="0" y="50398"/>
                </a:lnTo>
                <a:lnTo>
                  <a:pt x="46254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45" name="Google Shape;245;p26"/>
          <p:cNvSpPr/>
          <p:nvPr/>
        </p:nvSpPr>
        <p:spPr>
          <a:xfrm>
            <a:off x="-237200" y="-212225"/>
            <a:ext cx="3422675" cy="5580450"/>
          </a:xfrm>
          <a:custGeom>
            <a:rect b="b" l="l" r="r" t="t"/>
            <a:pathLst>
              <a:path extrusionOk="0" h="223218" w="136907">
                <a:moveTo>
                  <a:pt x="81896" y="223218"/>
                </a:moveTo>
                <a:lnTo>
                  <a:pt x="0" y="223218"/>
                </a:lnTo>
                <a:lnTo>
                  <a:pt x="0" y="0"/>
                </a:lnTo>
                <a:lnTo>
                  <a:pt x="33457" y="0"/>
                </a:lnTo>
                <a:lnTo>
                  <a:pt x="136907" y="163139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46" name="Google Shape;246;p26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6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48" name="Google Shape;248;p26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1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51" name="Google Shape;251;p27"/>
          <p:cNvSpPr/>
          <p:nvPr/>
        </p:nvSpPr>
        <p:spPr>
          <a:xfrm>
            <a:off x="632825" y="2596700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52" name="Google Shape;252;p27"/>
          <p:cNvSpPr/>
          <p:nvPr/>
        </p:nvSpPr>
        <p:spPr>
          <a:xfrm flipH="1">
            <a:off x="-237191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53" name="Google Shape;253;p27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7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55" name="Google Shape;255;p27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8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58" name="Google Shape;258;p28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59" name="Google Shape;259;p28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60" name="Google Shape;260;p28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28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62" name="Google Shape;262;p28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CUSTOM_1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9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65" name="Google Shape;265;p29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66" name="Google Shape;266;p29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67" name="Google Shape;267;p29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9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69" name="Google Shape;269;p29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CUSTOM_1_1_1_1_1_1_2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0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72" name="Google Shape;272;p30"/>
          <p:cNvSpPr/>
          <p:nvPr/>
        </p:nvSpPr>
        <p:spPr>
          <a:xfrm>
            <a:off x="545550" y="2596700"/>
            <a:ext cx="8694300" cy="2781500"/>
          </a:xfrm>
          <a:custGeom>
            <a:rect b="b" l="l" r="r" t="t"/>
            <a:pathLst>
              <a:path extrusionOk="0" h="111260" w="347772">
                <a:moveTo>
                  <a:pt x="347772" y="6056"/>
                </a:moveTo>
                <a:lnTo>
                  <a:pt x="347711" y="110361"/>
                </a:lnTo>
                <a:lnTo>
                  <a:pt x="0" y="111260"/>
                </a:lnTo>
                <a:lnTo>
                  <a:pt x="168937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73" name="Google Shape;273;p30"/>
          <p:cNvSpPr/>
          <p:nvPr/>
        </p:nvSpPr>
        <p:spPr>
          <a:xfrm flipH="1">
            <a:off x="1816614" y="-199750"/>
            <a:ext cx="4203083" cy="139822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74" name="Google Shape;274;p30"/>
          <p:cNvSpPr/>
          <p:nvPr/>
        </p:nvSpPr>
        <p:spPr>
          <a:xfrm>
            <a:off x="-226275" y="-287950"/>
            <a:ext cx="3383225" cy="5656175"/>
          </a:xfrm>
          <a:custGeom>
            <a:rect b="b" l="l" r="r" t="t"/>
            <a:pathLst>
              <a:path extrusionOk="0" h="226247" w="135329">
                <a:moveTo>
                  <a:pt x="78639" y="0"/>
                </a:moveTo>
                <a:lnTo>
                  <a:pt x="0" y="3029"/>
                </a:lnTo>
                <a:lnTo>
                  <a:pt x="0" y="226247"/>
                </a:lnTo>
                <a:lnTo>
                  <a:pt x="33457" y="226247"/>
                </a:lnTo>
                <a:lnTo>
                  <a:pt x="135329" y="60956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75" name="Google Shape;275;p30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0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77" name="Google Shape;277;p30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9" name="Google Shape;279;p31"/>
          <p:cNvGrpSpPr/>
          <p:nvPr/>
        </p:nvGrpSpPr>
        <p:grpSpPr>
          <a:xfrm>
            <a:off x="-149800" y="-124843"/>
            <a:ext cx="9363150" cy="5430643"/>
            <a:chOff x="-149800" y="-124843"/>
            <a:chExt cx="9363150" cy="5430643"/>
          </a:xfrm>
        </p:grpSpPr>
        <p:sp>
          <p:nvSpPr>
            <p:cNvPr id="280" name="Google Shape;280;p31"/>
            <p:cNvSpPr/>
            <p:nvPr/>
          </p:nvSpPr>
          <p:spPr>
            <a:xfrm>
              <a:off x="-149800" y="-112350"/>
              <a:ext cx="7428100" cy="2272125"/>
            </a:xfrm>
            <a:custGeom>
              <a:rect b="b" l="l" r="r" t="t"/>
              <a:pathLst>
                <a:path extrusionOk="0" h="90885" w="297124">
                  <a:moveTo>
                    <a:pt x="0" y="90885"/>
                  </a:moveTo>
                  <a:lnTo>
                    <a:pt x="0" y="80897"/>
                  </a:lnTo>
                  <a:lnTo>
                    <a:pt x="0" y="0"/>
                  </a:lnTo>
                  <a:lnTo>
                    <a:pt x="297124" y="0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281" name="Google Shape;281;p31"/>
            <p:cNvSpPr/>
            <p:nvPr/>
          </p:nvSpPr>
          <p:spPr>
            <a:xfrm>
              <a:off x="-149800" y="1164482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282" name="Google Shape;282;p31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  <p:sp>
          <p:nvSpPr>
            <p:cNvPr id="283" name="Google Shape;283;p31"/>
            <p:cNvSpPr/>
            <p:nvPr/>
          </p:nvSpPr>
          <p:spPr>
            <a:xfrm>
              <a:off x="2983725" y="411975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</p:grpSp>
      <p:sp>
        <p:nvSpPr>
          <p:cNvPr id="284" name="Google Shape;284;p31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1"/>
          <p:cNvSpPr txBox="1"/>
          <p:nvPr>
            <p:ph idx="1" type="subTitle"/>
          </p:nvPr>
        </p:nvSpPr>
        <p:spPr>
          <a:xfrm>
            <a:off x="1367327" y="3680303"/>
            <a:ext cx="31008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6" name="Google Shape;286;p31"/>
          <p:cNvSpPr txBox="1"/>
          <p:nvPr>
            <p:ph idx="2" type="subTitle"/>
          </p:nvPr>
        </p:nvSpPr>
        <p:spPr>
          <a:xfrm>
            <a:off x="4675873" y="3680303"/>
            <a:ext cx="31008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87" name="Google Shape;287;p31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8" name="Google Shape;288;p31"/>
          <p:cNvSpPr txBox="1"/>
          <p:nvPr>
            <p:ph type="title"/>
          </p:nvPr>
        </p:nvSpPr>
        <p:spPr>
          <a:xfrm>
            <a:off x="1850627" y="3400650"/>
            <a:ext cx="21342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89" name="Google Shape;289;p31"/>
          <p:cNvSpPr txBox="1"/>
          <p:nvPr>
            <p:ph idx="3" type="title"/>
          </p:nvPr>
        </p:nvSpPr>
        <p:spPr>
          <a:xfrm>
            <a:off x="5159173" y="3400650"/>
            <a:ext cx="21342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90" name="Google Shape;290;p31"/>
          <p:cNvSpPr txBox="1"/>
          <p:nvPr>
            <p:ph idx="4"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2">
  <p:cSld name="CUSTOM_1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2"/>
          <p:cNvSpPr/>
          <p:nvPr/>
        </p:nvSpPr>
        <p:spPr>
          <a:xfrm rot="10800000">
            <a:off x="1791252" y="3021182"/>
            <a:ext cx="7428100" cy="2272125"/>
          </a:xfrm>
          <a:custGeom>
            <a:rect b="b" l="l" r="r" t="t"/>
            <a:pathLst>
              <a:path extrusionOk="0" h="90885" w="297124">
                <a:moveTo>
                  <a:pt x="0" y="90885"/>
                </a:moveTo>
                <a:lnTo>
                  <a:pt x="0" y="80897"/>
                </a:lnTo>
                <a:lnTo>
                  <a:pt x="0" y="0"/>
                </a:lnTo>
                <a:lnTo>
                  <a:pt x="297124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93" name="Google Shape;293;p32"/>
          <p:cNvSpPr/>
          <p:nvPr/>
        </p:nvSpPr>
        <p:spPr>
          <a:xfrm rot="10800000">
            <a:off x="3710841" y="-90416"/>
            <a:ext cx="5480575" cy="4128825"/>
          </a:xfrm>
          <a:custGeom>
            <a:rect b="b" l="l" r="r" t="t"/>
            <a:pathLst>
              <a:path extrusionOk="0" h="165153" w="219223">
                <a:moveTo>
                  <a:pt x="0" y="40311"/>
                </a:moveTo>
                <a:lnTo>
                  <a:pt x="0" y="165153"/>
                </a:lnTo>
                <a:lnTo>
                  <a:pt x="219223" y="165153"/>
                </a:lnTo>
                <a:lnTo>
                  <a:pt x="123872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94" name="Google Shape;294;p32"/>
          <p:cNvSpPr/>
          <p:nvPr/>
        </p:nvSpPr>
        <p:spPr>
          <a:xfrm>
            <a:off x="-137325" y="961300"/>
            <a:ext cx="3731225" cy="4344500"/>
          </a:xfrm>
          <a:custGeom>
            <a:rect b="b" l="l" r="r" t="t"/>
            <a:pathLst>
              <a:path extrusionOk="0" h="173780" w="149249">
                <a:moveTo>
                  <a:pt x="96194" y="167653"/>
                </a:moveTo>
                <a:lnTo>
                  <a:pt x="0" y="173780"/>
                </a:lnTo>
                <a:lnTo>
                  <a:pt x="0" y="0"/>
                </a:lnTo>
                <a:lnTo>
                  <a:pt x="149249" y="15132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95" name="Google Shape;295;p32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2"/>
          <p:cNvSpPr txBox="1"/>
          <p:nvPr>
            <p:ph idx="1" type="body"/>
          </p:nvPr>
        </p:nvSpPr>
        <p:spPr>
          <a:xfrm>
            <a:off x="2078825" y="3802375"/>
            <a:ext cx="5229300" cy="6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297" name="Google Shape;297;p32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8" name="Google Shape;298;p32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33"/>
          <p:cNvGrpSpPr/>
          <p:nvPr/>
        </p:nvGrpSpPr>
        <p:grpSpPr>
          <a:xfrm>
            <a:off x="-152625" y="-124843"/>
            <a:ext cx="9355008" cy="5419676"/>
            <a:chOff x="-152625" y="-124843"/>
            <a:chExt cx="9355008" cy="5419676"/>
          </a:xfrm>
        </p:grpSpPr>
        <p:sp>
          <p:nvSpPr>
            <p:cNvPr id="301" name="Google Shape;301;p33"/>
            <p:cNvSpPr/>
            <p:nvPr/>
          </p:nvSpPr>
          <p:spPr>
            <a:xfrm>
              <a:off x="-149800" y="-112350"/>
              <a:ext cx="7428100" cy="2272125"/>
            </a:xfrm>
            <a:custGeom>
              <a:rect b="b" l="l" r="r" t="t"/>
              <a:pathLst>
                <a:path extrusionOk="0" h="90885" w="297124">
                  <a:moveTo>
                    <a:pt x="0" y="90885"/>
                  </a:moveTo>
                  <a:lnTo>
                    <a:pt x="0" y="80897"/>
                  </a:lnTo>
                  <a:lnTo>
                    <a:pt x="0" y="0"/>
                  </a:lnTo>
                  <a:lnTo>
                    <a:pt x="297124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302" name="Google Shape;302;p33"/>
            <p:cNvSpPr/>
            <p:nvPr/>
          </p:nvSpPr>
          <p:spPr>
            <a:xfrm>
              <a:off x="-152625" y="1148825"/>
              <a:ext cx="5483400" cy="4144475"/>
            </a:xfrm>
            <a:custGeom>
              <a:rect b="b" l="l" r="r" t="t"/>
              <a:pathLst>
                <a:path extrusionOk="0" h="165779" w="219336">
                  <a:moveTo>
                    <a:pt x="0" y="40581"/>
                  </a:moveTo>
                  <a:lnTo>
                    <a:pt x="113" y="165779"/>
                  </a:lnTo>
                  <a:lnTo>
                    <a:pt x="219336" y="165779"/>
                  </a:lnTo>
                  <a:lnTo>
                    <a:pt x="125233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303" name="Google Shape;303;p33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304" name="Google Shape;304;p33"/>
            <p:cNvSpPr/>
            <p:nvPr/>
          </p:nvSpPr>
          <p:spPr>
            <a:xfrm>
              <a:off x="2972758" y="401008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305" name="Google Shape;305;p33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3"/>
          <p:cNvSpPr txBox="1"/>
          <p:nvPr>
            <p:ph type="title"/>
          </p:nvPr>
        </p:nvSpPr>
        <p:spPr>
          <a:xfrm>
            <a:off x="713250" y="748938"/>
            <a:ext cx="7717500" cy="12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7" name="Google Shape;307;p33"/>
          <p:cNvSpPr txBox="1"/>
          <p:nvPr>
            <p:ph idx="1" type="body"/>
          </p:nvPr>
        </p:nvSpPr>
        <p:spPr>
          <a:xfrm>
            <a:off x="3068250" y="1958371"/>
            <a:ext cx="3007500" cy="1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400">
                <a:solidFill>
                  <a:srgbClr val="1D262D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200">
                <a:solidFill>
                  <a:srgbClr val="1D262D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200">
                <a:solidFill>
                  <a:srgbClr val="1D262D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9pPr>
          </a:lstStyle>
          <a:p/>
        </p:txBody>
      </p:sp>
      <p:sp>
        <p:nvSpPr>
          <p:cNvPr id="308" name="Google Shape;308;p33"/>
          <p:cNvSpPr txBox="1"/>
          <p:nvPr/>
        </p:nvSpPr>
        <p:spPr>
          <a:xfrm>
            <a:off x="2483550" y="3221200"/>
            <a:ext cx="41769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including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sz="11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3">
  <p:cSld name="CUSTOM_1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34"/>
          <p:cNvGrpSpPr/>
          <p:nvPr/>
        </p:nvGrpSpPr>
        <p:grpSpPr>
          <a:xfrm flipH="1" rot="10800000">
            <a:off x="-138833" y="-124843"/>
            <a:ext cx="9352183" cy="5430643"/>
            <a:chOff x="-138833" y="-124843"/>
            <a:chExt cx="9352183" cy="5430643"/>
          </a:xfrm>
        </p:grpSpPr>
        <p:sp>
          <p:nvSpPr>
            <p:cNvPr id="311" name="Google Shape;311;p34"/>
            <p:cNvSpPr/>
            <p:nvPr/>
          </p:nvSpPr>
          <p:spPr>
            <a:xfrm>
              <a:off x="-138833" y="1175449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312" name="Google Shape;312;p34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313" name="Google Shape;313;p34"/>
            <p:cNvSpPr/>
            <p:nvPr/>
          </p:nvSpPr>
          <p:spPr>
            <a:xfrm>
              <a:off x="2983725" y="411975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314" name="Google Shape;314;p34"/>
          <p:cNvSpPr/>
          <p:nvPr/>
        </p:nvSpPr>
        <p:spPr>
          <a:xfrm>
            <a:off x="543050" y="361950"/>
            <a:ext cx="8057700" cy="441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4"/>
          <p:cNvSpPr txBox="1"/>
          <p:nvPr>
            <p:ph idx="1" type="body"/>
          </p:nvPr>
        </p:nvSpPr>
        <p:spPr>
          <a:xfrm>
            <a:off x="713225" y="1348475"/>
            <a:ext cx="7717500" cy="32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655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Font typeface="Barlow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16" name="Google Shape;316;p34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7" name="Google Shape;317;p34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5"/>
          <p:cNvSpPr/>
          <p:nvPr/>
        </p:nvSpPr>
        <p:spPr>
          <a:xfrm>
            <a:off x="-124850" y="-126358"/>
            <a:ext cx="8626600" cy="3433150"/>
          </a:xfrm>
          <a:custGeom>
            <a:rect b="b" l="l" r="r" t="t"/>
            <a:pathLst>
              <a:path extrusionOk="0" h="137326" w="345064">
                <a:moveTo>
                  <a:pt x="0" y="0"/>
                </a:moveTo>
                <a:lnTo>
                  <a:pt x="215728" y="137326"/>
                </a:lnTo>
                <a:lnTo>
                  <a:pt x="345064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20" name="Google Shape;320;p35"/>
          <p:cNvSpPr/>
          <p:nvPr/>
        </p:nvSpPr>
        <p:spPr>
          <a:xfrm>
            <a:off x="5836207" y="-82490"/>
            <a:ext cx="3445650" cy="5180950"/>
          </a:xfrm>
          <a:custGeom>
            <a:rect b="b" l="l" r="r" t="t"/>
            <a:pathLst>
              <a:path extrusionOk="0" h="207238" w="137826">
                <a:moveTo>
                  <a:pt x="104368" y="0"/>
                </a:moveTo>
                <a:lnTo>
                  <a:pt x="137826" y="0"/>
                </a:lnTo>
                <a:lnTo>
                  <a:pt x="137826" y="207238"/>
                </a:lnTo>
                <a:lnTo>
                  <a:pt x="0" y="111859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21" name="Google Shape;321;p35"/>
          <p:cNvSpPr/>
          <p:nvPr/>
        </p:nvSpPr>
        <p:spPr>
          <a:xfrm>
            <a:off x="-137325" y="-124850"/>
            <a:ext cx="3770225" cy="3870125"/>
          </a:xfrm>
          <a:custGeom>
            <a:rect b="b" l="l" r="r" t="t"/>
            <a:pathLst>
              <a:path extrusionOk="0" h="154805" w="150809">
                <a:moveTo>
                  <a:pt x="1498" y="0"/>
                </a:moveTo>
                <a:lnTo>
                  <a:pt x="150809" y="95879"/>
                </a:lnTo>
                <a:lnTo>
                  <a:pt x="51435" y="154805"/>
                </a:lnTo>
                <a:lnTo>
                  <a:pt x="0" y="15480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22" name="Google Shape;322;p35"/>
          <p:cNvSpPr/>
          <p:nvPr/>
        </p:nvSpPr>
        <p:spPr>
          <a:xfrm>
            <a:off x="-65800" y="2281125"/>
            <a:ext cx="5351875" cy="2917200"/>
          </a:xfrm>
          <a:custGeom>
            <a:rect b="b" l="l" r="r" t="t"/>
            <a:pathLst>
              <a:path extrusionOk="0" h="116688" w="214075">
                <a:moveTo>
                  <a:pt x="211881" y="116688"/>
                </a:moveTo>
                <a:lnTo>
                  <a:pt x="0" y="116688"/>
                </a:lnTo>
                <a:lnTo>
                  <a:pt x="0" y="58783"/>
                </a:lnTo>
                <a:lnTo>
                  <a:pt x="48255" y="58783"/>
                </a:lnTo>
                <a:lnTo>
                  <a:pt x="147396" y="0"/>
                </a:lnTo>
                <a:lnTo>
                  <a:pt x="214075" y="4123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6"/>
          <p:cNvSpPr/>
          <p:nvPr/>
        </p:nvSpPr>
        <p:spPr>
          <a:xfrm rot="10800000">
            <a:off x="2684116" y="-137325"/>
            <a:ext cx="6629125" cy="2933800"/>
          </a:xfrm>
          <a:custGeom>
            <a:rect b="b" l="l" r="r" t="t"/>
            <a:pathLst>
              <a:path extrusionOk="0" h="117352" w="265165">
                <a:moveTo>
                  <a:pt x="155803" y="0"/>
                </a:moveTo>
                <a:lnTo>
                  <a:pt x="218724" y="40948"/>
                </a:lnTo>
                <a:lnTo>
                  <a:pt x="265165" y="117352"/>
                </a:lnTo>
                <a:lnTo>
                  <a:pt x="0" y="117352"/>
                </a:lnTo>
                <a:lnTo>
                  <a:pt x="0" y="58426"/>
                </a:lnTo>
                <a:lnTo>
                  <a:pt x="57427" y="5842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25" name="Google Shape;325;p36"/>
          <p:cNvSpPr/>
          <p:nvPr/>
        </p:nvSpPr>
        <p:spPr>
          <a:xfrm>
            <a:off x="2883850" y="3632900"/>
            <a:ext cx="6354475" cy="1598000"/>
          </a:xfrm>
          <a:custGeom>
            <a:rect b="b" l="l" r="r" t="t"/>
            <a:pathLst>
              <a:path extrusionOk="0" h="63920" w="254179">
                <a:moveTo>
                  <a:pt x="153806" y="0"/>
                </a:moveTo>
                <a:lnTo>
                  <a:pt x="0" y="63920"/>
                </a:lnTo>
                <a:lnTo>
                  <a:pt x="254179" y="6392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26" name="Google Shape;326;p36"/>
          <p:cNvSpPr/>
          <p:nvPr/>
        </p:nvSpPr>
        <p:spPr>
          <a:xfrm>
            <a:off x="-87400" y="-112350"/>
            <a:ext cx="3932550" cy="5318275"/>
          </a:xfrm>
          <a:custGeom>
            <a:rect b="b" l="l" r="r" t="t"/>
            <a:pathLst>
              <a:path extrusionOk="0" h="212731" w="157302">
                <a:moveTo>
                  <a:pt x="157302" y="75904"/>
                </a:moveTo>
                <a:lnTo>
                  <a:pt x="120848" y="212731"/>
                </a:lnTo>
                <a:lnTo>
                  <a:pt x="0" y="212731"/>
                </a:lnTo>
                <a:lnTo>
                  <a:pt x="0" y="0"/>
                </a:lnTo>
                <a:lnTo>
                  <a:pt x="111859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27" name="Google Shape;327;p36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7"/>
          <p:cNvSpPr/>
          <p:nvPr/>
        </p:nvSpPr>
        <p:spPr>
          <a:xfrm>
            <a:off x="-239800" y="-124825"/>
            <a:ext cx="4422355" cy="5368200"/>
          </a:xfrm>
          <a:custGeom>
            <a:rect b="b" l="l" r="r" t="t"/>
            <a:pathLst>
              <a:path extrusionOk="0" h="214728" w="174280">
                <a:moveTo>
                  <a:pt x="2997" y="0"/>
                </a:moveTo>
                <a:lnTo>
                  <a:pt x="174280" y="125341"/>
                </a:lnTo>
                <a:lnTo>
                  <a:pt x="174280" y="214728"/>
                </a:lnTo>
                <a:lnTo>
                  <a:pt x="0" y="214728"/>
                </a:lnTo>
                <a:lnTo>
                  <a:pt x="0" y="49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30" name="Google Shape;330;p37"/>
          <p:cNvSpPr/>
          <p:nvPr/>
        </p:nvSpPr>
        <p:spPr>
          <a:xfrm>
            <a:off x="4182502" y="1960030"/>
            <a:ext cx="4219583" cy="3295825"/>
          </a:xfrm>
          <a:custGeom>
            <a:rect b="b" l="l" r="r" t="t"/>
            <a:pathLst>
              <a:path extrusionOk="0" h="131833" w="166289">
                <a:moveTo>
                  <a:pt x="0" y="131833"/>
                </a:moveTo>
                <a:lnTo>
                  <a:pt x="12484" y="131334"/>
                </a:lnTo>
                <a:lnTo>
                  <a:pt x="166289" y="131334"/>
                </a:lnTo>
                <a:lnTo>
                  <a:pt x="95878" y="0"/>
                </a:lnTo>
                <a:lnTo>
                  <a:pt x="0" y="42946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31" name="Google Shape;331;p37"/>
          <p:cNvSpPr/>
          <p:nvPr/>
        </p:nvSpPr>
        <p:spPr>
          <a:xfrm>
            <a:off x="-151090" y="-99863"/>
            <a:ext cx="6918621" cy="3121050"/>
          </a:xfrm>
          <a:custGeom>
            <a:rect b="b" l="l" r="r" t="t"/>
            <a:pathLst>
              <a:path extrusionOk="0" h="124842" w="272655">
                <a:moveTo>
                  <a:pt x="0" y="0"/>
                </a:moveTo>
                <a:lnTo>
                  <a:pt x="272655" y="0"/>
                </a:lnTo>
                <a:lnTo>
                  <a:pt x="266164" y="82895"/>
                </a:lnTo>
                <a:lnTo>
                  <a:pt x="171284" y="124842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32" name="Google Shape;332;p37"/>
          <p:cNvSpPr/>
          <p:nvPr/>
        </p:nvSpPr>
        <p:spPr>
          <a:xfrm>
            <a:off x="6626802" y="1954877"/>
            <a:ext cx="2785600" cy="3323000"/>
          </a:xfrm>
          <a:custGeom>
            <a:rect b="b" l="l" r="r" t="t"/>
            <a:pathLst>
              <a:path extrusionOk="0" h="132920" w="111424">
                <a:moveTo>
                  <a:pt x="0" y="878"/>
                </a:moveTo>
                <a:lnTo>
                  <a:pt x="71505" y="132920"/>
                </a:lnTo>
                <a:lnTo>
                  <a:pt x="111424" y="132920"/>
                </a:lnTo>
                <a:lnTo>
                  <a:pt x="107038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1_1_1_1_1_1_1_1_2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0"/>
          <p:cNvSpPr/>
          <p:nvPr/>
        </p:nvSpPr>
        <p:spPr>
          <a:xfrm>
            <a:off x="-48100" y="-53085"/>
            <a:ext cx="4346950" cy="3402450"/>
          </a:xfrm>
          <a:custGeom>
            <a:rect b="b" l="l" r="r" t="t"/>
            <a:pathLst>
              <a:path extrusionOk="0" h="136098" w="173878">
                <a:moveTo>
                  <a:pt x="0" y="0"/>
                </a:moveTo>
                <a:lnTo>
                  <a:pt x="0" y="136098"/>
                </a:lnTo>
                <a:lnTo>
                  <a:pt x="173878" y="98319"/>
                </a:lnTo>
                <a:lnTo>
                  <a:pt x="130636" y="91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40" name="Google Shape;340;p40"/>
          <p:cNvSpPr/>
          <p:nvPr/>
        </p:nvSpPr>
        <p:spPr>
          <a:xfrm>
            <a:off x="-48100" y="2404900"/>
            <a:ext cx="6793525" cy="3072450"/>
          </a:xfrm>
          <a:custGeom>
            <a:rect b="b" l="l" r="r" t="t"/>
            <a:pathLst>
              <a:path extrusionOk="0" h="122898" w="271741">
                <a:moveTo>
                  <a:pt x="0" y="37780"/>
                </a:moveTo>
                <a:lnTo>
                  <a:pt x="0" y="122898"/>
                </a:lnTo>
                <a:lnTo>
                  <a:pt x="271741" y="122898"/>
                </a:lnTo>
                <a:lnTo>
                  <a:pt x="174333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41" name="Google Shape;341;p40"/>
          <p:cNvSpPr/>
          <p:nvPr/>
        </p:nvSpPr>
        <p:spPr>
          <a:xfrm>
            <a:off x="3200731" y="-70150"/>
            <a:ext cx="6065225" cy="3322800"/>
          </a:xfrm>
          <a:custGeom>
            <a:rect b="b" l="l" r="r" t="t"/>
            <a:pathLst>
              <a:path extrusionOk="0" h="132912" w="242609">
                <a:moveTo>
                  <a:pt x="0" y="455"/>
                </a:moveTo>
                <a:lnTo>
                  <a:pt x="44607" y="100594"/>
                </a:lnTo>
                <a:lnTo>
                  <a:pt x="242609" y="132912"/>
                </a:lnTo>
                <a:lnTo>
                  <a:pt x="242609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42" name="Google Shape;342;p4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0"/>
          <p:cNvSpPr txBox="1"/>
          <p:nvPr>
            <p:ph type="ctrTitle"/>
          </p:nvPr>
        </p:nvSpPr>
        <p:spPr>
          <a:xfrm>
            <a:off x="2218775" y="1512863"/>
            <a:ext cx="4706400" cy="150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44" name="Google Shape;344;p40"/>
          <p:cNvSpPr txBox="1"/>
          <p:nvPr>
            <p:ph idx="1" type="subTitle"/>
          </p:nvPr>
        </p:nvSpPr>
        <p:spPr>
          <a:xfrm>
            <a:off x="2515500" y="3128650"/>
            <a:ext cx="4113000" cy="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45" name="Google Shape;345;p4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" name="Google Shape;346;p4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41"/>
          <p:cNvSpPr/>
          <p:nvPr/>
        </p:nvSpPr>
        <p:spPr>
          <a:xfrm rot="10800000">
            <a:off x="4919006" y="2057835"/>
            <a:ext cx="4346950" cy="3402450"/>
          </a:xfrm>
          <a:custGeom>
            <a:rect b="b" l="l" r="r" t="t"/>
            <a:pathLst>
              <a:path extrusionOk="0" h="136098" w="173878">
                <a:moveTo>
                  <a:pt x="0" y="0"/>
                </a:moveTo>
                <a:lnTo>
                  <a:pt x="0" y="136098"/>
                </a:lnTo>
                <a:lnTo>
                  <a:pt x="173878" y="98319"/>
                </a:lnTo>
                <a:lnTo>
                  <a:pt x="130636" y="91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49" name="Google Shape;349;p41"/>
          <p:cNvSpPr/>
          <p:nvPr/>
        </p:nvSpPr>
        <p:spPr>
          <a:xfrm rot="10800000">
            <a:off x="2472431" y="-70150"/>
            <a:ext cx="6793525" cy="3072450"/>
          </a:xfrm>
          <a:custGeom>
            <a:rect b="b" l="l" r="r" t="t"/>
            <a:pathLst>
              <a:path extrusionOk="0" h="122898" w="271741">
                <a:moveTo>
                  <a:pt x="0" y="37780"/>
                </a:moveTo>
                <a:lnTo>
                  <a:pt x="0" y="122898"/>
                </a:lnTo>
                <a:lnTo>
                  <a:pt x="271741" y="122898"/>
                </a:lnTo>
                <a:lnTo>
                  <a:pt x="174333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50" name="Google Shape;350;p41"/>
          <p:cNvSpPr/>
          <p:nvPr/>
        </p:nvSpPr>
        <p:spPr>
          <a:xfrm rot="10800000">
            <a:off x="-48100" y="2154550"/>
            <a:ext cx="6065225" cy="3322800"/>
          </a:xfrm>
          <a:custGeom>
            <a:rect b="b" l="l" r="r" t="t"/>
            <a:pathLst>
              <a:path extrusionOk="0" h="132912" w="242609">
                <a:moveTo>
                  <a:pt x="0" y="455"/>
                </a:moveTo>
                <a:lnTo>
                  <a:pt x="44607" y="100594"/>
                </a:lnTo>
                <a:lnTo>
                  <a:pt x="242609" y="132912"/>
                </a:lnTo>
                <a:lnTo>
                  <a:pt x="242609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51" name="Google Shape;351;p4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41"/>
          <p:cNvSpPr txBox="1"/>
          <p:nvPr>
            <p:ph type="title"/>
          </p:nvPr>
        </p:nvSpPr>
        <p:spPr>
          <a:xfrm>
            <a:off x="2860200" y="2746192"/>
            <a:ext cx="34236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3" name="Google Shape;353;p41"/>
          <p:cNvSpPr txBox="1"/>
          <p:nvPr>
            <p:ph hasCustomPrompt="1" idx="2" type="title"/>
          </p:nvPr>
        </p:nvSpPr>
        <p:spPr>
          <a:xfrm>
            <a:off x="3850375" y="1276877"/>
            <a:ext cx="1443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" name="Google Shape;354;p41"/>
          <p:cNvSpPr txBox="1"/>
          <p:nvPr>
            <p:ph idx="1" type="subTitle"/>
          </p:nvPr>
        </p:nvSpPr>
        <p:spPr>
          <a:xfrm>
            <a:off x="2948550" y="3462208"/>
            <a:ext cx="32469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5" name="Google Shape;355;p41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56" name="Google Shape;356;p4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4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2"/>
          <p:cNvSpPr/>
          <p:nvPr/>
        </p:nvSpPr>
        <p:spPr>
          <a:xfrm flipH="1" rot="10800000">
            <a:off x="2023421" y="1359233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60" name="Google Shape;360;p42"/>
          <p:cNvSpPr/>
          <p:nvPr/>
        </p:nvSpPr>
        <p:spPr>
          <a:xfrm>
            <a:off x="3956575" y="-131581"/>
            <a:ext cx="5277925" cy="1600100"/>
          </a:xfrm>
          <a:custGeom>
            <a:rect b="b" l="l" r="r" t="t"/>
            <a:pathLst>
              <a:path extrusionOk="0" h="64004" w="211117">
                <a:moveTo>
                  <a:pt x="211117" y="4067"/>
                </a:moveTo>
                <a:lnTo>
                  <a:pt x="211117" y="0"/>
                </a:lnTo>
                <a:lnTo>
                  <a:pt x="36953" y="0"/>
                </a:lnTo>
                <a:lnTo>
                  <a:pt x="0" y="64004"/>
                </a:lnTo>
                <a:lnTo>
                  <a:pt x="177146" y="334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61" name="Google Shape;361;p42"/>
          <p:cNvSpPr/>
          <p:nvPr/>
        </p:nvSpPr>
        <p:spPr>
          <a:xfrm>
            <a:off x="-77225" y="1390125"/>
            <a:ext cx="5097150" cy="4083025"/>
          </a:xfrm>
          <a:custGeom>
            <a:rect b="b" l="l" r="r" t="t"/>
            <a:pathLst>
              <a:path extrusionOk="0" h="163321" w="203886">
                <a:moveTo>
                  <a:pt x="0" y="161256"/>
                </a:moveTo>
                <a:lnTo>
                  <a:pt x="0" y="61784"/>
                </a:lnTo>
                <a:lnTo>
                  <a:pt x="203886" y="0"/>
                </a:lnTo>
                <a:lnTo>
                  <a:pt x="80633" y="16332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62" name="Google Shape;362;p42"/>
          <p:cNvSpPr/>
          <p:nvPr/>
        </p:nvSpPr>
        <p:spPr>
          <a:xfrm flipH="1" rot="10800000">
            <a:off x="-61779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63" name="Google Shape;363;p42"/>
          <p:cNvSpPr/>
          <p:nvPr/>
        </p:nvSpPr>
        <p:spPr>
          <a:xfrm flipH="1" rot="10800000">
            <a:off x="5483300" y="-30896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364" name="Google Shape;364;p4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2"/>
          <p:cNvSpPr txBox="1"/>
          <p:nvPr>
            <p:ph idx="1" type="body"/>
          </p:nvPr>
        </p:nvSpPr>
        <p:spPr>
          <a:xfrm>
            <a:off x="713225" y="1300925"/>
            <a:ext cx="7704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AutoNum type="arabicPeriod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6" name="Google Shape;366;p42"/>
          <p:cNvSpPr txBox="1"/>
          <p:nvPr>
            <p:ph type="title"/>
          </p:nvPr>
        </p:nvSpPr>
        <p:spPr>
          <a:xfrm>
            <a:off x="1455750" y="683125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67" name="Google Shape;367;p4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4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3"/>
          <p:cNvSpPr/>
          <p:nvPr/>
        </p:nvSpPr>
        <p:spPr>
          <a:xfrm>
            <a:off x="-77225" y="-142700"/>
            <a:ext cx="5097150" cy="4065975"/>
          </a:xfrm>
          <a:custGeom>
            <a:rect b="b" l="l" r="r" t="t"/>
            <a:pathLst>
              <a:path extrusionOk="0" h="162639" w="203886">
                <a:moveTo>
                  <a:pt x="0" y="1383"/>
                </a:moveTo>
                <a:lnTo>
                  <a:pt x="0" y="100855"/>
                </a:lnTo>
                <a:lnTo>
                  <a:pt x="203886" y="162639"/>
                </a:lnTo>
                <a:lnTo>
                  <a:pt x="80108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71" name="Google Shape;371;p43"/>
          <p:cNvSpPr/>
          <p:nvPr/>
        </p:nvSpPr>
        <p:spPr>
          <a:xfrm>
            <a:off x="1884466" y="-196909"/>
            <a:ext cx="4243962" cy="4121888"/>
          </a:xfrm>
          <a:custGeom>
            <a:rect b="b" l="l" r="r" t="t"/>
            <a:pathLst>
              <a:path extrusionOk="0" h="164530" w="169099">
                <a:moveTo>
                  <a:pt x="0" y="0"/>
                </a:moveTo>
                <a:lnTo>
                  <a:pt x="169099" y="4510"/>
                </a:lnTo>
                <a:lnTo>
                  <a:pt x="123379" y="16453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72" name="Google Shape;372;p43"/>
          <p:cNvSpPr/>
          <p:nvPr/>
        </p:nvSpPr>
        <p:spPr>
          <a:xfrm>
            <a:off x="-61779" y="2378675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73" name="Google Shape;373;p43"/>
          <p:cNvSpPr/>
          <p:nvPr/>
        </p:nvSpPr>
        <p:spPr>
          <a:xfrm>
            <a:off x="3799696" y="2286004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74" name="Google Shape;374;p4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3"/>
          <p:cNvSpPr txBox="1"/>
          <p:nvPr>
            <p:ph idx="1" type="subTitle"/>
          </p:nvPr>
        </p:nvSpPr>
        <p:spPr>
          <a:xfrm>
            <a:off x="1422550" y="2343550"/>
            <a:ext cx="27345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376" name="Google Shape;376;p43"/>
          <p:cNvSpPr txBox="1"/>
          <p:nvPr>
            <p:ph idx="2" type="subTitle"/>
          </p:nvPr>
        </p:nvSpPr>
        <p:spPr>
          <a:xfrm>
            <a:off x="5035899" y="2343550"/>
            <a:ext cx="27345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9pPr>
          </a:lstStyle>
          <a:p/>
        </p:txBody>
      </p:sp>
      <p:sp>
        <p:nvSpPr>
          <p:cNvPr id="377" name="Google Shape;377;p43"/>
          <p:cNvSpPr txBox="1"/>
          <p:nvPr>
            <p:ph type="title"/>
          </p:nvPr>
        </p:nvSpPr>
        <p:spPr>
          <a:xfrm>
            <a:off x="1416555" y="18766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378" name="Google Shape;378;p43"/>
          <p:cNvSpPr txBox="1"/>
          <p:nvPr>
            <p:ph idx="3" type="title"/>
          </p:nvPr>
        </p:nvSpPr>
        <p:spPr>
          <a:xfrm>
            <a:off x="5029902" y="18766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379" name="Google Shape;379;p43"/>
          <p:cNvSpPr txBox="1"/>
          <p:nvPr>
            <p:ph idx="4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80" name="Google Shape;380;p4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4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4"/>
          <p:cNvSpPr/>
          <p:nvPr/>
        </p:nvSpPr>
        <p:spPr>
          <a:xfrm rot="10800000">
            <a:off x="4185871" y="1390129"/>
            <a:ext cx="5097150" cy="4031400"/>
          </a:xfrm>
          <a:custGeom>
            <a:rect b="b" l="l" r="r" t="t"/>
            <a:pathLst>
              <a:path extrusionOk="0" h="161256" w="203886">
                <a:moveTo>
                  <a:pt x="0" y="0"/>
                </a:moveTo>
                <a:lnTo>
                  <a:pt x="0" y="99472"/>
                </a:lnTo>
                <a:lnTo>
                  <a:pt x="203886" y="161256"/>
                </a:lnTo>
                <a:lnTo>
                  <a:pt x="83408" y="247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84" name="Google Shape;384;p44"/>
          <p:cNvSpPr/>
          <p:nvPr/>
        </p:nvSpPr>
        <p:spPr>
          <a:xfrm>
            <a:off x="3047333" y="1337291"/>
            <a:ext cx="4169975" cy="4047325"/>
          </a:xfrm>
          <a:custGeom>
            <a:rect b="b" l="l" r="r" t="t"/>
            <a:pathLst>
              <a:path extrusionOk="0" h="161893" w="166799">
                <a:moveTo>
                  <a:pt x="166799" y="161893"/>
                </a:moveTo>
                <a:lnTo>
                  <a:pt x="0" y="160020"/>
                </a:lnTo>
                <a:lnTo>
                  <a:pt x="45720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85" name="Google Shape;385;p44"/>
          <p:cNvSpPr/>
          <p:nvPr/>
        </p:nvSpPr>
        <p:spPr>
          <a:xfrm rot="10800000">
            <a:off x="4340321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86" name="Google Shape;386;p44"/>
          <p:cNvSpPr/>
          <p:nvPr/>
        </p:nvSpPr>
        <p:spPr>
          <a:xfrm rot="10800000">
            <a:off x="-77229" y="-108125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87" name="Google Shape;387;p44"/>
          <p:cNvSpPr/>
          <p:nvPr/>
        </p:nvSpPr>
        <p:spPr>
          <a:xfrm rot="10800000">
            <a:off x="-30883" y="-68915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388" name="Google Shape;388;p4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4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90" name="Google Shape;390;p4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4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5"/>
          <p:cNvSpPr/>
          <p:nvPr/>
        </p:nvSpPr>
        <p:spPr>
          <a:xfrm flipH="1" rot="10800000">
            <a:off x="2023421" y="1359233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94" name="Google Shape;394;p45"/>
          <p:cNvSpPr/>
          <p:nvPr/>
        </p:nvSpPr>
        <p:spPr>
          <a:xfrm>
            <a:off x="3956575" y="-131581"/>
            <a:ext cx="5277925" cy="1600100"/>
          </a:xfrm>
          <a:custGeom>
            <a:rect b="b" l="l" r="r" t="t"/>
            <a:pathLst>
              <a:path extrusionOk="0" h="64004" w="211117">
                <a:moveTo>
                  <a:pt x="211117" y="4067"/>
                </a:moveTo>
                <a:lnTo>
                  <a:pt x="211117" y="0"/>
                </a:lnTo>
                <a:lnTo>
                  <a:pt x="36953" y="0"/>
                </a:lnTo>
                <a:lnTo>
                  <a:pt x="0" y="64004"/>
                </a:lnTo>
                <a:lnTo>
                  <a:pt x="177146" y="334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95" name="Google Shape;395;p45"/>
          <p:cNvSpPr/>
          <p:nvPr/>
        </p:nvSpPr>
        <p:spPr>
          <a:xfrm>
            <a:off x="-77225" y="1390125"/>
            <a:ext cx="5097150" cy="4083025"/>
          </a:xfrm>
          <a:custGeom>
            <a:rect b="b" l="l" r="r" t="t"/>
            <a:pathLst>
              <a:path extrusionOk="0" h="163321" w="203886">
                <a:moveTo>
                  <a:pt x="0" y="161256"/>
                </a:moveTo>
                <a:lnTo>
                  <a:pt x="0" y="61784"/>
                </a:lnTo>
                <a:lnTo>
                  <a:pt x="203886" y="0"/>
                </a:lnTo>
                <a:lnTo>
                  <a:pt x="80633" y="16332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96" name="Google Shape;396;p45"/>
          <p:cNvSpPr/>
          <p:nvPr/>
        </p:nvSpPr>
        <p:spPr>
          <a:xfrm flipH="1" rot="10800000">
            <a:off x="-61779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97" name="Google Shape;397;p45"/>
          <p:cNvSpPr/>
          <p:nvPr/>
        </p:nvSpPr>
        <p:spPr>
          <a:xfrm flipH="1" rot="10800000">
            <a:off x="5483300" y="-30896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398" name="Google Shape;398;p4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400" name="Google Shape;400;p45"/>
          <p:cNvSpPr txBox="1"/>
          <p:nvPr>
            <p:ph idx="1" type="body"/>
          </p:nvPr>
        </p:nvSpPr>
        <p:spPr>
          <a:xfrm>
            <a:off x="1195150" y="1660550"/>
            <a:ext cx="34689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401" name="Google Shape;401;p4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4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6"/>
          <p:cNvSpPr/>
          <p:nvPr/>
        </p:nvSpPr>
        <p:spPr>
          <a:xfrm>
            <a:off x="3799696" y="2286004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05" name="Google Shape;405;p46"/>
          <p:cNvSpPr/>
          <p:nvPr/>
        </p:nvSpPr>
        <p:spPr>
          <a:xfrm>
            <a:off x="-61779" y="2378675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06" name="Google Shape;406;p46"/>
          <p:cNvSpPr/>
          <p:nvPr/>
        </p:nvSpPr>
        <p:spPr>
          <a:xfrm>
            <a:off x="-77229" y="-108125"/>
            <a:ext cx="5097150" cy="4031400"/>
          </a:xfrm>
          <a:custGeom>
            <a:rect b="b" l="l" r="r" t="t"/>
            <a:pathLst>
              <a:path extrusionOk="0" h="161256" w="203886">
                <a:moveTo>
                  <a:pt x="0" y="0"/>
                </a:moveTo>
                <a:lnTo>
                  <a:pt x="0" y="99472"/>
                </a:lnTo>
                <a:lnTo>
                  <a:pt x="203886" y="161256"/>
                </a:lnTo>
                <a:lnTo>
                  <a:pt x="83408" y="247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407" name="Google Shape;407;p46"/>
          <p:cNvSpPr/>
          <p:nvPr/>
        </p:nvSpPr>
        <p:spPr>
          <a:xfrm>
            <a:off x="2012454" y="-24395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08" name="Google Shape;408;p46"/>
          <p:cNvSpPr/>
          <p:nvPr/>
        </p:nvSpPr>
        <p:spPr>
          <a:xfrm>
            <a:off x="5472333" y="-13449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409" name="Google Shape;409;p46"/>
          <p:cNvSpPr txBox="1"/>
          <p:nvPr>
            <p:ph type="title"/>
          </p:nvPr>
        </p:nvSpPr>
        <p:spPr>
          <a:xfrm>
            <a:off x="2257050" y="1103700"/>
            <a:ext cx="4629900" cy="293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0" name="Google Shape;410;p4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1" name="Google Shape;411;p4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4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47"/>
          <p:cNvGrpSpPr/>
          <p:nvPr/>
        </p:nvGrpSpPr>
        <p:grpSpPr>
          <a:xfrm>
            <a:off x="-237175" y="-212225"/>
            <a:ext cx="9488144" cy="5536707"/>
            <a:chOff x="-237175" y="-212225"/>
            <a:chExt cx="9488144" cy="5536707"/>
          </a:xfrm>
        </p:grpSpPr>
        <p:sp>
          <p:nvSpPr>
            <p:cNvPr id="415" name="Google Shape;415;p47"/>
            <p:cNvSpPr/>
            <p:nvPr/>
          </p:nvSpPr>
          <p:spPr>
            <a:xfrm>
              <a:off x="-237175" y="2127600"/>
              <a:ext cx="8462695" cy="3196882"/>
            </a:xfrm>
            <a:custGeom>
              <a:rect b="b" l="l" r="r" t="t"/>
              <a:pathLst>
                <a:path extrusionOk="0" h="110361" w="345064">
                  <a:moveTo>
                    <a:pt x="0" y="4994"/>
                  </a:moveTo>
                  <a:lnTo>
                    <a:pt x="0" y="110361"/>
                  </a:lnTo>
                  <a:lnTo>
                    <a:pt x="345064" y="110361"/>
                  </a:lnTo>
                  <a:lnTo>
                    <a:pt x="178774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416" name="Google Shape;416;p47"/>
            <p:cNvSpPr/>
            <p:nvPr/>
          </p:nvSpPr>
          <p:spPr>
            <a:xfrm>
              <a:off x="1623100" y="-210720"/>
              <a:ext cx="5122507" cy="1387179"/>
            </a:xfrm>
            <a:custGeom>
              <a:rect b="b" l="l" r="r" t="t"/>
              <a:pathLst>
                <a:path extrusionOk="0" h="55929" w="166789">
                  <a:moveTo>
                    <a:pt x="0" y="0"/>
                  </a:moveTo>
                  <a:lnTo>
                    <a:pt x="166789" y="0"/>
                  </a:lnTo>
                  <a:lnTo>
                    <a:pt x="114355" y="55929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417" name="Google Shape;417;p47"/>
            <p:cNvSpPr/>
            <p:nvPr/>
          </p:nvSpPr>
          <p:spPr>
            <a:xfrm>
              <a:off x="5094677" y="-212225"/>
              <a:ext cx="4156292" cy="5536364"/>
            </a:xfrm>
            <a:custGeom>
              <a:rect b="b" l="l" r="r" t="t"/>
              <a:pathLst>
                <a:path extrusionOk="0" h="223218" w="135329">
                  <a:moveTo>
                    <a:pt x="53433" y="0"/>
                  </a:moveTo>
                  <a:lnTo>
                    <a:pt x="135329" y="0"/>
                  </a:lnTo>
                  <a:lnTo>
                    <a:pt x="135329" y="223218"/>
                  </a:lnTo>
                  <a:lnTo>
                    <a:pt x="101872" y="223218"/>
                  </a:lnTo>
                  <a:lnTo>
                    <a:pt x="0" y="57927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418" name="Google Shape;418;p4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7"/>
          <p:cNvSpPr txBox="1"/>
          <p:nvPr>
            <p:ph type="ctrTitle"/>
          </p:nvPr>
        </p:nvSpPr>
        <p:spPr>
          <a:xfrm>
            <a:off x="3082050" y="1564604"/>
            <a:ext cx="2979900" cy="113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0" name="Google Shape;420;p47"/>
          <p:cNvSpPr txBox="1"/>
          <p:nvPr>
            <p:ph idx="1" type="subTitle"/>
          </p:nvPr>
        </p:nvSpPr>
        <p:spPr>
          <a:xfrm>
            <a:off x="2689650" y="2783829"/>
            <a:ext cx="3764700" cy="7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421" name="Google Shape;421;p4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4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8"/>
          <p:cNvSpPr txBox="1"/>
          <p:nvPr>
            <p:ph type="title"/>
          </p:nvPr>
        </p:nvSpPr>
        <p:spPr>
          <a:xfrm>
            <a:off x="1621650" y="1143139"/>
            <a:ext cx="59007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9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427" name="Google Shape;427;p49"/>
          <p:cNvSpPr/>
          <p:nvPr/>
        </p:nvSpPr>
        <p:spPr>
          <a:xfrm>
            <a:off x="611000" y="2609200"/>
            <a:ext cx="8639800" cy="2759025"/>
          </a:xfrm>
          <a:custGeom>
            <a:rect b="b" l="l" r="r" t="t"/>
            <a:pathLst>
              <a:path extrusionOk="0" h="110361" w="345592">
                <a:moveTo>
                  <a:pt x="345592" y="4994"/>
                </a:moveTo>
                <a:lnTo>
                  <a:pt x="345592" y="110361"/>
                </a:lnTo>
                <a:lnTo>
                  <a:pt x="0" y="108971"/>
                </a:lnTo>
                <a:lnTo>
                  <a:pt x="166818" y="0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428" name="Google Shape;428;p49"/>
          <p:cNvSpPr/>
          <p:nvPr/>
        </p:nvSpPr>
        <p:spPr>
          <a:xfrm>
            <a:off x="1810975" y="-199750"/>
            <a:ext cx="4193925" cy="1398225"/>
          </a:xfrm>
          <a:custGeom>
            <a:rect b="b" l="l" r="r" t="t"/>
            <a:pathLst>
              <a:path extrusionOk="0" h="55929" w="167757">
                <a:moveTo>
                  <a:pt x="167757" y="0"/>
                </a:moveTo>
                <a:lnTo>
                  <a:pt x="0" y="99"/>
                </a:lnTo>
                <a:lnTo>
                  <a:pt x="53402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29" name="Google Shape;429;p49"/>
          <p:cNvSpPr/>
          <p:nvPr/>
        </p:nvSpPr>
        <p:spPr>
          <a:xfrm flipH="1">
            <a:off x="-237191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30" name="Google Shape;430;p4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9"/>
          <p:cNvSpPr txBox="1"/>
          <p:nvPr>
            <p:ph hasCustomPrompt="1" type="title"/>
          </p:nvPr>
        </p:nvSpPr>
        <p:spPr>
          <a:xfrm>
            <a:off x="713250" y="1324600"/>
            <a:ext cx="77175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2" name="Google Shape;432;p49"/>
          <p:cNvSpPr txBox="1"/>
          <p:nvPr>
            <p:ph idx="1" type="body"/>
          </p:nvPr>
        </p:nvSpPr>
        <p:spPr>
          <a:xfrm>
            <a:off x="713250" y="3370700"/>
            <a:ext cx="7717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3" name="Google Shape;433;p49"/>
          <p:cNvSpPr txBox="1"/>
          <p:nvPr/>
        </p:nvSpPr>
        <p:spPr>
          <a:xfrm>
            <a:off x="2991700" y="1512225"/>
            <a:ext cx="55479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434" name="Google Shape;434;p4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" name="Google Shape;435;p4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1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439" name="Google Shape;439;p51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40" name="Google Shape;440;p51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41" name="Google Shape;441;p5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51"/>
          <p:cNvSpPr txBox="1"/>
          <p:nvPr>
            <p:ph type="title"/>
          </p:nvPr>
        </p:nvSpPr>
        <p:spPr>
          <a:xfrm>
            <a:off x="1484927" y="3341975"/>
            <a:ext cx="2290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443" name="Google Shape;443;p51"/>
          <p:cNvSpPr txBox="1"/>
          <p:nvPr>
            <p:ph hasCustomPrompt="1" idx="2" type="title"/>
          </p:nvPr>
        </p:nvSpPr>
        <p:spPr>
          <a:xfrm>
            <a:off x="2309177" y="1672125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444" name="Google Shape;444;p51"/>
          <p:cNvSpPr txBox="1"/>
          <p:nvPr>
            <p:ph hasCustomPrompt="1" idx="3" type="title"/>
          </p:nvPr>
        </p:nvSpPr>
        <p:spPr>
          <a:xfrm>
            <a:off x="2309177" y="2991451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445" name="Google Shape;445;p51"/>
          <p:cNvSpPr txBox="1"/>
          <p:nvPr>
            <p:ph idx="4" type="title"/>
          </p:nvPr>
        </p:nvSpPr>
        <p:spPr>
          <a:xfrm>
            <a:off x="5405023" y="3341975"/>
            <a:ext cx="22179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446" name="Google Shape;446;p51"/>
          <p:cNvSpPr txBox="1"/>
          <p:nvPr>
            <p:ph idx="5" type="title"/>
          </p:nvPr>
        </p:nvSpPr>
        <p:spPr>
          <a:xfrm>
            <a:off x="1484927" y="2022675"/>
            <a:ext cx="2290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447" name="Google Shape;447;p51"/>
          <p:cNvSpPr txBox="1"/>
          <p:nvPr>
            <p:ph idx="6" type="title"/>
          </p:nvPr>
        </p:nvSpPr>
        <p:spPr>
          <a:xfrm>
            <a:off x="5405023" y="2022675"/>
            <a:ext cx="22179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448" name="Google Shape;448;p51"/>
          <p:cNvSpPr txBox="1"/>
          <p:nvPr>
            <p:ph hasCustomPrompt="1" idx="7" type="title"/>
          </p:nvPr>
        </p:nvSpPr>
        <p:spPr>
          <a:xfrm>
            <a:off x="6193123" y="1672125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449" name="Google Shape;449;p51"/>
          <p:cNvSpPr txBox="1"/>
          <p:nvPr>
            <p:ph hasCustomPrompt="1" idx="8" type="title"/>
          </p:nvPr>
        </p:nvSpPr>
        <p:spPr>
          <a:xfrm>
            <a:off x="6193123" y="2989672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450" name="Google Shape;450;p51"/>
          <p:cNvSpPr txBox="1"/>
          <p:nvPr>
            <p:ph idx="1" type="subTitle"/>
          </p:nvPr>
        </p:nvSpPr>
        <p:spPr>
          <a:xfrm>
            <a:off x="1403027" y="2368720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1" name="Google Shape;451;p51"/>
          <p:cNvSpPr txBox="1"/>
          <p:nvPr>
            <p:ph idx="9" type="subTitle"/>
          </p:nvPr>
        </p:nvSpPr>
        <p:spPr>
          <a:xfrm>
            <a:off x="5286973" y="2368720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2" name="Google Shape;452;p51"/>
          <p:cNvSpPr txBox="1"/>
          <p:nvPr>
            <p:ph idx="13" type="subTitle"/>
          </p:nvPr>
        </p:nvSpPr>
        <p:spPr>
          <a:xfrm>
            <a:off x="1403027" y="3688123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3" name="Google Shape;453;p51"/>
          <p:cNvSpPr txBox="1"/>
          <p:nvPr>
            <p:ph idx="14" type="subTitle"/>
          </p:nvPr>
        </p:nvSpPr>
        <p:spPr>
          <a:xfrm>
            <a:off x="5286973" y="3688123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54" name="Google Shape;454;p51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55" name="Google Shape;455;p5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2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459" name="Google Shape;459;p52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60" name="Google Shape;460;p52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61" name="Google Shape;461;p5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52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63" name="Google Shape;463;p5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5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52"/>
          <p:cNvSpPr txBox="1"/>
          <p:nvPr>
            <p:ph hasCustomPrompt="1" idx="2" type="title"/>
          </p:nvPr>
        </p:nvSpPr>
        <p:spPr>
          <a:xfrm>
            <a:off x="4203751" y="1315750"/>
            <a:ext cx="3577500" cy="4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466" name="Google Shape;466;p52"/>
          <p:cNvSpPr txBox="1"/>
          <p:nvPr>
            <p:ph idx="1" type="subTitle"/>
          </p:nvPr>
        </p:nvSpPr>
        <p:spPr>
          <a:xfrm>
            <a:off x="4203751" y="1813683"/>
            <a:ext cx="3577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7" name="Google Shape;467;p52"/>
          <p:cNvSpPr txBox="1"/>
          <p:nvPr>
            <p:ph hasCustomPrompt="1" idx="3" type="title"/>
          </p:nvPr>
        </p:nvSpPr>
        <p:spPr>
          <a:xfrm>
            <a:off x="4203751" y="2444625"/>
            <a:ext cx="3577500" cy="4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468" name="Google Shape;468;p52"/>
          <p:cNvSpPr txBox="1"/>
          <p:nvPr>
            <p:ph idx="4" type="subTitle"/>
          </p:nvPr>
        </p:nvSpPr>
        <p:spPr>
          <a:xfrm>
            <a:off x="4203751" y="2942624"/>
            <a:ext cx="3577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69" name="Google Shape;469;p52"/>
          <p:cNvSpPr txBox="1"/>
          <p:nvPr>
            <p:ph hasCustomPrompt="1" idx="5" type="title"/>
          </p:nvPr>
        </p:nvSpPr>
        <p:spPr>
          <a:xfrm>
            <a:off x="4203751" y="3573573"/>
            <a:ext cx="3577500" cy="4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470" name="Google Shape;470;p52"/>
          <p:cNvSpPr txBox="1"/>
          <p:nvPr>
            <p:ph idx="6" type="subTitle"/>
          </p:nvPr>
        </p:nvSpPr>
        <p:spPr>
          <a:xfrm>
            <a:off x="4203751" y="4071576"/>
            <a:ext cx="3577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3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73" name="Google Shape;473;p53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74" name="Google Shape;474;p53"/>
          <p:cNvSpPr/>
          <p:nvPr/>
        </p:nvSpPr>
        <p:spPr>
          <a:xfrm>
            <a:off x="1186000" y="1323316"/>
            <a:ext cx="8239600" cy="3957500"/>
          </a:xfrm>
          <a:custGeom>
            <a:rect b="b" l="l" r="r" t="t"/>
            <a:pathLst>
              <a:path extrusionOk="0" h="158300" w="329584">
                <a:moveTo>
                  <a:pt x="0" y="0"/>
                </a:moveTo>
                <a:lnTo>
                  <a:pt x="117851" y="158300"/>
                </a:lnTo>
                <a:lnTo>
                  <a:pt x="329584" y="154305"/>
                </a:lnTo>
                <a:lnTo>
                  <a:pt x="320595" y="56929"/>
                </a:lnTo>
                <a:lnTo>
                  <a:pt x="145316" y="60923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475" name="Google Shape;475;p5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53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77" name="Google Shape;477;p5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5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9" name="Google Shape;479;p53"/>
          <p:cNvSpPr txBox="1"/>
          <p:nvPr>
            <p:ph idx="2" type="title"/>
          </p:nvPr>
        </p:nvSpPr>
        <p:spPr>
          <a:xfrm>
            <a:off x="707656" y="18815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480" name="Google Shape;480;p53"/>
          <p:cNvSpPr txBox="1"/>
          <p:nvPr>
            <p:ph hasCustomPrompt="1" idx="3" type="title"/>
          </p:nvPr>
        </p:nvSpPr>
        <p:spPr>
          <a:xfrm>
            <a:off x="707650" y="14548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481" name="Google Shape;481;p53"/>
          <p:cNvSpPr txBox="1"/>
          <p:nvPr>
            <p:ph idx="1" type="subTitle"/>
          </p:nvPr>
        </p:nvSpPr>
        <p:spPr>
          <a:xfrm>
            <a:off x="707650" y="22276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2" name="Google Shape;482;p53"/>
          <p:cNvSpPr txBox="1"/>
          <p:nvPr>
            <p:ph idx="4" type="title"/>
          </p:nvPr>
        </p:nvSpPr>
        <p:spPr>
          <a:xfrm>
            <a:off x="3397294" y="18815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483" name="Google Shape;483;p53"/>
          <p:cNvSpPr txBox="1"/>
          <p:nvPr>
            <p:ph hasCustomPrompt="1" idx="5" type="title"/>
          </p:nvPr>
        </p:nvSpPr>
        <p:spPr>
          <a:xfrm>
            <a:off x="3397288" y="14548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484" name="Google Shape;484;p53"/>
          <p:cNvSpPr txBox="1"/>
          <p:nvPr>
            <p:ph idx="6" type="subTitle"/>
          </p:nvPr>
        </p:nvSpPr>
        <p:spPr>
          <a:xfrm>
            <a:off x="3397288" y="22276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5" name="Google Shape;485;p53"/>
          <p:cNvSpPr txBox="1"/>
          <p:nvPr>
            <p:ph idx="7" type="title"/>
          </p:nvPr>
        </p:nvSpPr>
        <p:spPr>
          <a:xfrm>
            <a:off x="6086882" y="18815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486" name="Google Shape;486;p53"/>
          <p:cNvSpPr txBox="1"/>
          <p:nvPr>
            <p:ph hasCustomPrompt="1" idx="8" type="title"/>
          </p:nvPr>
        </p:nvSpPr>
        <p:spPr>
          <a:xfrm>
            <a:off x="6086875" y="14548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487" name="Google Shape;487;p53"/>
          <p:cNvSpPr txBox="1"/>
          <p:nvPr>
            <p:ph idx="9" type="subTitle"/>
          </p:nvPr>
        </p:nvSpPr>
        <p:spPr>
          <a:xfrm>
            <a:off x="6086875" y="22276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8" name="Google Shape;488;p53"/>
          <p:cNvSpPr txBox="1"/>
          <p:nvPr>
            <p:ph idx="13" type="title"/>
          </p:nvPr>
        </p:nvSpPr>
        <p:spPr>
          <a:xfrm>
            <a:off x="707656" y="32924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489" name="Google Shape;489;p53"/>
          <p:cNvSpPr txBox="1"/>
          <p:nvPr>
            <p:ph hasCustomPrompt="1" idx="14" type="title"/>
          </p:nvPr>
        </p:nvSpPr>
        <p:spPr>
          <a:xfrm>
            <a:off x="707650" y="28657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490" name="Google Shape;490;p53"/>
          <p:cNvSpPr txBox="1"/>
          <p:nvPr>
            <p:ph idx="15" type="subTitle"/>
          </p:nvPr>
        </p:nvSpPr>
        <p:spPr>
          <a:xfrm>
            <a:off x="707650" y="36385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1" name="Google Shape;491;p53"/>
          <p:cNvSpPr txBox="1"/>
          <p:nvPr>
            <p:ph idx="16" type="title"/>
          </p:nvPr>
        </p:nvSpPr>
        <p:spPr>
          <a:xfrm>
            <a:off x="3397294" y="32924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492" name="Google Shape;492;p53"/>
          <p:cNvSpPr txBox="1"/>
          <p:nvPr>
            <p:ph hasCustomPrompt="1" idx="17" type="title"/>
          </p:nvPr>
        </p:nvSpPr>
        <p:spPr>
          <a:xfrm>
            <a:off x="3397288" y="28657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493" name="Google Shape;493;p53"/>
          <p:cNvSpPr txBox="1"/>
          <p:nvPr>
            <p:ph idx="18" type="subTitle"/>
          </p:nvPr>
        </p:nvSpPr>
        <p:spPr>
          <a:xfrm>
            <a:off x="3397288" y="36385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94" name="Google Shape;494;p53"/>
          <p:cNvSpPr txBox="1"/>
          <p:nvPr>
            <p:ph idx="19" type="title"/>
          </p:nvPr>
        </p:nvSpPr>
        <p:spPr>
          <a:xfrm>
            <a:off x="6086882" y="32924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495" name="Google Shape;495;p53"/>
          <p:cNvSpPr txBox="1"/>
          <p:nvPr>
            <p:ph hasCustomPrompt="1" idx="20" type="title"/>
          </p:nvPr>
        </p:nvSpPr>
        <p:spPr>
          <a:xfrm>
            <a:off x="6086875" y="28657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496" name="Google Shape;496;p53"/>
          <p:cNvSpPr txBox="1"/>
          <p:nvPr>
            <p:ph idx="21" type="subTitle"/>
          </p:nvPr>
        </p:nvSpPr>
        <p:spPr>
          <a:xfrm>
            <a:off x="6086875" y="36385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1">
  <p:cSld name="CUSTOM_2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4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99" name="Google Shape;499;p54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500" name="Google Shape;500;p54"/>
          <p:cNvSpPr/>
          <p:nvPr/>
        </p:nvSpPr>
        <p:spPr>
          <a:xfrm>
            <a:off x="1186000" y="1323316"/>
            <a:ext cx="8239600" cy="3957500"/>
          </a:xfrm>
          <a:custGeom>
            <a:rect b="b" l="l" r="r" t="t"/>
            <a:pathLst>
              <a:path extrusionOk="0" h="158300" w="329584">
                <a:moveTo>
                  <a:pt x="0" y="0"/>
                </a:moveTo>
                <a:lnTo>
                  <a:pt x="117851" y="158300"/>
                </a:lnTo>
                <a:lnTo>
                  <a:pt x="329584" y="154305"/>
                </a:lnTo>
                <a:lnTo>
                  <a:pt x="320595" y="56929"/>
                </a:lnTo>
                <a:lnTo>
                  <a:pt x="145316" y="60923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501" name="Google Shape;501;p5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54"/>
          <p:cNvSpPr txBox="1"/>
          <p:nvPr>
            <p:ph idx="1" type="body"/>
          </p:nvPr>
        </p:nvSpPr>
        <p:spPr>
          <a:xfrm>
            <a:off x="4968035" y="2381425"/>
            <a:ext cx="2547000" cy="7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3" name="Google Shape;503;p5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04" name="Google Shape;504;p5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5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oogle Shape;507;p55"/>
          <p:cNvGrpSpPr/>
          <p:nvPr/>
        </p:nvGrpSpPr>
        <p:grpSpPr>
          <a:xfrm>
            <a:off x="-299629" y="-137325"/>
            <a:ext cx="9550450" cy="5418141"/>
            <a:chOff x="-124850" y="-137325"/>
            <a:chExt cx="9550450" cy="5418141"/>
          </a:xfrm>
        </p:grpSpPr>
        <p:sp>
          <p:nvSpPr>
            <p:cNvPr id="508" name="Google Shape;508;p55"/>
            <p:cNvSpPr/>
            <p:nvPr/>
          </p:nvSpPr>
          <p:spPr>
            <a:xfrm flipH="1">
              <a:off x="5180950" y="-137325"/>
              <a:ext cx="4244650" cy="5405675"/>
            </a:xfrm>
            <a:custGeom>
              <a:rect b="b" l="l" r="r" t="t"/>
              <a:pathLst>
                <a:path extrusionOk="0" h="216227" w="169786">
                  <a:moveTo>
                    <a:pt x="57428" y="0"/>
                  </a:moveTo>
                  <a:lnTo>
                    <a:pt x="0" y="0"/>
                  </a:lnTo>
                  <a:lnTo>
                    <a:pt x="0" y="216227"/>
                  </a:lnTo>
                  <a:lnTo>
                    <a:pt x="169786" y="216227"/>
                  </a:lnTo>
                  <a:lnTo>
                    <a:pt x="53433" y="60424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509" name="Google Shape;509;p55"/>
            <p:cNvSpPr/>
            <p:nvPr/>
          </p:nvSpPr>
          <p:spPr>
            <a:xfrm flipH="1">
              <a:off x="-124850" y="1323316"/>
              <a:ext cx="8239600" cy="3957500"/>
            </a:xfrm>
            <a:custGeom>
              <a:rect b="b" l="l" r="r" t="t"/>
              <a:pathLst>
                <a:path extrusionOk="0" h="158300" w="329584">
                  <a:moveTo>
                    <a:pt x="0" y="0"/>
                  </a:moveTo>
                  <a:lnTo>
                    <a:pt x="117851" y="158300"/>
                  </a:lnTo>
                  <a:lnTo>
                    <a:pt x="329584" y="154305"/>
                  </a:lnTo>
                  <a:lnTo>
                    <a:pt x="320595" y="56929"/>
                  </a:lnTo>
                  <a:lnTo>
                    <a:pt x="145316" y="60923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510" name="Google Shape;510;p55"/>
            <p:cNvSpPr/>
            <p:nvPr/>
          </p:nvSpPr>
          <p:spPr>
            <a:xfrm flipH="1">
              <a:off x="87400" y="-112350"/>
              <a:ext cx="4419400" cy="2958750"/>
            </a:xfrm>
            <a:custGeom>
              <a:rect b="b" l="l" r="r" t="t"/>
              <a:pathLst>
                <a:path extrusionOk="0" h="118350" w="176776">
                  <a:moveTo>
                    <a:pt x="33957" y="0"/>
                  </a:moveTo>
                  <a:lnTo>
                    <a:pt x="176776" y="0"/>
                  </a:lnTo>
                  <a:lnTo>
                    <a:pt x="176776" y="114355"/>
                  </a:lnTo>
                  <a:lnTo>
                    <a:pt x="0" y="11835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511" name="Google Shape;511;p5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5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513" name="Google Shape;513;p5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5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6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517" name="Google Shape;517;p56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518" name="Google Shape;518;p56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519" name="Google Shape;519;p5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56"/>
          <p:cNvSpPr txBox="1"/>
          <p:nvPr>
            <p:ph type="title"/>
          </p:nvPr>
        </p:nvSpPr>
        <p:spPr>
          <a:xfrm>
            <a:off x="2048424" y="15718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21" name="Google Shape;521;p56"/>
          <p:cNvSpPr txBox="1"/>
          <p:nvPr>
            <p:ph idx="1" type="subTitle"/>
          </p:nvPr>
        </p:nvSpPr>
        <p:spPr>
          <a:xfrm>
            <a:off x="1557925" y="1849666"/>
            <a:ext cx="2639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2" name="Google Shape;522;p56"/>
          <p:cNvSpPr txBox="1"/>
          <p:nvPr>
            <p:ph idx="2" type="title"/>
          </p:nvPr>
        </p:nvSpPr>
        <p:spPr>
          <a:xfrm>
            <a:off x="5663855" y="15718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23" name="Google Shape;523;p56"/>
          <p:cNvSpPr txBox="1"/>
          <p:nvPr>
            <p:ph idx="3" type="subTitle"/>
          </p:nvPr>
        </p:nvSpPr>
        <p:spPr>
          <a:xfrm>
            <a:off x="5173352" y="1849660"/>
            <a:ext cx="2639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4" name="Google Shape;524;p56"/>
          <p:cNvSpPr txBox="1"/>
          <p:nvPr>
            <p:ph idx="4" type="title"/>
          </p:nvPr>
        </p:nvSpPr>
        <p:spPr>
          <a:xfrm>
            <a:off x="3742650" y="294096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25" name="Google Shape;525;p56"/>
          <p:cNvSpPr txBox="1"/>
          <p:nvPr>
            <p:ph idx="5" type="subTitle"/>
          </p:nvPr>
        </p:nvSpPr>
        <p:spPr>
          <a:xfrm>
            <a:off x="3252150" y="3219961"/>
            <a:ext cx="2639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6" name="Google Shape;526;p56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27" name="Google Shape;527;p5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5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5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57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531" name="Google Shape;531;p57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532" name="Google Shape;532;p57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533" name="Google Shape;533;p5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7">
            <a:hlinkClick/>
          </p:cNvPr>
          <p:cNvSpPr txBox="1"/>
          <p:nvPr>
            <p:ph type="title"/>
          </p:nvPr>
        </p:nvSpPr>
        <p:spPr>
          <a:xfrm>
            <a:off x="713236" y="2503799"/>
            <a:ext cx="2332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35" name="Google Shape;535;p57"/>
          <p:cNvSpPr txBox="1"/>
          <p:nvPr>
            <p:ph idx="1" type="subTitle"/>
          </p:nvPr>
        </p:nvSpPr>
        <p:spPr>
          <a:xfrm>
            <a:off x="713235" y="2996207"/>
            <a:ext cx="23328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6" name="Google Shape;536;p57"/>
          <p:cNvSpPr txBox="1"/>
          <p:nvPr>
            <p:ph idx="2" type="title"/>
          </p:nvPr>
        </p:nvSpPr>
        <p:spPr>
          <a:xfrm>
            <a:off x="6097308" y="2503800"/>
            <a:ext cx="2332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37" name="Google Shape;537;p57"/>
          <p:cNvSpPr txBox="1"/>
          <p:nvPr>
            <p:ph idx="3" type="subTitle"/>
          </p:nvPr>
        </p:nvSpPr>
        <p:spPr>
          <a:xfrm>
            <a:off x="6097311" y="2996202"/>
            <a:ext cx="23328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8" name="Google Shape;538;p57"/>
          <p:cNvSpPr txBox="1"/>
          <p:nvPr>
            <p:ph idx="4" type="title"/>
          </p:nvPr>
        </p:nvSpPr>
        <p:spPr>
          <a:xfrm>
            <a:off x="3405610" y="2503801"/>
            <a:ext cx="2332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39" name="Google Shape;539;p57"/>
          <p:cNvSpPr txBox="1"/>
          <p:nvPr>
            <p:ph idx="5" type="subTitle"/>
          </p:nvPr>
        </p:nvSpPr>
        <p:spPr>
          <a:xfrm>
            <a:off x="3405609" y="3000768"/>
            <a:ext cx="23328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0" name="Google Shape;540;p57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41" name="Google Shape;541;p5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5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5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58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545" name="Google Shape;545;p58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546" name="Google Shape;546;p58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547" name="Google Shape;547;p5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58"/>
          <p:cNvSpPr txBox="1"/>
          <p:nvPr>
            <p:ph type="title"/>
          </p:nvPr>
        </p:nvSpPr>
        <p:spPr>
          <a:xfrm>
            <a:off x="5200938" y="3459472"/>
            <a:ext cx="3229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49" name="Google Shape;549;p58"/>
          <p:cNvSpPr txBox="1"/>
          <p:nvPr>
            <p:ph idx="1" type="subTitle"/>
          </p:nvPr>
        </p:nvSpPr>
        <p:spPr>
          <a:xfrm>
            <a:off x="5200924" y="3799476"/>
            <a:ext cx="3229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0" name="Google Shape;550;p58"/>
          <p:cNvSpPr txBox="1"/>
          <p:nvPr>
            <p:ph idx="2" type="title"/>
          </p:nvPr>
        </p:nvSpPr>
        <p:spPr>
          <a:xfrm>
            <a:off x="5200935" y="1353000"/>
            <a:ext cx="3229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51" name="Google Shape;551;p58"/>
          <p:cNvSpPr txBox="1"/>
          <p:nvPr>
            <p:ph idx="3" type="subTitle"/>
          </p:nvPr>
        </p:nvSpPr>
        <p:spPr>
          <a:xfrm>
            <a:off x="5200924" y="1693001"/>
            <a:ext cx="3229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2" name="Google Shape;552;p58"/>
          <p:cNvSpPr txBox="1"/>
          <p:nvPr>
            <p:ph idx="4" type="title"/>
          </p:nvPr>
        </p:nvSpPr>
        <p:spPr>
          <a:xfrm>
            <a:off x="5200938" y="2427412"/>
            <a:ext cx="3229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53" name="Google Shape;553;p58"/>
          <p:cNvSpPr txBox="1"/>
          <p:nvPr>
            <p:ph idx="5" type="subTitle"/>
          </p:nvPr>
        </p:nvSpPr>
        <p:spPr>
          <a:xfrm>
            <a:off x="5200921" y="2769273"/>
            <a:ext cx="3229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4" name="Google Shape;554;p58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55" name="Google Shape;555;p5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5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9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559" name="Google Shape;559;p59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560" name="Google Shape;560;p59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561" name="Google Shape;561;p5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59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63" name="Google Shape;563;p59"/>
          <p:cNvSpPr txBox="1"/>
          <p:nvPr>
            <p:ph idx="2" type="title"/>
          </p:nvPr>
        </p:nvSpPr>
        <p:spPr>
          <a:xfrm>
            <a:off x="2271525" y="158527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64" name="Google Shape;564;p59"/>
          <p:cNvSpPr txBox="1"/>
          <p:nvPr>
            <p:ph idx="1" type="subTitle"/>
          </p:nvPr>
        </p:nvSpPr>
        <p:spPr>
          <a:xfrm>
            <a:off x="1496175" y="1871730"/>
            <a:ext cx="27327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5" name="Google Shape;565;p59"/>
          <p:cNvSpPr txBox="1"/>
          <p:nvPr>
            <p:ph idx="3" type="title"/>
          </p:nvPr>
        </p:nvSpPr>
        <p:spPr>
          <a:xfrm>
            <a:off x="2271525" y="309697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66" name="Google Shape;566;p59"/>
          <p:cNvSpPr txBox="1"/>
          <p:nvPr>
            <p:ph idx="4" type="subTitle"/>
          </p:nvPr>
        </p:nvSpPr>
        <p:spPr>
          <a:xfrm>
            <a:off x="1496175" y="3391207"/>
            <a:ext cx="27327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7" name="Google Shape;567;p59"/>
          <p:cNvSpPr txBox="1"/>
          <p:nvPr>
            <p:ph idx="5" type="title"/>
          </p:nvPr>
        </p:nvSpPr>
        <p:spPr>
          <a:xfrm>
            <a:off x="5601525" y="158527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68" name="Google Shape;568;p59"/>
          <p:cNvSpPr txBox="1"/>
          <p:nvPr>
            <p:ph idx="6" type="subTitle"/>
          </p:nvPr>
        </p:nvSpPr>
        <p:spPr>
          <a:xfrm>
            <a:off x="4915125" y="1871730"/>
            <a:ext cx="27327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9" name="Google Shape;569;p59"/>
          <p:cNvSpPr txBox="1"/>
          <p:nvPr>
            <p:ph idx="7" type="title"/>
          </p:nvPr>
        </p:nvSpPr>
        <p:spPr>
          <a:xfrm>
            <a:off x="5601525" y="309712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570" name="Google Shape;570;p59"/>
          <p:cNvSpPr txBox="1"/>
          <p:nvPr>
            <p:ph idx="8" type="subTitle"/>
          </p:nvPr>
        </p:nvSpPr>
        <p:spPr>
          <a:xfrm>
            <a:off x="4915125" y="3389946"/>
            <a:ext cx="27327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71" name="Google Shape;571;p5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5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60"/>
          <p:cNvSpPr/>
          <p:nvPr/>
        </p:nvSpPr>
        <p:spPr>
          <a:xfrm flipH="1" rot="10800000">
            <a:off x="-74900" y="1635441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575" name="Google Shape;575;p60"/>
          <p:cNvSpPr/>
          <p:nvPr/>
        </p:nvSpPr>
        <p:spPr>
          <a:xfrm flipH="1" rot="10800000">
            <a:off x="-74909" y="-74900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576" name="Google Shape;576;p60"/>
          <p:cNvSpPr/>
          <p:nvPr/>
        </p:nvSpPr>
        <p:spPr>
          <a:xfrm flipH="1" rot="10800000">
            <a:off x="1672891" y="1385757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577" name="Google Shape;577;p6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60"/>
          <p:cNvSpPr txBox="1"/>
          <p:nvPr>
            <p:ph type="title"/>
          </p:nvPr>
        </p:nvSpPr>
        <p:spPr>
          <a:xfrm>
            <a:off x="1695750" y="1784933"/>
            <a:ext cx="575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79" name="Google Shape;579;p60"/>
          <p:cNvSpPr txBox="1"/>
          <p:nvPr>
            <p:ph idx="1" type="subTitle"/>
          </p:nvPr>
        </p:nvSpPr>
        <p:spPr>
          <a:xfrm>
            <a:off x="2607250" y="2837758"/>
            <a:ext cx="3699300" cy="2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80" name="Google Shape;580;p6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1" name="Google Shape;581;p6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6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1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584" name="Google Shape;584;p61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585" name="Google Shape;585;p6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61"/>
          <p:cNvSpPr txBox="1"/>
          <p:nvPr>
            <p:ph type="title"/>
          </p:nvPr>
        </p:nvSpPr>
        <p:spPr>
          <a:xfrm>
            <a:off x="4215400" y="1558650"/>
            <a:ext cx="38883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87" name="Google Shape;587;p61"/>
          <p:cNvSpPr txBox="1"/>
          <p:nvPr>
            <p:ph idx="1" type="subTitle"/>
          </p:nvPr>
        </p:nvSpPr>
        <p:spPr>
          <a:xfrm>
            <a:off x="4215396" y="3247925"/>
            <a:ext cx="3888300" cy="2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588" name="Google Shape;588;p6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9" name="Google Shape;589;p6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62"/>
          <p:cNvSpPr/>
          <p:nvPr/>
        </p:nvSpPr>
        <p:spPr>
          <a:xfrm>
            <a:off x="-112366" y="-74900"/>
            <a:ext cx="4455825" cy="3945000"/>
          </a:xfrm>
          <a:custGeom>
            <a:rect b="b" l="l" r="r" t="t"/>
            <a:pathLst>
              <a:path extrusionOk="0" h="157800" w="178233">
                <a:moveTo>
                  <a:pt x="128338" y="0"/>
                </a:moveTo>
                <a:lnTo>
                  <a:pt x="0" y="0"/>
                </a:lnTo>
                <a:lnTo>
                  <a:pt x="0" y="157800"/>
                </a:lnTo>
                <a:lnTo>
                  <a:pt x="178233" y="110043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592" name="Google Shape;592;p62"/>
          <p:cNvSpPr/>
          <p:nvPr/>
        </p:nvSpPr>
        <p:spPr>
          <a:xfrm>
            <a:off x="3096091" y="-74900"/>
            <a:ext cx="6204650" cy="4232150"/>
          </a:xfrm>
          <a:custGeom>
            <a:rect b="b" l="l" r="r" t="t"/>
            <a:pathLst>
              <a:path extrusionOk="0" h="169286" w="248186">
                <a:moveTo>
                  <a:pt x="0" y="0"/>
                </a:moveTo>
                <a:lnTo>
                  <a:pt x="248186" y="0"/>
                </a:lnTo>
                <a:lnTo>
                  <a:pt x="247687" y="169286"/>
                </a:lnTo>
                <a:lnTo>
                  <a:pt x="48938" y="11135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593" name="Google Shape;593;p62"/>
          <p:cNvSpPr/>
          <p:nvPr/>
        </p:nvSpPr>
        <p:spPr>
          <a:xfrm>
            <a:off x="-124825" y="2696600"/>
            <a:ext cx="6564300" cy="2559275"/>
          </a:xfrm>
          <a:custGeom>
            <a:rect b="b" l="l" r="r" t="t"/>
            <a:pathLst>
              <a:path extrusionOk="0" h="102371" w="262572">
                <a:moveTo>
                  <a:pt x="0" y="46941"/>
                </a:moveTo>
                <a:lnTo>
                  <a:pt x="0" y="102371"/>
                </a:lnTo>
                <a:lnTo>
                  <a:pt x="262572" y="102362"/>
                </a:lnTo>
                <a:lnTo>
                  <a:pt x="242678" y="19120"/>
                </a:lnTo>
                <a:lnTo>
                  <a:pt x="177276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594" name="Google Shape;594;p62"/>
          <p:cNvSpPr/>
          <p:nvPr/>
        </p:nvSpPr>
        <p:spPr>
          <a:xfrm>
            <a:off x="5930009" y="3160026"/>
            <a:ext cx="3395700" cy="2134800"/>
          </a:xfrm>
          <a:custGeom>
            <a:rect b="b" l="l" r="r" t="t"/>
            <a:pathLst>
              <a:path extrusionOk="0" h="85392" w="135828">
                <a:moveTo>
                  <a:pt x="0" y="0"/>
                </a:moveTo>
                <a:lnTo>
                  <a:pt x="135828" y="40449"/>
                </a:lnTo>
                <a:lnTo>
                  <a:pt x="135828" y="85392"/>
                </a:lnTo>
                <a:lnTo>
                  <a:pt x="20973" y="85392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595" name="Google Shape;595;p6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62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597" name="Google Shape;597;p6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8" name="Google Shape;598;p6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0" name="Google Shape;600;p63"/>
          <p:cNvGrpSpPr/>
          <p:nvPr/>
        </p:nvGrpSpPr>
        <p:grpSpPr>
          <a:xfrm flipH="1">
            <a:off x="-136250" y="-74900"/>
            <a:ext cx="9461959" cy="5380700"/>
            <a:chOff x="-124834" y="-74900"/>
            <a:chExt cx="9461959" cy="5380700"/>
          </a:xfrm>
        </p:grpSpPr>
        <p:sp>
          <p:nvSpPr>
            <p:cNvPr id="601" name="Google Shape;601;p63"/>
            <p:cNvSpPr/>
            <p:nvPr/>
          </p:nvSpPr>
          <p:spPr>
            <a:xfrm>
              <a:off x="-112366" y="-74900"/>
              <a:ext cx="4455825" cy="3945000"/>
            </a:xfrm>
            <a:custGeom>
              <a:rect b="b" l="l" r="r" t="t"/>
              <a:pathLst>
                <a:path extrusionOk="0" h="157800" w="178233">
                  <a:moveTo>
                    <a:pt x="128338" y="0"/>
                  </a:moveTo>
                  <a:lnTo>
                    <a:pt x="0" y="0"/>
                  </a:lnTo>
                  <a:lnTo>
                    <a:pt x="0" y="157800"/>
                  </a:lnTo>
                  <a:lnTo>
                    <a:pt x="178233" y="110043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  <p:sp>
          <p:nvSpPr>
            <p:cNvPr id="602" name="Google Shape;602;p63"/>
            <p:cNvSpPr/>
            <p:nvPr/>
          </p:nvSpPr>
          <p:spPr>
            <a:xfrm>
              <a:off x="3096091" y="-74900"/>
              <a:ext cx="6204650" cy="4232150"/>
            </a:xfrm>
            <a:custGeom>
              <a:rect b="b" l="l" r="r" t="t"/>
              <a:pathLst>
                <a:path extrusionOk="0" h="169286" w="248186">
                  <a:moveTo>
                    <a:pt x="0" y="0"/>
                  </a:moveTo>
                  <a:lnTo>
                    <a:pt x="248186" y="0"/>
                  </a:lnTo>
                  <a:lnTo>
                    <a:pt x="247687" y="169286"/>
                  </a:lnTo>
                  <a:lnTo>
                    <a:pt x="48938" y="111359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603" name="Google Shape;603;p63"/>
            <p:cNvSpPr/>
            <p:nvPr/>
          </p:nvSpPr>
          <p:spPr>
            <a:xfrm>
              <a:off x="-124834" y="2696591"/>
              <a:ext cx="6579175" cy="2559275"/>
            </a:xfrm>
            <a:custGeom>
              <a:rect b="b" l="l" r="r" t="t"/>
              <a:pathLst>
                <a:path extrusionOk="0" h="102371" w="263167">
                  <a:moveTo>
                    <a:pt x="0" y="46941"/>
                  </a:moveTo>
                  <a:lnTo>
                    <a:pt x="0" y="102371"/>
                  </a:lnTo>
                  <a:lnTo>
                    <a:pt x="263167" y="102371"/>
                  </a:lnTo>
                  <a:lnTo>
                    <a:pt x="241195" y="18976"/>
                  </a:lnTo>
                  <a:lnTo>
                    <a:pt x="177276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604" name="Google Shape;604;p63"/>
            <p:cNvSpPr/>
            <p:nvPr/>
          </p:nvSpPr>
          <p:spPr>
            <a:xfrm>
              <a:off x="5887625" y="3176625"/>
              <a:ext cx="3449500" cy="2129175"/>
            </a:xfrm>
            <a:custGeom>
              <a:rect b="b" l="l" r="r" t="t"/>
              <a:pathLst>
                <a:path extrusionOk="0" h="85167" w="137980">
                  <a:moveTo>
                    <a:pt x="0" y="0"/>
                  </a:moveTo>
                  <a:lnTo>
                    <a:pt x="137980" y="39627"/>
                  </a:lnTo>
                  <a:lnTo>
                    <a:pt x="137523" y="85167"/>
                  </a:lnTo>
                  <a:lnTo>
                    <a:pt x="22885" y="83685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</p:grpSp>
      <p:sp>
        <p:nvSpPr>
          <p:cNvPr id="605" name="Google Shape;605;p6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63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607" name="Google Shape;607;p6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6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4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611" name="Google Shape;611;p64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612" name="Google Shape;612;p64"/>
          <p:cNvSpPr/>
          <p:nvPr/>
        </p:nvSpPr>
        <p:spPr>
          <a:xfrm>
            <a:off x="3387250" y="-62425"/>
            <a:ext cx="5826100" cy="5343250"/>
          </a:xfrm>
          <a:custGeom>
            <a:rect b="b" l="l" r="r" t="t"/>
            <a:pathLst>
              <a:path extrusionOk="0" h="213730" w="233044">
                <a:moveTo>
                  <a:pt x="187102" y="0"/>
                </a:moveTo>
                <a:lnTo>
                  <a:pt x="233044" y="0"/>
                </a:lnTo>
                <a:lnTo>
                  <a:pt x="233044" y="213730"/>
                </a:lnTo>
                <a:lnTo>
                  <a:pt x="28920" y="208579"/>
                </a:lnTo>
                <a:lnTo>
                  <a:pt x="0" y="18603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613" name="Google Shape;613;p6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6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15" name="Google Shape;615;p6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6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5"/>
          <p:cNvSpPr/>
          <p:nvPr/>
        </p:nvSpPr>
        <p:spPr>
          <a:xfrm>
            <a:off x="4919975" y="-87400"/>
            <a:ext cx="4293375" cy="5280825"/>
          </a:xfrm>
          <a:custGeom>
            <a:rect b="b" l="l" r="r" t="t"/>
            <a:pathLst>
              <a:path extrusionOk="0" h="211233" w="171735">
                <a:moveTo>
                  <a:pt x="24921" y="0"/>
                </a:moveTo>
                <a:lnTo>
                  <a:pt x="171735" y="0"/>
                </a:lnTo>
                <a:lnTo>
                  <a:pt x="171735" y="211233"/>
                </a:lnTo>
                <a:lnTo>
                  <a:pt x="0" y="209809"/>
                </a:lnTo>
                <a:lnTo>
                  <a:pt x="127791" y="11585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619" name="Google Shape;619;p65"/>
          <p:cNvSpPr/>
          <p:nvPr/>
        </p:nvSpPr>
        <p:spPr>
          <a:xfrm flipH="1">
            <a:off x="107364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620" name="Google Shape;620;p65"/>
          <p:cNvSpPr/>
          <p:nvPr/>
        </p:nvSpPr>
        <p:spPr>
          <a:xfrm>
            <a:off x="-62425" y="-62425"/>
            <a:ext cx="5755225" cy="5343250"/>
          </a:xfrm>
          <a:custGeom>
            <a:rect b="b" l="l" r="r" t="t"/>
            <a:pathLst>
              <a:path extrusionOk="0" h="213730" w="230209">
                <a:moveTo>
                  <a:pt x="45942" y="0"/>
                </a:moveTo>
                <a:lnTo>
                  <a:pt x="0" y="0"/>
                </a:lnTo>
                <a:lnTo>
                  <a:pt x="0" y="213730"/>
                </a:lnTo>
                <a:lnTo>
                  <a:pt x="199078" y="209028"/>
                </a:lnTo>
                <a:lnTo>
                  <a:pt x="230209" y="18576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621" name="Google Shape;621;p6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6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23" name="Google Shape;623;p6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4" name="Google Shape;624;p6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6" name="Google Shape;626;p6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7" name="Google Shape;627;p66"/>
          <p:cNvSpPr/>
          <p:nvPr/>
        </p:nvSpPr>
        <p:spPr>
          <a:xfrm>
            <a:off x="-62416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628" name="Google Shape;628;p66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629" name="Google Shape;629;p66"/>
          <p:cNvSpPr/>
          <p:nvPr/>
        </p:nvSpPr>
        <p:spPr>
          <a:xfrm>
            <a:off x="3447275" y="-62425"/>
            <a:ext cx="5766075" cy="5343250"/>
          </a:xfrm>
          <a:custGeom>
            <a:rect b="b" l="l" r="r" t="t"/>
            <a:pathLst>
              <a:path extrusionOk="0" h="213730" w="230643">
                <a:moveTo>
                  <a:pt x="184701" y="0"/>
                </a:moveTo>
                <a:lnTo>
                  <a:pt x="230643" y="0"/>
                </a:lnTo>
                <a:lnTo>
                  <a:pt x="230643" y="213730"/>
                </a:lnTo>
                <a:lnTo>
                  <a:pt x="33163" y="210250"/>
                </a:lnTo>
                <a:lnTo>
                  <a:pt x="0" y="185989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630" name="Google Shape;630;p6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66"/>
          <p:cNvSpPr txBox="1"/>
          <p:nvPr>
            <p:ph type="title"/>
          </p:nvPr>
        </p:nvSpPr>
        <p:spPr>
          <a:xfrm>
            <a:off x="1051489" y="1754375"/>
            <a:ext cx="21336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632" name="Google Shape;632;p66"/>
          <p:cNvSpPr txBox="1"/>
          <p:nvPr>
            <p:ph idx="1" type="subTitle"/>
          </p:nvPr>
        </p:nvSpPr>
        <p:spPr>
          <a:xfrm>
            <a:off x="1184989" y="2121233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3" name="Google Shape;633;p66"/>
          <p:cNvSpPr txBox="1"/>
          <p:nvPr>
            <p:ph idx="2" type="title"/>
          </p:nvPr>
        </p:nvSpPr>
        <p:spPr>
          <a:xfrm>
            <a:off x="1051489" y="3204650"/>
            <a:ext cx="21336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634" name="Google Shape;634;p66"/>
          <p:cNvSpPr txBox="1"/>
          <p:nvPr>
            <p:ph idx="3" type="subTitle"/>
          </p:nvPr>
        </p:nvSpPr>
        <p:spPr>
          <a:xfrm>
            <a:off x="1184989" y="3595392"/>
            <a:ext cx="18666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5" name="Google Shape;635;p66"/>
          <p:cNvSpPr txBox="1"/>
          <p:nvPr>
            <p:ph idx="4" type="title"/>
          </p:nvPr>
        </p:nvSpPr>
        <p:spPr>
          <a:xfrm>
            <a:off x="3470378" y="1754375"/>
            <a:ext cx="21162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636" name="Google Shape;636;p66"/>
          <p:cNvSpPr txBox="1"/>
          <p:nvPr>
            <p:ph idx="5" type="subTitle"/>
          </p:nvPr>
        </p:nvSpPr>
        <p:spPr>
          <a:xfrm>
            <a:off x="3595178" y="2121226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7" name="Google Shape;637;p66"/>
          <p:cNvSpPr txBox="1"/>
          <p:nvPr>
            <p:ph idx="6" type="title"/>
          </p:nvPr>
        </p:nvSpPr>
        <p:spPr>
          <a:xfrm>
            <a:off x="3470378" y="3204650"/>
            <a:ext cx="21162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638" name="Google Shape;638;p66"/>
          <p:cNvSpPr txBox="1"/>
          <p:nvPr>
            <p:ph idx="7" type="subTitle"/>
          </p:nvPr>
        </p:nvSpPr>
        <p:spPr>
          <a:xfrm>
            <a:off x="3595178" y="3595392"/>
            <a:ext cx="18666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9" name="Google Shape;639;p66"/>
          <p:cNvSpPr txBox="1"/>
          <p:nvPr>
            <p:ph idx="8" type="title"/>
          </p:nvPr>
        </p:nvSpPr>
        <p:spPr>
          <a:xfrm>
            <a:off x="5983511" y="1754375"/>
            <a:ext cx="21090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640" name="Google Shape;640;p66"/>
          <p:cNvSpPr txBox="1"/>
          <p:nvPr>
            <p:ph idx="9" type="subTitle"/>
          </p:nvPr>
        </p:nvSpPr>
        <p:spPr>
          <a:xfrm>
            <a:off x="6104711" y="2121226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1" name="Google Shape;641;p66"/>
          <p:cNvSpPr txBox="1"/>
          <p:nvPr>
            <p:ph idx="13" type="title"/>
          </p:nvPr>
        </p:nvSpPr>
        <p:spPr>
          <a:xfrm>
            <a:off x="5983511" y="3204650"/>
            <a:ext cx="21090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642" name="Google Shape;642;p66"/>
          <p:cNvSpPr txBox="1"/>
          <p:nvPr>
            <p:ph idx="14" type="subTitle"/>
          </p:nvPr>
        </p:nvSpPr>
        <p:spPr>
          <a:xfrm>
            <a:off x="6104711" y="3595392"/>
            <a:ext cx="18666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43" name="Google Shape;643;p6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4" name="Google Shape;644;p6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5" name="Google Shape;645;p66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1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67"/>
          <p:cNvSpPr/>
          <p:nvPr/>
        </p:nvSpPr>
        <p:spPr>
          <a:xfrm>
            <a:off x="-62416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648" name="Google Shape;648;p67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649" name="Google Shape;649;p67"/>
          <p:cNvSpPr/>
          <p:nvPr/>
        </p:nvSpPr>
        <p:spPr>
          <a:xfrm>
            <a:off x="3447275" y="-62425"/>
            <a:ext cx="5766075" cy="5343250"/>
          </a:xfrm>
          <a:custGeom>
            <a:rect b="b" l="l" r="r" t="t"/>
            <a:pathLst>
              <a:path extrusionOk="0" h="213730" w="230643">
                <a:moveTo>
                  <a:pt x="184701" y="0"/>
                </a:moveTo>
                <a:lnTo>
                  <a:pt x="230643" y="0"/>
                </a:lnTo>
                <a:lnTo>
                  <a:pt x="230643" y="213730"/>
                </a:lnTo>
                <a:lnTo>
                  <a:pt x="33163" y="210250"/>
                </a:lnTo>
                <a:lnTo>
                  <a:pt x="0" y="185989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650" name="Google Shape;650;p6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67"/>
          <p:cNvSpPr txBox="1"/>
          <p:nvPr>
            <p:ph type="title"/>
          </p:nvPr>
        </p:nvSpPr>
        <p:spPr>
          <a:xfrm>
            <a:off x="713229" y="1392000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652" name="Google Shape;652;p67"/>
          <p:cNvSpPr txBox="1"/>
          <p:nvPr>
            <p:ph idx="1" type="subTitle"/>
          </p:nvPr>
        </p:nvSpPr>
        <p:spPr>
          <a:xfrm>
            <a:off x="713231" y="1793096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3" name="Google Shape;653;p67"/>
          <p:cNvSpPr txBox="1"/>
          <p:nvPr>
            <p:ph idx="2" type="title"/>
          </p:nvPr>
        </p:nvSpPr>
        <p:spPr>
          <a:xfrm>
            <a:off x="713244" y="3403806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654" name="Google Shape;654;p67"/>
          <p:cNvSpPr txBox="1"/>
          <p:nvPr>
            <p:ph idx="3" type="subTitle"/>
          </p:nvPr>
        </p:nvSpPr>
        <p:spPr>
          <a:xfrm>
            <a:off x="713231" y="3804899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5" name="Google Shape;655;p67"/>
          <p:cNvSpPr txBox="1"/>
          <p:nvPr>
            <p:ph idx="4" type="title"/>
          </p:nvPr>
        </p:nvSpPr>
        <p:spPr>
          <a:xfrm>
            <a:off x="713247" y="2397903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656" name="Google Shape;656;p67"/>
          <p:cNvSpPr txBox="1"/>
          <p:nvPr>
            <p:ph idx="5" type="subTitle"/>
          </p:nvPr>
        </p:nvSpPr>
        <p:spPr>
          <a:xfrm>
            <a:off x="713250" y="2799005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7" name="Google Shape;657;p67"/>
          <p:cNvSpPr txBox="1"/>
          <p:nvPr>
            <p:ph idx="6" type="title"/>
          </p:nvPr>
        </p:nvSpPr>
        <p:spPr>
          <a:xfrm>
            <a:off x="5895420" y="2397903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658" name="Google Shape;658;p67"/>
          <p:cNvSpPr txBox="1"/>
          <p:nvPr>
            <p:ph idx="7" type="subTitle"/>
          </p:nvPr>
        </p:nvSpPr>
        <p:spPr>
          <a:xfrm>
            <a:off x="5895424" y="2798996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59" name="Google Shape;659;p67"/>
          <p:cNvSpPr txBox="1"/>
          <p:nvPr>
            <p:ph idx="8" type="title"/>
          </p:nvPr>
        </p:nvSpPr>
        <p:spPr>
          <a:xfrm>
            <a:off x="5895437" y="1392000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660" name="Google Shape;660;p67"/>
          <p:cNvSpPr txBox="1"/>
          <p:nvPr>
            <p:ph idx="9" type="subTitle"/>
          </p:nvPr>
        </p:nvSpPr>
        <p:spPr>
          <a:xfrm>
            <a:off x="5895435" y="1793090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61" name="Google Shape;661;p67"/>
          <p:cNvSpPr txBox="1"/>
          <p:nvPr>
            <p:ph idx="13" type="title"/>
          </p:nvPr>
        </p:nvSpPr>
        <p:spPr>
          <a:xfrm>
            <a:off x="5895437" y="3403806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662" name="Google Shape;662;p67"/>
          <p:cNvSpPr txBox="1"/>
          <p:nvPr>
            <p:ph idx="14" type="subTitle"/>
          </p:nvPr>
        </p:nvSpPr>
        <p:spPr>
          <a:xfrm>
            <a:off x="5895435" y="3804899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63" name="Google Shape;663;p67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64" name="Google Shape;664;p6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65" name="Google Shape;665;p6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8"/>
          <p:cNvSpPr/>
          <p:nvPr/>
        </p:nvSpPr>
        <p:spPr>
          <a:xfrm>
            <a:off x="-55980" y="-27995"/>
            <a:ext cx="5691450" cy="5224950"/>
          </a:xfrm>
          <a:custGeom>
            <a:rect b="b" l="l" r="r" t="t"/>
            <a:pathLst>
              <a:path extrusionOk="0" h="208998" w="227658">
                <a:moveTo>
                  <a:pt x="197428" y="208998"/>
                </a:moveTo>
                <a:lnTo>
                  <a:pt x="0" y="208998"/>
                </a:lnTo>
                <a:lnTo>
                  <a:pt x="0" y="0"/>
                </a:lnTo>
                <a:lnTo>
                  <a:pt x="46651" y="0"/>
                </a:lnTo>
                <a:lnTo>
                  <a:pt x="69417" y="22393"/>
                </a:lnTo>
                <a:lnTo>
                  <a:pt x="226165" y="180261"/>
                </a:lnTo>
                <a:lnTo>
                  <a:pt x="227658" y="18772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668" name="Google Shape;668;p68"/>
          <p:cNvSpPr/>
          <p:nvPr/>
        </p:nvSpPr>
        <p:spPr>
          <a:xfrm flipH="1">
            <a:off x="4881322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669" name="Google Shape;669;p68"/>
          <p:cNvSpPr/>
          <p:nvPr/>
        </p:nvSpPr>
        <p:spPr>
          <a:xfrm flipH="1">
            <a:off x="107364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670" name="Google Shape;670;p6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68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2" name="Google Shape;672;p68"/>
          <p:cNvSpPr txBox="1"/>
          <p:nvPr>
            <p:ph idx="2" type="title"/>
          </p:nvPr>
        </p:nvSpPr>
        <p:spPr>
          <a:xfrm>
            <a:off x="1848226" y="15090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673" name="Google Shape;673;p68"/>
          <p:cNvSpPr txBox="1"/>
          <p:nvPr>
            <p:ph idx="1" type="subTitle"/>
          </p:nvPr>
        </p:nvSpPr>
        <p:spPr>
          <a:xfrm>
            <a:off x="1608525" y="1799405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74" name="Google Shape;674;p68"/>
          <p:cNvSpPr txBox="1"/>
          <p:nvPr>
            <p:ph idx="3" type="title"/>
          </p:nvPr>
        </p:nvSpPr>
        <p:spPr>
          <a:xfrm>
            <a:off x="1848226" y="30969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675" name="Google Shape;675;p68"/>
          <p:cNvSpPr txBox="1"/>
          <p:nvPr>
            <p:ph idx="4" type="subTitle"/>
          </p:nvPr>
        </p:nvSpPr>
        <p:spPr>
          <a:xfrm>
            <a:off x="1608525" y="3483426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76" name="Google Shape;676;p68"/>
          <p:cNvSpPr txBox="1"/>
          <p:nvPr>
            <p:ph idx="5" type="title"/>
          </p:nvPr>
        </p:nvSpPr>
        <p:spPr>
          <a:xfrm>
            <a:off x="5272526" y="15090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677" name="Google Shape;677;p68"/>
          <p:cNvSpPr txBox="1"/>
          <p:nvPr>
            <p:ph idx="6" type="subTitle"/>
          </p:nvPr>
        </p:nvSpPr>
        <p:spPr>
          <a:xfrm>
            <a:off x="5032825" y="1799405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78" name="Google Shape;678;p68"/>
          <p:cNvSpPr txBox="1"/>
          <p:nvPr>
            <p:ph idx="7" type="title"/>
          </p:nvPr>
        </p:nvSpPr>
        <p:spPr>
          <a:xfrm>
            <a:off x="5272526" y="309712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679" name="Google Shape;679;p68"/>
          <p:cNvSpPr txBox="1"/>
          <p:nvPr>
            <p:ph idx="8" type="subTitle"/>
          </p:nvPr>
        </p:nvSpPr>
        <p:spPr>
          <a:xfrm>
            <a:off x="5032825" y="3482981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680" name="Google Shape;680;p6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6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69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684" name="Google Shape;684;p69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685" name="Google Shape;685;p69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686" name="Google Shape;686;p69"/>
          <p:cNvSpPr/>
          <p:nvPr/>
        </p:nvSpPr>
        <p:spPr>
          <a:xfrm>
            <a:off x="5867575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687" name="Google Shape;687;p6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6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89" name="Google Shape;689;p6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0" name="Google Shape;690;p6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1" name="Google Shape;691;p69"/>
          <p:cNvSpPr txBox="1"/>
          <p:nvPr>
            <p:ph idx="1" type="subTitle"/>
          </p:nvPr>
        </p:nvSpPr>
        <p:spPr>
          <a:xfrm>
            <a:off x="2014850" y="1937938"/>
            <a:ext cx="2427600" cy="1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0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694" name="Google Shape;694;p70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695" name="Google Shape;695;p7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7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97" name="Google Shape;697;p7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8" name="Google Shape;698;p7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9" name="Google Shape;699;p70"/>
          <p:cNvSpPr txBox="1"/>
          <p:nvPr>
            <p:ph idx="1" type="subTitle"/>
          </p:nvPr>
        </p:nvSpPr>
        <p:spPr>
          <a:xfrm>
            <a:off x="5163175" y="1938025"/>
            <a:ext cx="2427600" cy="1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71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702" name="Google Shape;702;p71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703" name="Google Shape;703;p7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04" name="Google Shape;704;p7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5" name="Google Shape;705;p7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6" name="Google Shape;706;p71"/>
          <p:cNvSpPr txBox="1"/>
          <p:nvPr>
            <p:ph idx="1" type="body"/>
          </p:nvPr>
        </p:nvSpPr>
        <p:spPr>
          <a:xfrm>
            <a:off x="713225" y="1348475"/>
            <a:ext cx="7717500" cy="28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7" name="Google Shape;707;p71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72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710" name="Google Shape;710;p72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711" name="Google Shape;711;p7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2" name="Google Shape;712;p7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3" name="Google Shape;713;p7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4" name="Google Shape;714;p72"/>
          <p:cNvSpPr txBox="1"/>
          <p:nvPr>
            <p:ph idx="1" type="body"/>
          </p:nvPr>
        </p:nvSpPr>
        <p:spPr>
          <a:xfrm>
            <a:off x="713225" y="1348475"/>
            <a:ext cx="7717500" cy="28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5" name="Google Shape;715;p72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_1_2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" name="Google Shape;717;p73"/>
          <p:cNvGrpSpPr/>
          <p:nvPr/>
        </p:nvGrpSpPr>
        <p:grpSpPr>
          <a:xfrm>
            <a:off x="-299629" y="-137325"/>
            <a:ext cx="9550450" cy="5418141"/>
            <a:chOff x="-124850" y="-137325"/>
            <a:chExt cx="9550450" cy="5418141"/>
          </a:xfrm>
        </p:grpSpPr>
        <p:sp>
          <p:nvSpPr>
            <p:cNvPr id="718" name="Google Shape;718;p73"/>
            <p:cNvSpPr/>
            <p:nvPr/>
          </p:nvSpPr>
          <p:spPr>
            <a:xfrm flipH="1">
              <a:off x="5180950" y="-137325"/>
              <a:ext cx="4244650" cy="5405675"/>
            </a:xfrm>
            <a:custGeom>
              <a:rect b="b" l="l" r="r" t="t"/>
              <a:pathLst>
                <a:path extrusionOk="0" h="216227" w="169786">
                  <a:moveTo>
                    <a:pt x="57428" y="0"/>
                  </a:moveTo>
                  <a:lnTo>
                    <a:pt x="0" y="0"/>
                  </a:lnTo>
                  <a:lnTo>
                    <a:pt x="0" y="216227"/>
                  </a:lnTo>
                  <a:lnTo>
                    <a:pt x="169786" y="216227"/>
                  </a:lnTo>
                  <a:lnTo>
                    <a:pt x="53433" y="60424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719" name="Google Shape;719;p73"/>
            <p:cNvSpPr/>
            <p:nvPr/>
          </p:nvSpPr>
          <p:spPr>
            <a:xfrm flipH="1">
              <a:off x="-124850" y="1323316"/>
              <a:ext cx="8239600" cy="3957500"/>
            </a:xfrm>
            <a:custGeom>
              <a:rect b="b" l="l" r="r" t="t"/>
              <a:pathLst>
                <a:path extrusionOk="0" h="158300" w="329584">
                  <a:moveTo>
                    <a:pt x="0" y="0"/>
                  </a:moveTo>
                  <a:lnTo>
                    <a:pt x="117851" y="158300"/>
                  </a:lnTo>
                  <a:lnTo>
                    <a:pt x="329584" y="154305"/>
                  </a:lnTo>
                  <a:lnTo>
                    <a:pt x="320595" y="56929"/>
                  </a:lnTo>
                  <a:lnTo>
                    <a:pt x="145316" y="60923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720" name="Google Shape;720;p73"/>
            <p:cNvSpPr/>
            <p:nvPr/>
          </p:nvSpPr>
          <p:spPr>
            <a:xfrm flipH="1">
              <a:off x="87400" y="-112350"/>
              <a:ext cx="4419400" cy="2958750"/>
            </a:xfrm>
            <a:custGeom>
              <a:rect b="b" l="l" r="r" t="t"/>
              <a:pathLst>
                <a:path extrusionOk="0" h="118350" w="176776">
                  <a:moveTo>
                    <a:pt x="33957" y="0"/>
                  </a:moveTo>
                  <a:lnTo>
                    <a:pt x="176776" y="0"/>
                  </a:lnTo>
                  <a:lnTo>
                    <a:pt x="176776" y="114355"/>
                  </a:lnTo>
                  <a:lnTo>
                    <a:pt x="0" y="11835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721" name="Google Shape;721;p7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2" name="Google Shape;722;p7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3" name="Google Shape;723;p7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4" name="Google Shape;724;p73"/>
          <p:cNvSpPr txBox="1"/>
          <p:nvPr>
            <p:ph idx="1" type="body"/>
          </p:nvPr>
        </p:nvSpPr>
        <p:spPr>
          <a:xfrm>
            <a:off x="713225" y="1348475"/>
            <a:ext cx="7717500" cy="29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5" name="Google Shape;725;p73"/>
          <p:cNvSpPr txBox="1"/>
          <p:nvPr>
            <p:ph type="title"/>
          </p:nvPr>
        </p:nvSpPr>
        <p:spPr>
          <a:xfrm>
            <a:off x="713250" y="683125"/>
            <a:ext cx="7717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_1_2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74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728" name="Google Shape;728;p74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729" name="Google Shape;729;p74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730" name="Google Shape;730;p7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1" name="Google Shape;731;p7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32" name="Google Shape;732;p7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3" name="Google Shape;733;p74"/>
          <p:cNvSpPr txBox="1"/>
          <p:nvPr>
            <p:ph idx="1" type="body"/>
          </p:nvPr>
        </p:nvSpPr>
        <p:spPr>
          <a:xfrm>
            <a:off x="713225" y="1348475"/>
            <a:ext cx="7717500" cy="29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34" name="Google Shape;734;p7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75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737" name="Google Shape;737;p75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738" name="Google Shape;738;p75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739" name="Google Shape;739;p75"/>
          <p:cNvSpPr/>
          <p:nvPr/>
        </p:nvSpPr>
        <p:spPr>
          <a:xfrm>
            <a:off x="5867575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740" name="Google Shape;740;p7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7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742" name="Google Shape;742;p7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7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1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76"/>
          <p:cNvSpPr/>
          <p:nvPr/>
        </p:nvSpPr>
        <p:spPr>
          <a:xfrm>
            <a:off x="1974642" y="3927350"/>
            <a:ext cx="4028750" cy="1428400"/>
          </a:xfrm>
          <a:custGeom>
            <a:rect b="b" l="l" r="r" t="t"/>
            <a:pathLst>
              <a:path extrusionOk="0" h="57136" w="161150">
                <a:moveTo>
                  <a:pt x="161150" y="57136"/>
                </a:moveTo>
                <a:lnTo>
                  <a:pt x="0" y="50398"/>
                </a:lnTo>
                <a:lnTo>
                  <a:pt x="46254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746" name="Google Shape;746;p76"/>
          <p:cNvSpPr/>
          <p:nvPr/>
        </p:nvSpPr>
        <p:spPr>
          <a:xfrm>
            <a:off x="636700" y="-1622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215727" y="221220"/>
                </a:moveTo>
                <a:lnTo>
                  <a:pt x="344564" y="221220"/>
                </a:lnTo>
                <a:lnTo>
                  <a:pt x="343908" y="103150"/>
                </a:lnTo>
                <a:lnTo>
                  <a:pt x="165790" y="108862"/>
                </a:lnTo>
                <a:lnTo>
                  <a:pt x="0" y="0"/>
                </a:lnTo>
                <a:lnTo>
                  <a:pt x="100872" y="164792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747" name="Google Shape;747;p76"/>
          <p:cNvSpPr/>
          <p:nvPr/>
        </p:nvSpPr>
        <p:spPr>
          <a:xfrm>
            <a:off x="600075" y="-199725"/>
            <a:ext cx="8638250" cy="2759025"/>
          </a:xfrm>
          <a:custGeom>
            <a:rect b="b" l="l" r="r" t="t"/>
            <a:pathLst>
              <a:path extrusionOk="0" h="110361" w="345530">
                <a:moveTo>
                  <a:pt x="345373" y="104648"/>
                </a:moveTo>
                <a:lnTo>
                  <a:pt x="345530" y="0"/>
                </a:lnTo>
                <a:lnTo>
                  <a:pt x="0" y="534"/>
                </a:lnTo>
                <a:lnTo>
                  <a:pt x="166756" y="11036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748" name="Google Shape;748;p76"/>
          <p:cNvSpPr/>
          <p:nvPr/>
        </p:nvSpPr>
        <p:spPr>
          <a:xfrm>
            <a:off x="-237200" y="-212225"/>
            <a:ext cx="3422675" cy="5580450"/>
          </a:xfrm>
          <a:custGeom>
            <a:rect b="b" l="l" r="r" t="t"/>
            <a:pathLst>
              <a:path extrusionOk="0" h="223218" w="136907">
                <a:moveTo>
                  <a:pt x="81896" y="223218"/>
                </a:moveTo>
                <a:lnTo>
                  <a:pt x="0" y="223218"/>
                </a:lnTo>
                <a:lnTo>
                  <a:pt x="0" y="0"/>
                </a:lnTo>
                <a:lnTo>
                  <a:pt x="33457" y="0"/>
                </a:lnTo>
                <a:lnTo>
                  <a:pt x="136907" y="163139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749" name="Google Shape;749;p7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76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751" name="Google Shape;751;p7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52" name="Google Shape;752;p7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1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77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755" name="Google Shape;755;p77"/>
          <p:cNvSpPr/>
          <p:nvPr/>
        </p:nvSpPr>
        <p:spPr>
          <a:xfrm>
            <a:off x="632825" y="2596700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756" name="Google Shape;756;p77"/>
          <p:cNvSpPr/>
          <p:nvPr/>
        </p:nvSpPr>
        <p:spPr>
          <a:xfrm flipH="1">
            <a:off x="-237191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757" name="Google Shape;757;p7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7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759" name="Google Shape;759;p7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0" name="Google Shape;760;p7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78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763" name="Google Shape;763;p78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764" name="Google Shape;764;p78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765" name="Google Shape;765;p7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78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767" name="Google Shape;767;p7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68" name="Google Shape;768;p7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CUSTOM_1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79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771" name="Google Shape;771;p79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772" name="Google Shape;772;p79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773" name="Google Shape;773;p7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7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775" name="Google Shape;775;p7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6" name="Google Shape;776;p7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CUSTOM_1_1_1_1_1_1_2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80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779" name="Google Shape;779;p80"/>
          <p:cNvSpPr/>
          <p:nvPr/>
        </p:nvSpPr>
        <p:spPr>
          <a:xfrm>
            <a:off x="545550" y="2596700"/>
            <a:ext cx="8694300" cy="2781500"/>
          </a:xfrm>
          <a:custGeom>
            <a:rect b="b" l="l" r="r" t="t"/>
            <a:pathLst>
              <a:path extrusionOk="0" h="111260" w="347772">
                <a:moveTo>
                  <a:pt x="347772" y="6056"/>
                </a:moveTo>
                <a:lnTo>
                  <a:pt x="347711" y="110361"/>
                </a:lnTo>
                <a:lnTo>
                  <a:pt x="0" y="111260"/>
                </a:lnTo>
                <a:lnTo>
                  <a:pt x="168937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780" name="Google Shape;780;p80"/>
          <p:cNvSpPr/>
          <p:nvPr/>
        </p:nvSpPr>
        <p:spPr>
          <a:xfrm flipH="1">
            <a:off x="1816614" y="-199750"/>
            <a:ext cx="4203083" cy="139822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781" name="Google Shape;781;p80"/>
          <p:cNvSpPr/>
          <p:nvPr/>
        </p:nvSpPr>
        <p:spPr>
          <a:xfrm>
            <a:off x="-226275" y="-287950"/>
            <a:ext cx="3383225" cy="5656175"/>
          </a:xfrm>
          <a:custGeom>
            <a:rect b="b" l="l" r="r" t="t"/>
            <a:pathLst>
              <a:path extrusionOk="0" h="226247" w="135329">
                <a:moveTo>
                  <a:pt x="78639" y="0"/>
                </a:moveTo>
                <a:lnTo>
                  <a:pt x="0" y="3029"/>
                </a:lnTo>
                <a:lnTo>
                  <a:pt x="0" y="226247"/>
                </a:lnTo>
                <a:lnTo>
                  <a:pt x="33457" y="226247"/>
                </a:lnTo>
                <a:lnTo>
                  <a:pt x="135329" y="60956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782" name="Google Shape;782;p8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8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784" name="Google Shape;784;p8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5" name="Google Shape;785;p8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CUSTOM_1_1_1_1_1_1_2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81"/>
          <p:cNvSpPr/>
          <p:nvPr/>
        </p:nvSpPr>
        <p:spPr>
          <a:xfrm flipH="1" rot="10800000">
            <a:off x="-111375" y="-1747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788" name="Google Shape;788;p81"/>
          <p:cNvSpPr/>
          <p:nvPr/>
        </p:nvSpPr>
        <p:spPr>
          <a:xfrm rot="10800000">
            <a:off x="-98900" y="-212225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789" name="Google Shape;789;p8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0" name="Google Shape;790;p81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791" name="Google Shape;791;p8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2" name="Google Shape;792;p8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3">
  <p:cSld name="CUSTOM_1_1_1_1_1_1_2_1_1_1_1_1_1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82"/>
          <p:cNvGrpSpPr/>
          <p:nvPr/>
        </p:nvGrpSpPr>
        <p:grpSpPr>
          <a:xfrm>
            <a:off x="-149800" y="-124843"/>
            <a:ext cx="9350666" cy="5418150"/>
            <a:chOff x="-149800" y="-124843"/>
            <a:chExt cx="9350666" cy="5418150"/>
          </a:xfrm>
        </p:grpSpPr>
        <p:sp>
          <p:nvSpPr>
            <p:cNvPr id="795" name="Google Shape;795;p82"/>
            <p:cNvSpPr/>
            <p:nvPr/>
          </p:nvSpPr>
          <p:spPr>
            <a:xfrm>
              <a:off x="-149800" y="1164482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796" name="Google Shape;796;p82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797" name="Google Shape;797;p8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8" name="Google Shape;798;p82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799" name="Google Shape;799;p8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0" name="Google Shape;800;p8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4">
  <p:cSld name="CUSTOM_1_1_1_1_1_1_2_1_1_1_1_1_1_1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83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803" name="Google Shape;803;p83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804" name="Google Shape;804;p83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805" name="Google Shape;805;p8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6" name="Google Shape;806;p83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807" name="Google Shape;807;p8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8" name="Google Shape;808;p8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5">
  <p:cSld name="CUSTOM_1_1_1_1_1_1_2_1_1_1_1_1_1_1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84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811" name="Google Shape;811;p84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812" name="Google Shape;812;p8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84"/>
          <p:cNvSpPr txBox="1"/>
          <p:nvPr>
            <p:ph type="title"/>
          </p:nvPr>
        </p:nvSpPr>
        <p:spPr>
          <a:xfrm>
            <a:off x="713275" y="683125"/>
            <a:ext cx="7717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814" name="Google Shape;814;p8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5" name="Google Shape;815;p8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6">
  <p:cSld name="CUSTOM_1_1_1_1_1_1_2_1_1_1_1_1_1_1_1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85"/>
          <p:cNvSpPr/>
          <p:nvPr/>
        </p:nvSpPr>
        <p:spPr>
          <a:xfrm flipH="1" rot="10800000">
            <a:off x="-74909" y="-62416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818" name="Google Shape;818;p85"/>
          <p:cNvSpPr/>
          <p:nvPr/>
        </p:nvSpPr>
        <p:spPr>
          <a:xfrm flipH="1" rot="10800000">
            <a:off x="1672891" y="1398241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819" name="Google Shape;819;p8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0" name="Google Shape;820;p8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1" name="Google Shape;821;p8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2" name="Google Shape;822;p8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7">
  <p:cSld name="CUSTOM_1_1_1_1_1_1_2_1_1_1_1_1_1_1_1_2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86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825" name="Google Shape;825;p86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826" name="Google Shape;826;p8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27" name="Google Shape;827;p8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8" name="Google Shape;828;p8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9" name="Google Shape;829;p86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_1_1_1_1_2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87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832" name="Google Shape;832;p87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833" name="Google Shape;833;p8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4" name="Google Shape;834;p87"/>
          <p:cNvSpPr txBox="1"/>
          <p:nvPr>
            <p:ph type="title"/>
          </p:nvPr>
        </p:nvSpPr>
        <p:spPr>
          <a:xfrm>
            <a:off x="1042450" y="2874242"/>
            <a:ext cx="3702300" cy="62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35" name="Google Shape;835;p87"/>
          <p:cNvSpPr txBox="1"/>
          <p:nvPr>
            <p:ph hasCustomPrompt="1" idx="2" type="title"/>
          </p:nvPr>
        </p:nvSpPr>
        <p:spPr>
          <a:xfrm>
            <a:off x="1042504" y="1276888"/>
            <a:ext cx="3702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36" name="Google Shape;836;p87"/>
          <p:cNvSpPr txBox="1"/>
          <p:nvPr>
            <p:ph idx="1" type="subTitle"/>
          </p:nvPr>
        </p:nvSpPr>
        <p:spPr>
          <a:xfrm>
            <a:off x="1042450" y="3718263"/>
            <a:ext cx="3702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37" name="Google Shape;837;p87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838" name="Google Shape;838;p8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9" name="Google Shape;839;p8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_1_1_1_1_1_2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88"/>
          <p:cNvSpPr/>
          <p:nvPr/>
        </p:nvSpPr>
        <p:spPr>
          <a:xfrm>
            <a:off x="636700" y="-1622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215727" y="221220"/>
                </a:moveTo>
                <a:lnTo>
                  <a:pt x="344564" y="221220"/>
                </a:lnTo>
                <a:lnTo>
                  <a:pt x="343908" y="103150"/>
                </a:lnTo>
                <a:lnTo>
                  <a:pt x="165790" y="108862"/>
                </a:lnTo>
                <a:lnTo>
                  <a:pt x="0" y="0"/>
                </a:lnTo>
                <a:lnTo>
                  <a:pt x="100872" y="164792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842" name="Google Shape;842;p88"/>
          <p:cNvSpPr/>
          <p:nvPr/>
        </p:nvSpPr>
        <p:spPr>
          <a:xfrm>
            <a:off x="600075" y="-199725"/>
            <a:ext cx="8638250" cy="2759025"/>
          </a:xfrm>
          <a:custGeom>
            <a:rect b="b" l="l" r="r" t="t"/>
            <a:pathLst>
              <a:path extrusionOk="0" h="110361" w="345530">
                <a:moveTo>
                  <a:pt x="345373" y="104648"/>
                </a:moveTo>
                <a:lnTo>
                  <a:pt x="345530" y="0"/>
                </a:lnTo>
                <a:lnTo>
                  <a:pt x="0" y="534"/>
                </a:lnTo>
                <a:lnTo>
                  <a:pt x="166756" y="11036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843" name="Google Shape;843;p8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88"/>
          <p:cNvSpPr txBox="1"/>
          <p:nvPr>
            <p:ph type="title"/>
          </p:nvPr>
        </p:nvSpPr>
        <p:spPr>
          <a:xfrm>
            <a:off x="4444188" y="2874242"/>
            <a:ext cx="3702300" cy="62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5" name="Google Shape;845;p88"/>
          <p:cNvSpPr txBox="1"/>
          <p:nvPr>
            <p:ph hasCustomPrompt="1" idx="2" type="title"/>
          </p:nvPr>
        </p:nvSpPr>
        <p:spPr>
          <a:xfrm>
            <a:off x="4444242" y="1276888"/>
            <a:ext cx="3702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46" name="Google Shape;846;p88"/>
          <p:cNvSpPr txBox="1"/>
          <p:nvPr>
            <p:ph idx="1" type="subTitle"/>
          </p:nvPr>
        </p:nvSpPr>
        <p:spPr>
          <a:xfrm>
            <a:off x="4444188" y="3718263"/>
            <a:ext cx="3702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47" name="Google Shape;847;p88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848" name="Google Shape;848;p8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9" name="Google Shape;849;p8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_1_1_1_1_1_2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89"/>
          <p:cNvSpPr/>
          <p:nvPr/>
        </p:nvSpPr>
        <p:spPr>
          <a:xfrm>
            <a:off x="-239800" y="-124825"/>
            <a:ext cx="4422355" cy="5368200"/>
          </a:xfrm>
          <a:custGeom>
            <a:rect b="b" l="l" r="r" t="t"/>
            <a:pathLst>
              <a:path extrusionOk="0" h="214728" w="174280">
                <a:moveTo>
                  <a:pt x="2997" y="0"/>
                </a:moveTo>
                <a:lnTo>
                  <a:pt x="174280" y="125341"/>
                </a:lnTo>
                <a:lnTo>
                  <a:pt x="174280" y="214728"/>
                </a:lnTo>
                <a:lnTo>
                  <a:pt x="0" y="214728"/>
                </a:lnTo>
                <a:lnTo>
                  <a:pt x="0" y="49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852" name="Google Shape;852;p89"/>
          <p:cNvSpPr/>
          <p:nvPr/>
        </p:nvSpPr>
        <p:spPr>
          <a:xfrm>
            <a:off x="4182502" y="1960030"/>
            <a:ext cx="4219583" cy="3295825"/>
          </a:xfrm>
          <a:custGeom>
            <a:rect b="b" l="l" r="r" t="t"/>
            <a:pathLst>
              <a:path extrusionOk="0" h="131833" w="166289">
                <a:moveTo>
                  <a:pt x="0" y="131833"/>
                </a:moveTo>
                <a:lnTo>
                  <a:pt x="12484" y="131334"/>
                </a:lnTo>
                <a:lnTo>
                  <a:pt x="166289" y="131334"/>
                </a:lnTo>
                <a:lnTo>
                  <a:pt x="95878" y="0"/>
                </a:lnTo>
                <a:lnTo>
                  <a:pt x="0" y="42946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853" name="Google Shape;853;p89"/>
          <p:cNvSpPr/>
          <p:nvPr/>
        </p:nvSpPr>
        <p:spPr>
          <a:xfrm>
            <a:off x="-151090" y="-99863"/>
            <a:ext cx="6918621" cy="3121050"/>
          </a:xfrm>
          <a:custGeom>
            <a:rect b="b" l="l" r="r" t="t"/>
            <a:pathLst>
              <a:path extrusionOk="0" h="124842" w="272655">
                <a:moveTo>
                  <a:pt x="0" y="0"/>
                </a:moveTo>
                <a:lnTo>
                  <a:pt x="272655" y="0"/>
                </a:lnTo>
                <a:lnTo>
                  <a:pt x="266164" y="82895"/>
                </a:lnTo>
                <a:lnTo>
                  <a:pt x="171284" y="124842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854" name="Google Shape;854;p89"/>
          <p:cNvSpPr/>
          <p:nvPr/>
        </p:nvSpPr>
        <p:spPr>
          <a:xfrm>
            <a:off x="6626802" y="1954877"/>
            <a:ext cx="2785600" cy="3323000"/>
          </a:xfrm>
          <a:custGeom>
            <a:rect b="b" l="l" r="r" t="t"/>
            <a:pathLst>
              <a:path extrusionOk="0" h="132920" w="111424">
                <a:moveTo>
                  <a:pt x="0" y="878"/>
                </a:moveTo>
                <a:lnTo>
                  <a:pt x="71505" y="132920"/>
                </a:lnTo>
                <a:lnTo>
                  <a:pt x="111424" y="132920"/>
                </a:lnTo>
                <a:lnTo>
                  <a:pt x="107038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855" name="Google Shape;855;p8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89"/>
          <p:cNvSpPr txBox="1"/>
          <p:nvPr>
            <p:ph type="title"/>
          </p:nvPr>
        </p:nvSpPr>
        <p:spPr>
          <a:xfrm>
            <a:off x="2764312" y="2746230"/>
            <a:ext cx="3615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57" name="Google Shape;857;p89"/>
          <p:cNvSpPr txBox="1"/>
          <p:nvPr>
            <p:ph hasCustomPrompt="1" idx="2" type="title"/>
          </p:nvPr>
        </p:nvSpPr>
        <p:spPr>
          <a:xfrm>
            <a:off x="2764365" y="1148900"/>
            <a:ext cx="3615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58" name="Google Shape;858;p89"/>
          <p:cNvSpPr txBox="1"/>
          <p:nvPr>
            <p:ph idx="1" type="subTitle"/>
          </p:nvPr>
        </p:nvSpPr>
        <p:spPr>
          <a:xfrm>
            <a:off x="2764312" y="3590275"/>
            <a:ext cx="3615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59" name="Google Shape;859;p89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860" name="Google Shape;860;p8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8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1_1_1_1_1_1_2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90"/>
          <p:cNvSpPr/>
          <p:nvPr/>
        </p:nvSpPr>
        <p:spPr>
          <a:xfrm rot="10800000">
            <a:off x="2684116" y="-137325"/>
            <a:ext cx="6629125" cy="2933800"/>
          </a:xfrm>
          <a:custGeom>
            <a:rect b="b" l="l" r="r" t="t"/>
            <a:pathLst>
              <a:path extrusionOk="0" h="117352" w="265165">
                <a:moveTo>
                  <a:pt x="155803" y="0"/>
                </a:moveTo>
                <a:lnTo>
                  <a:pt x="218724" y="40948"/>
                </a:lnTo>
                <a:lnTo>
                  <a:pt x="265165" y="117352"/>
                </a:lnTo>
                <a:lnTo>
                  <a:pt x="0" y="117352"/>
                </a:lnTo>
                <a:lnTo>
                  <a:pt x="0" y="58426"/>
                </a:lnTo>
                <a:lnTo>
                  <a:pt x="57427" y="5842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864" name="Google Shape;864;p90"/>
          <p:cNvSpPr/>
          <p:nvPr/>
        </p:nvSpPr>
        <p:spPr>
          <a:xfrm>
            <a:off x="2883850" y="3632900"/>
            <a:ext cx="6354475" cy="1598000"/>
          </a:xfrm>
          <a:custGeom>
            <a:rect b="b" l="l" r="r" t="t"/>
            <a:pathLst>
              <a:path extrusionOk="0" h="63920" w="254179">
                <a:moveTo>
                  <a:pt x="153806" y="0"/>
                </a:moveTo>
                <a:lnTo>
                  <a:pt x="0" y="63920"/>
                </a:lnTo>
                <a:lnTo>
                  <a:pt x="254179" y="6392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865" name="Google Shape;865;p90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866" name="Google Shape;866;p9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90"/>
          <p:cNvSpPr txBox="1"/>
          <p:nvPr>
            <p:ph type="title"/>
          </p:nvPr>
        </p:nvSpPr>
        <p:spPr>
          <a:xfrm>
            <a:off x="4319913" y="2618205"/>
            <a:ext cx="3702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68" name="Google Shape;868;p90"/>
          <p:cNvSpPr txBox="1"/>
          <p:nvPr>
            <p:ph hasCustomPrompt="1" idx="2" type="title"/>
          </p:nvPr>
        </p:nvSpPr>
        <p:spPr>
          <a:xfrm>
            <a:off x="4319967" y="1148888"/>
            <a:ext cx="3702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69" name="Google Shape;869;p90"/>
          <p:cNvSpPr txBox="1"/>
          <p:nvPr>
            <p:ph idx="1" type="subTitle"/>
          </p:nvPr>
        </p:nvSpPr>
        <p:spPr>
          <a:xfrm>
            <a:off x="4319913" y="3437863"/>
            <a:ext cx="3702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70" name="Google Shape;870;p90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871" name="Google Shape;871;p9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2" name="Google Shape;872;p9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1_1_1_1_1_1_2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91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875" name="Google Shape;875;p91"/>
          <p:cNvSpPr/>
          <p:nvPr/>
        </p:nvSpPr>
        <p:spPr>
          <a:xfrm>
            <a:off x="632825" y="2596700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876" name="Google Shape;876;p91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877" name="Google Shape;877;p9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91"/>
          <p:cNvSpPr txBox="1"/>
          <p:nvPr>
            <p:ph type="title"/>
          </p:nvPr>
        </p:nvSpPr>
        <p:spPr>
          <a:xfrm>
            <a:off x="839825" y="2798905"/>
            <a:ext cx="35691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79" name="Google Shape;879;p91"/>
          <p:cNvSpPr txBox="1"/>
          <p:nvPr>
            <p:ph hasCustomPrompt="1" idx="2" type="title"/>
          </p:nvPr>
        </p:nvSpPr>
        <p:spPr>
          <a:xfrm>
            <a:off x="839877" y="1201575"/>
            <a:ext cx="35691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80" name="Google Shape;880;p91"/>
          <p:cNvSpPr txBox="1"/>
          <p:nvPr>
            <p:ph idx="1" type="subTitle"/>
          </p:nvPr>
        </p:nvSpPr>
        <p:spPr>
          <a:xfrm>
            <a:off x="839825" y="3642950"/>
            <a:ext cx="35691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81" name="Google Shape;881;p91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882" name="Google Shape;882;p9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3" name="Google Shape;883;p9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6">
  <p:cSld name="CUSTOM_1_1_1_1_1_1_2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92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886" name="Google Shape;886;p92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887" name="Google Shape;887;p92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888" name="Google Shape;888;p9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92"/>
          <p:cNvSpPr txBox="1"/>
          <p:nvPr>
            <p:ph type="title"/>
          </p:nvPr>
        </p:nvSpPr>
        <p:spPr>
          <a:xfrm>
            <a:off x="3150162" y="2536338"/>
            <a:ext cx="28437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90" name="Google Shape;890;p92"/>
          <p:cNvSpPr txBox="1"/>
          <p:nvPr>
            <p:ph hasCustomPrompt="1" idx="2" type="title"/>
          </p:nvPr>
        </p:nvSpPr>
        <p:spPr>
          <a:xfrm>
            <a:off x="3150226" y="1104400"/>
            <a:ext cx="28437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91" name="Google Shape;891;p92"/>
          <p:cNvSpPr txBox="1"/>
          <p:nvPr>
            <p:ph idx="1" type="subTitle"/>
          </p:nvPr>
        </p:nvSpPr>
        <p:spPr>
          <a:xfrm>
            <a:off x="3150162" y="3791875"/>
            <a:ext cx="28437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92" name="Google Shape;892;p92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893" name="Google Shape;893;p9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4" name="Google Shape;894;p9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7">
  <p:cSld name="CUSTOM_1_1_1_1_1_1_2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93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897" name="Google Shape;897;p93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898" name="Google Shape;898;p93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899" name="Google Shape;899;p9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93"/>
          <p:cNvSpPr txBox="1"/>
          <p:nvPr>
            <p:ph type="title"/>
          </p:nvPr>
        </p:nvSpPr>
        <p:spPr>
          <a:xfrm>
            <a:off x="3024350" y="2536338"/>
            <a:ext cx="30954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01" name="Google Shape;901;p93"/>
          <p:cNvSpPr txBox="1"/>
          <p:nvPr>
            <p:ph hasCustomPrompt="1" idx="2" type="title"/>
          </p:nvPr>
        </p:nvSpPr>
        <p:spPr>
          <a:xfrm>
            <a:off x="3024420" y="1104400"/>
            <a:ext cx="30954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2" name="Google Shape;902;p93"/>
          <p:cNvSpPr txBox="1"/>
          <p:nvPr>
            <p:ph idx="1" type="subTitle"/>
          </p:nvPr>
        </p:nvSpPr>
        <p:spPr>
          <a:xfrm>
            <a:off x="3024350" y="3791875"/>
            <a:ext cx="30954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03" name="Google Shape;903;p93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904" name="Google Shape;904;p9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5" name="Google Shape;905;p9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8">
  <p:cSld name="CUSTOM_1_1_1_1_1_1_2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94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908" name="Google Shape;908;p94"/>
          <p:cNvSpPr/>
          <p:nvPr/>
        </p:nvSpPr>
        <p:spPr>
          <a:xfrm flipH="1">
            <a:off x="1816614" y="-199750"/>
            <a:ext cx="4203083" cy="139822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909" name="Google Shape;909;p94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910" name="Google Shape;910;p9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94"/>
          <p:cNvSpPr txBox="1"/>
          <p:nvPr>
            <p:ph type="title"/>
          </p:nvPr>
        </p:nvSpPr>
        <p:spPr>
          <a:xfrm>
            <a:off x="4416625" y="2536338"/>
            <a:ext cx="40140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12" name="Google Shape;912;p94"/>
          <p:cNvSpPr txBox="1"/>
          <p:nvPr>
            <p:ph hasCustomPrompt="1" idx="2" type="title"/>
          </p:nvPr>
        </p:nvSpPr>
        <p:spPr>
          <a:xfrm>
            <a:off x="4416715" y="1104400"/>
            <a:ext cx="40140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3" name="Google Shape;913;p94"/>
          <p:cNvSpPr txBox="1"/>
          <p:nvPr>
            <p:ph idx="1" type="subTitle"/>
          </p:nvPr>
        </p:nvSpPr>
        <p:spPr>
          <a:xfrm>
            <a:off x="4416625" y="3791875"/>
            <a:ext cx="40140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14" name="Google Shape;914;p94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915" name="Google Shape;915;p9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6" name="Google Shape;916;p9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9">
  <p:cSld name="CUSTOM_1_1_1_1_1_1_2_1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95"/>
          <p:cNvSpPr/>
          <p:nvPr/>
        </p:nvSpPr>
        <p:spPr>
          <a:xfrm flipH="1" rot="10800000">
            <a:off x="-74900" y="1635441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919" name="Google Shape;919;p95"/>
          <p:cNvSpPr/>
          <p:nvPr/>
        </p:nvSpPr>
        <p:spPr>
          <a:xfrm flipH="1" rot="10800000">
            <a:off x="-74909" y="-74900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920" name="Google Shape;920;p95"/>
          <p:cNvSpPr/>
          <p:nvPr/>
        </p:nvSpPr>
        <p:spPr>
          <a:xfrm flipH="1" rot="10800000">
            <a:off x="1672891" y="1385757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921" name="Google Shape;921;p9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95"/>
          <p:cNvSpPr txBox="1"/>
          <p:nvPr>
            <p:ph type="title"/>
          </p:nvPr>
        </p:nvSpPr>
        <p:spPr>
          <a:xfrm>
            <a:off x="811150" y="2524950"/>
            <a:ext cx="40140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3" name="Google Shape;923;p95"/>
          <p:cNvSpPr txBox="1"/>
          <p:nvPr>
            <p:ph hasCustomPrompt="1" idx="2" type="title"/>
          </p:nvPr>
        </p:nvSpPr>
        <p:spPr>
          <a:xfrm>
            <a:off x="811240" y="1093013"/>
            <a:ext cx="40140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24" name="Google Shape;924;p95"/>
          <p:cNvSpPr txBox="1"/>
          <p:nvPr>
            <p:ph idx="1" type="subTitle"/>
          </p:nvPr>
        </p:nvSpPr>
        <p:spPr>
          <a:xfrm>
            <a:off x="811150" y="3780488"/>
            <a:ext cx="40140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25" name="Google Shape;925;p95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926" name="Google Shape;926;p9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7" name="Google Shape;927;p9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9" name="Google Shape;929;p96"/>
          <p:cNvGrpSpPr/>
          <p:nvPr/>
        </p:nvGrpSpPr>
        <p:grpSpPr>
          <a:xfrm>
            <a:off x="-149800" y="-124843"/>
            <a:ext cx="9363150" cy="5430643"/>
            <a:chOff x="-149800" y="-124843"/>
            <a:chExt cx="9363150" cy="5430643"/>
          </a:xfrm>
        </p:grpSpPr>
        <p:sp>
          <p:nvSpPr>
            <p:cNvPr id="930" name="Google Shape;930;p96"/>
            <p:cNvSpPr/>
            <p:nvPr/>
          </p:nvSpPr>
          <p:spPr>
            <a:xfrm>
              <a:off x="-149800" y="-112350"/>
              <a:ext cx="7428100" cy="2272125"/>
            </a:xfrm>
            <a:custGeom>
              <a:rect b="b" l="l" r="r" t="t"/>
              <a:pathLst>
                <a:path extrusionOk="0" h="90885" w="297124">
                  <a:moveTo>
                    <a:pt x="0" y="90885"/>
                  </a:moveTo>
                  <a:lnTo>
                    <a:pt x="0" y="80897"/>
                  </a:lnTo>
                  <a:lnTo>
                    <a:pt x="0" y="0"/>
                  </a:lnTo>
                  <a:lnTo>
                    <a:pt x="297124" y="0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931" name="Google Shape;931;p96"/>
            <p:cNvSpPr/>
            <p:nvPr/>
          </p:nvSpPr>
          <p:spPr>
            <a:xfrm>
              <a:off x="-149800" y="1164482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932" name="Google Shape;932;p96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  <p:sp>
          <p:nvSpPr>
            <p:cNvPr id="933" name="Google Shape;933;p96"/>
            <p:cNvSpPr/>
            <p:nvPr/>
          </p:nvSpPr>
          <p:spPr>
            <a:xfrm>
              <a:off x="2983725" y="411975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</p:grpSp>
      <p:sp>
        <p:nvSpPr>
          <p:cNvPr id="934" name="Google Shape;934;p9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96"/>
          <p:cNvSpPr txBox="1"/>
          <p:nvPr>
            <p:ph idx="1" type="subTitle"/>
          </p:nvPr>
        </p:nvSpPr>
        <p:spPr>
          <a:xfrm>
            <a:off x="1367325" y="3680301"/>
            <a:ext cx="3100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6" name="Google Shape;936;p96"/>
          <p:cNvSpPr txBox="1"/>
          <p:nvPr>
            <p:ph idx="2" type="subTitle"/>
          </p:nvPr>
        </p:nvSpPr>
        <p:spPr>
          <a:xfrm>
            <a:off x="4675875" y="3680301"/>
            <a:ext cx="3100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7" name="Google Shape;937;p96"/>
          <p:cNvSpPr txBox="1"/>
          <p:nvPr>
            <p:ph type="title"/>
          </p:nvPr>
        </p:nvSpPr>
        <p:spPr>
          <a:xfrm>
            <a:off x="1371550" y="3400650"/>
            <a:ext cx="3100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938" name="Google Shape;938;p96"/>
          <p:cNvSpPr txBox="1"/>
          <p:nvPr>
            <p:ph idx="3" type="title"/>
          </p:nvPr>
        </p:nvSpPr>
        <p:spPr>
          <a:xfrm>
            <a:off x="4675875" y="3400650"/>
            <a:ext cx="3100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939" name="Google Shape;939;p96"/>
          <p:cNvSpPr txBox="1"/>
          <p:nvPr>
            <p:ph idx="4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940" name="Google Shape;940;p9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1" name="Google Shape;941;p9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2">
  <p:cSld name="CUSTOM_1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97"/>
          <p:cNvSpPr/>
          <p:nvPr/>
        </p:nvSpPr>
        <p:spPr>
          <a:xfrm rot="10800000">
            <a:off x="1791252" y="3021182"/>
            <a:ext cx="7428100" cy="2272125"/>
          </a:xfrm>
          <a:custGeom>
            <a:rect b="b" l="l" r="r" t="t"/>
            <a:pathLst>
              <a:path extrusionOk="0" h="90885" w="297124">
                <a:moveTo>
                  <a:pt x="0" y="90885"/>
                </a:moveTo>
                <a:lnTo>
                  <a:pt x="0" y="80897"/>
                </a:lnTo>
                <a:lnTo>
                  <a:pt x="0" y="0"/>
                </a:lnTo>
                <a:lnTo>
                  <a:pt x="297124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944" name="Google Shape;944;p97"/>
          <p:cNvSpPr/>
          <p:nvPr/>
        </p:nvSpPr>
        <p:spPr>
          <a:xfrm rot="10800000">
            <a:off x="3710841" y="-90416"/>
            <a:ext cx="5480575" cy="4128825"/>
          </a:xfrm>
          <a:custGeom>
            <a:rect b="b" l="l" r="r" t="t"/>
            <a:pathLst>
              <a:path extrusionOk="0" h="165153" w="219223">
                <a:moveTo>
                  <a:pt x="0" y="40311"/>
                </a:moveTo>
                <a:lnTo>
                  <a:pt x="0" y="165153"/>
                </a:lnTo>
                <a:lnTo>
                  <a:pt x="219223" y="165153"/>
                </a:lnTo>
                <a:lnTo>
                  <a:pt x="123872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945" name="Google Shape;945;p97"/>
          <p:cNvSpPr/>
          <p:nvPr/>
        </p:nvSpPr>
        <p:spPr>
          <a:xfrm>
            <a:off x="-137325" y="961300"/>
            <a:ext cx="3731225" cy="4344500"/>
          </a:xfrm>
          <a:custGeom>
            <a:rect b="b" l="l" r="r" t="t"/>
            <a:pathLst>
              <a:path extrusionOk="0" h="173780" w="149249">
                <a:moveTo>
                  <a:pt x="96194" y="167653"/>
                </a:moveTo>
                <a:lnTo>
                  <a:pt x="0" y="173780"/>
                </a:lnTo>
                <a:lnTo>
                  <a:pt x="0" y="0"/>
                </a:lnTo>
                <a:lnTo>
                  <a:pt x="149249" y="15132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946" name="Google Shape;946;p9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97"/>
          <p:cNvSpPr txBox="1"/>
          <p:nvPr>
            <p:ph idx="1" type="body"/>
          </p:nvPr>
        </p:nvSpPr>
        <p:spPr>
          <a:xfrm>
            <a:off x="2078825" y="3802375"/>
            <a:ext cx="5229300" cy="6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948" name="Google Shape;948;p97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9" name="Google Shape;949;p97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950" name="Google Shape;950;p9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9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3" name="Google Shape;953;p98"/>
          <p:cNvGrpSpPr/>
          <p:nvPr/>
        </p:nvGrpSpPr>
        <p:grpSpPr>
          <a:xfrm>
            <a:off x="-152625" y="-124843"/>
            <a:ext cx="9355008" cy="5419676"/>
            <a:chOff x="-152625" y="-124843"/>
            <a:chExt cx="9355008" cy="5419676"/>
          </a:xfrm>
        </p:grpSpPr>
        <p:sp>
          <p:nvSpPr>
            <p:cNvPr id="954" name="Google Shape;954;p98"/>
            <p:cNvSpPr/>
            <p:nvPr/>
          </p:nvSpPr>
          <p:spPr>
            <a:xfrm>
              <a:off x="-149800" y="-112350"/>
              <a:ext cx="7428100" cy="2272125"/>
            </a:xfrm>
            <a:custGeom>
              <a:rect b="b" l="l" r="r" t="t"/>
              <a:pathLst>
                <a:path extrusionOk="0" h="90885" w="297124">
                  <a:moveTo>
                    <a:pt x="0" y="90885"/>
                  </a:moveTo>
                  <a:lnTo>
                    <a:pt x="0" y="80897"/>
                  </a:lnTo>
                  <a:lnTo>
                    <a:pt x="0" y="0"/>
                  </a:lnTo>
                  <a:lnTo>
                    <a:pt x="297124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955" name="Google Shape;955;p98"/>
            <p:cNvSpPr/>
            <p:nvPr/>
          </p:nvSpPr>
          <p:spPr>
            <a:xfrm>
              <a:off x="-152625" y="1148825"/>
              <a:ext cx="5483400" cy="4144475"/>
            </a:xfrm>
            <a:custGeom>
              <a:rect b="b" l="l" r="r" t="t"/>
              <a:pathLst>
                <a:path extrusionOk="0" h="165779" w="219336">
                  <a:moveTo>
                    <a:pt x="0" y="40581"/>
                  </a:moveTo>
                  <a:lnTo>
                    <a:pt x="113" y="165779"/>
                  </a:lnTo>
                  <a:lnTo>
                    <a:pt x="219336" y="165779"/>
                  </a:lnTo>
                  <a:lnTo>
                    <a:pt x="125233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956" name="Google Shape;956;p98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957" name="Google Shape;957;p98"/>
            <p:cNvSpPr/>
            <p:nvPr/>
          </p:nvSpPr>
          <p:spPr>
            <a:xfrm>
              <a:off x="2972758" y="401008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958" name="Google Shape;958;p9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98"/>
          <p:cNvSpPr txBox="1"/>
          <p:nvPr>
            <p:ph type="title"/>
          </p:nvPr>
        </p:nvSpPr>
        <p:spPr>
          <a:xfrm>
            <a:off x="713250" y="748938"/>
            <a:ext cx="7717500" cy="12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60" name="Google Shape;960;p98"/>
          <p:cNvSpPr txBox="1"/>
          <p:nvPr>
            <p:ph idx="1" type="body"/>
          </p:nvPr>
        </p:nvSpPr>
        <p:spPr>
          <a:xfrm>
            <a:off x="3068250" y="1958371"/>
            <a:ext cx="3007500" cy="1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400">
                <a:solidFill>
                  <a:srgbClr val="1D262D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200">
                <a:solidFill>
                  <a:srgbClr val="1D262D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200">
                <a:solidFill>
                  <a:srgbClr val="1D262D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9pPr>
          </a:lstStyle>
          <a:p/>
        </p:txBody>
      </p:sp>
      <p:sp>
        <p:nvSpPr>
          <p:cNvPr id="961" name="Google Shape;961;p98"/>
          <p:cNvSpPr txBox="1"/>
          <p:nvPr/>
        </p:nvSpPr>
        <p:spPr>
          <a:xfrm>
            <a:off x="2308225" y="3221200"/>
            <a:ext cx="45255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sz="11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962" name="Google Shape;962;p9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3" name="Google Shape;963;p9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3">
  <p:cSld name="CUSTOM_1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5" name="Google Shape;965;p99"/>
          <p:cNvGrpSpPr/>
          <p:nvPr/>
        </p:nvGrpSpPr>
        <p:grpSpPr>
          <a:xfrm flipH="1" rot="10800000">
            <a:off x="-138833" y="-124843"/>
            <a:ext cx="9352183" cy="5430643"/>
            <a:chOff x="-138833" y="-124843"/>
            <a:chExt cx="9352183" cy="5430643"/>
          </a:xfrm>
        </p:grpSpPr>
        <p:sp>
          <p:nvSpPr>
            <p:cNvPr id="966" name="Google Shape;966;p99"/>
            <p:cNvSpPr/>
            <p:nvPr/>
          </p:nvSpPr>
          <p:spPr>
            <a:xfrm>
              <a:off x="-138833" y="1175449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967" name="Google Shape;967;p99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968" name="Google Shape;968;p99"/>
            <p:cNvSpPr/>
            <p:nvPr/>
          </p:nvSpPr>
          <p:spPr>
            <a:xfrm>
              <a:off x="2983725" y="411975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969" name="Google Shape;969;p9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99"/>
          <p:cNvSpPr txBox="1"/>
          <p:nvPr>
            <p:ph idx="1" type="body"/>
          </p:nvPr>
        </p:nvSpPr>
        <p:spPr>
          <a:xfrm>
            <a:off x="713225" y="1348475"/>
            <a:ext cx="7717500" cy="32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1" name="Google Shape;971;p99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972" name="Google Shape;972;p9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3" name="Google Shape;973;p9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100"/>
          <p:cNvSpPr/>
          <p:nvPr/>
        </p:nvSpPr>
        <p:spPr>
          <a:xfrm>
            <a:off x="-124850" y="-126358"/>
            <a:ext cx="8626600" cy="3433150"/>
          </a:xfrm>
          <a:custGeom>
            <a:rect b="b" l="l" r="r" t="t"/>
            <a:pathLst>
              <a:path extrusionOk="0" h="137326" w="345064">
                <a:moveTo>
                  <a:pt x="0" y="0"/>
                </a:moveTo>
                <a:lnTo>
                  <a:pt x="215728" y="137326"/>
                </a:lnTo>
                <a:lnTo>
                  <a:pt x="345064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976" name="Google Shape;976;p100"/>
          <p:cNvSpPr/>
          <p:nvPr/>
        </p:nvSpPr>
        <p:spPr>
          <a:xfrm>
            <a:off x="5836207" y="-82490"/>
            <a:ext cx="3445650" cy="5180950"/>
          </a:xfrm>
          <a:custGeom>
            <a:rect b="b" l="l" r="r" t="t"/>
            <a:pathLst>
              <a:path extrusionOk="0" h="207238" w="137826">
                <a:moveTo>
                  <a:pt x="104368" y="0"/>
                </a:moveTo>
                <a:lnTo>
                  <a:pt x="137826" y="0"/>
                </a:lnTo>
                <a:lnTo>
                  <a:pt x="137826" y="207238"/>
                </a:lnTo>
                <a:lnTo>
                  <a:pt x="0" y="111859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977" name="Google Shape;977;p100"/>
          <p:cNvSpPr/>
          <p:nvPr/>
        </p:nvSpPr>
        <p:spPr>
          <a:xfrm>
            <a:off x="-137325" y="-124850"/>
            <a:ext cx="3770225" cy="3870125"/>
          </a:xfrm>
          <a:custGeom>
            <a:rect b="b" l="l" r="r" t="t"/>
            <a:pathLst>
              <a:path extrusionOk="0" h="154805" w="150809">
                <a:moveTo>
                  <a:pt x="1498" y="0"/>
                </a:moveTo>
                <a:lnTo>
                  <a:pt x="150809" y="95879"/>
                </a:lnTo>
                <a:lnTo>
                  <a:pt x="51435" y="154805"/>
                </a:lnTo>
                <a:lnTo>
                  <a:pt x="0" y="15480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978" name="Google Shape;978;p100"/>
          <p:cNvSpPr/>
          <p:nvPr/>
        </p:nvSpPr>
        <p:spPr>
          <a:xfrm>
            <a:off x="-65800" y="2281125"/>
            <a:ext cx="5351875" cy="2917200"/>
          </a:xfrm>
          <a:custGeom>
            <a:rect b="b" l="l" r="r" t="t"/>
            <a:pathLst>
              <a:path extrusionOk="0" h="116688" w="214075">
                <a:moveTo>
                  <a:pt x="211881" y="116688"/>
                </a:moveTo>
                <a:lnTo>
                  <a:pt x="0" y="116688"/>
                </a:lnTo>
                <a:lnTo>
                  <a:pt x="0" y="58783"/>
                </a:lnTo>
                <a:lnTo>
                  <a:pt x="48255" y="58783"/>
                </a:lnTo>
                <a:lnTo>
                  <a:pt x="147396" y="0"/>
                </a:lnTo>
                <a:lnTo>
                  <a:pt x="214075" y="4123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01"/>
          <p:cNvSpPr/>
          <p:nvPr/>
        </p:nvSpPr>
        <p:spPr>
          <a:xfrm rot="10800000">
            <a:off x="2684116" y="-137325"/>
            <a:ext cx="6629125" cy="2933800"/>
          </a:xfrm>
          <a:custGeom>
            <a:rect b="b" l="l" r="r" t="t"/>
            <a:pathLst>
              <a:path extrusionOk="0" h="117352" w="265165">
                <a:moveTo>
                  <a:pt x="155803" y="0"/>
                </a:moveTo>
                <a:lnTo>
                  <a:pt x="218724" y="40948"/>
                </a:lnTo>
                <a:lnTo>
                  <a:pt x="265165" y="117352"/>
                </a:lnTo>
                <a:lnTo>
                  <a:pt x="0" y="117352"/>
                </a:lnTo>
                <a:lnTo>
                  <a:pt x="0" y="58426"/>
                </a:lnTo>
                <a:lnTo>
                  <a:pt x="57427" y="5842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981" name="Google Shape;981;p101"/>
          <p:cNvSpPr/>
          <p:nvPr/>
        </p:nvSpPr>
        <p:spPr>
          <a:xfrm>
            <a:off x="2883850" y="3632900"/>
            <a:ext cx="6354475" cy="1598000"/>
          </a:xfrm>
          <a:custGeom>
            <a:rect b="b" l="l" r="r" t="t"/>
            <a:pathLst>
              <a:path extrusionOk="0" h="63920" w="254179">
                <a:moveTo>
                  <a:pt x="153806" y="0"/>
                </a:moveTo>
                <a:lnTo>
                  <a:pt x="0" y="63920"/>
                </a:lnTo>
                <a:lnTo>
                  <a:pt x="254179" y="6392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982" name="Google Shape;982;p101"/>
          <p:cNvSpPr/>
          <p:nvPr/>
        </p:nvSpPr>
        <p:spPr>
          <a:xfrm>
            <a:off x="-87400" y="-112350"/>
            <a:ext cx="3932550" cy="5318275"/>
          </a:xfrm>
          <a:custGeom>
            <a:rect b="b" l="l" r="r" t="t"/>
            <a:pathLst>
              <a:path extrusionOk="0" h="212731" w="157302">
                <a:moveTo>
                  <a:pt x="157302" y="75904"/>
                </a:moveTo>
                <a:lnTo>
                  <a:pt x="120848" y="212731"/>
                </a:lnTo>
                <a:lnTo>
                  <a:pt x="0" y="212731"/>
                </a:lnTo>
                <a:lnTo>
                  <a:pt x="0" y="0"/>
                </a:lnTo>
                <a:lnTo>
                  <a:pt x="111859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983" name="Google Shape;983;p101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102"/>
          <p:cNvSpPr/>
          <p:nvPr/>
        </p:nvSpPr>
        <p:spPr>
          <a:xfrm>
            <a:off x="-239800" y="-124825"/>
            <a:ext cx="4422355" cy="5368200"/>
          </a:xfrm>
          <a:custGeom>
            <a:rect b="b" l="l" r="r" t="t"/>
            <a:pathLst>
              <a:path extrusionOk="0" h="214728" w="174280">
                <a:moveTo>
                  <a:pt x="2997" y="0"/>
                </a:moveTo>
                <a:lnTo>
                  <a:pt x="174280" y="125341"/>
                </a:lnTo>
                <a:lnTo>
                  <a:pt x="174280" y="214728"/>
                </a:lnTo>
                <a:lnTo>
                  <a:pt x="0" y="214728"/>
                </a:lnTo>
                <a:lnTo>
                  <a:pt x="0" y="49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986" name="Google Shape;986;p102"/>
          <p:cNvSpPr/>
          <p:nvPr/>
        </p:nvSpPr>
        <p:spPr>
          <a:xfrm>
            <a:off x="4182502" y="1960030"/>
            <a:ext cx="4219583" cy="3295825"/>
          </a:xfrm>
          <a:custGeom>
            <a:rect b="b" l="l" r="r" t="t"/>
            <a:pathLst>
              <a:path extrusionOk="0" h="131833" w="166289">
                <a:moveTo>
                  <a:pt x="0" y="131833"/>
                </a:moveTo>
                <a:lnTo>
                  <a:pt x="12484" y="131334"/>
                </a:lnTo>
                <a:lnTo>
                  <a:pt x="166289" y="131334"/>
                </a:lnTo>
                <a:lnTo>
                  <a:pt x="95878" y="0"/>
                </a:lnTo>
                <a:lnTo>
                  <a:pt x="0" y="42946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987" name="Google Shape;987;p102"/>
          <p:cNvSpPr/>
          <p:nvPr/>
        </p:nvSpPr>
        <p:spPr>
          <a:xfrm>
            <a:off x="-151090" y="-99863"/>
            <a:ext cx="6918621" cy="3121050"/>
          </a:xfrm>
          <a:custGeom>
            <a:rect b="b" l="l" r="r" t="t"/>
            <a:pathLst>
              <a:path extrusionOk="0" h="124842" w="272655">
                <a:moveTo>
                  <a:pt x="0" y="0"/>
                </a:moveTo>
                <a:lnTo>
                  <a:pt x="272655" y="0"/>
                </a:lnTo>
                <a:lnTo>
                  <a:pt x="266164" y="82895"/>
                </a:lnTo>
                <a:lnTo>
                  <a:pt x="171284" y="124842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988" name="Google Shape;988;p102"/>
          <p:cNvSpPr/>
          <p:nvPr/>
        </p:nvSpPr>
        <p:spPr>
          <a:xfrm>
            <a:off x="6626802" y="1954877"/>
            <a:ext cx="2785600" cy="3323000"/>
          </a:xfrm>
          <a:custGeom>
            <a:rect b="b" l="l" r="r" t="t"/>
            <a:pathLst>
              <a:path extrusionOk="0" h="132920" w="111424">
                <a:moveTo>
                  <a:pt x="0" y="878"/>
                </a:moveTo>
                <a:lnTo>
                  <a:pt x="71505" y="132920"/>
                </a:lnTo>
                <a:lnTo>
                  <a:pt x="111424" y="132920"/>
                </a:lnTo>
                <a:lnTo>
                  <a:pt x="107038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105"/>
          <p:cNvSpPr/>
          <p:nvPr/>
        </p:nvSpPr>
        <p:spPr>
          <a:xfrm>
            <a:off x="-48100" y="-53085"/>
            <a:ext cx="4346950" cy="3402450"/>
          </a:xfrm>
          <a:custGeom>
            <a:rect b="b" l="l" r="r" t="t"/>
            <a:pathLst>
              <a:path extrusionOk="0" h="136098" w="173878">
                <a:moveTo>
                  <a:pt x="0" y="0"/>
                </a:moveTo>
                <a:lnTo>
                  <a:pt x="0" y="136098"/>
                </a:lnTo>
                <a:lnTo>
                  <a:pt x="173878" y="98319"/>
                </a:lnTo>
                <a:lnTo>
                  <a:pt x="130636" y="91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995" name="Google Shape;995;p105"/>
          <p:cNvSpPr/>
          <p:nvPr/>
        </p:nvSpPr>
        <p:spPr>
          <a:xfrm>
            <a:off x="-48100" y="2404900"/>
            <a:ext cx="6793525" cy="3072450"/>
          </a:xfrm>
          <a:custGeom>
            <a:rect b="b" l="l" r="r" t="t"/>
            <a:pathLst>
              <a:path extrusionOk="0" h="122898" w="271741">
                <a:moveTo>
                  <a:pt x="0" y="37780"/>
                </a:moveTo>
                <a:lnTo>
                  <a:pt x="0" y="122898"/>
                </a:lnTo>
                <a:lnTo>
                  <a:pt x="271741" y="122898"/>
                </a:lnTo>
                <a:lnTo>
                  <a:pt x="174333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996" name="Google Shape;996;p105"/>
          <p:cNvSpPr/>
          <p:nvPr/>
        </p:nvSpPr>
        <p:spPr>
          <a:xfrm>
            <a:off x="3200731" y="-70150"/>
            <a:ext cx="6065225" cy="3322800"/>
          </a:xfrm>
          <a:custGeom>
            <a:rect b="b" l="l" r="r" t="t"/>
            <a:pathLst>
              <a:path extrusionOk="0" h="132912" w="242609">
                <a:moveTo>
                  <a:pt x="0" y="455"/>
                </a:moveTo>
                <a:lnTo>
                  <a:pt x="44607" y="100594"/>
                </a:lnTo>
                <a:lnTo>
                  <a:pt x="242609" y="132912"/>
                </a:lnTo>
                <a:lnTo>
                  <a:pt x="242609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997" name="Google Shape;997;p10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105"/>
          <p:cNvSpPr txBox="1"/>
          <p:nvPr>
            <p:ph type="ctrTitle"/>
          </p:nvPr>
        </p:nvSpPr>
        <p:spPr>
          <a:xfrm>
            <a:off x="2218775" y="1512863"/>
            <a:ext cx="4706400" cy="150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99" name="Google Shape;999;p105"/>
          <p:cNvSpPr txBox="1"/>
          <p:nvPr>
            <p:ph idx="1" type="subTitle"/>
          </p:nvPr>
        </p:nvSpPr>
        <p:spPr>
          <a:xfrm>
            <a:off x="2515500" y="3128650"/>
            <a:ext cx="4113000" cy="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000" name="Google Shape;1000;p10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1" name="Google Shape;1001;p10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06"/>
          <p:cNvSpPr/>
          <p:nvPr/>
        </p:nvSpPr>
        <p:spPr>
          <a:xfrm rot="10800000">
            <a:off x="4919006" y="2057835"/>
            <a:ext cx="4346950" cy="3402450"/>
          </a:xfrm>
          <a:custGeom>
            <a:rect b="b" l="l" r="r" t="t"/>
            <a:pathLst>
              <a:path extrusionOk="0" h="136098" w="173878">
                <a:moveTo>
                  <a:pt x="0" y="0"/>
                </a:moveTo>
                <a:lnTo>
                  <a:pt x="0" y="136098"/>
                </a:lnTo>
                <a:lnTo>
                  <a:pt x="173878" y="98319"/>
                </a:lnTo>
                <a:lnTo>
                  <a:pt x="130636" y="91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004" name="Google Shape;1004;p106"/>
          <p:cNvSpPr/>
          <p:nvPr/>
        </p:nvSpPr>
        <p:spPr>
          <a:xfrm rot="10800000">
            <a:off x="2472431" y="-70150"/>
            <a:ext cx="6793525" cy="3072450"/>
          </a:xfrm>
          <a:custGeom>
            <a:rect b="b" l="l" r="r" t="t"/>
            <a:pathLst>
              <a:path extrusionOk="0" h="122898" w="271741">
                <a:moveTo>
                  <a:pt x="0" y="37780"/>
                </a:moveTo>
                <a:lnTo>
                  <a:pt x="0" y="122898"/>
                </a:lnTo>
                <a:lnTo>
                  <a:pt x="271741" y="122898"/>
                </a:lnTo>
                <a:lnTo>
                  <a:pt x="174333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005" name="Google Shape;1005;p106"/>
          <p:cNvSpPr/>
          <p:nvPr/>
        </p:nvSpPr>
        <p:spPr>
          <a:xfrm rot="10800000">
            <a:off x="-48100" y="2154550"/>
            <a:ext cx="6065225" cy="3322800"/>
          </a:xfrm>
          <a:custGeom>
            <a:rect b="b" l="l" r="r" t="t"/>
            <a:pathLst>
              <a:path extrusionOk="0" h="132912" w="242609">
                <a:moveTo>
                  <a:pt x="0" y="455"/>
                </a:moveTo>
                <a:lnTo>
                  <a:pt x="44607" y="100594"/>
                </a:lnTo>
                <a:lnTo>
                  <a:pt x="242609" y="132912"/>
                </a:lnTo>
                <a:lnTo>
                  <a:pt x="242609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006" name="Google Shape;1006;p10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106"/>
          <p:cNvSpPr txBox="1"/>
          <p:nvPr>
            <p:ph type="title"/>
          </p:nvPr>
        </p:nvSpPr>
        <p:spPr>
          <a:xfrm>
            <a:off x="2860200" y="2746192"/>
            <a:ext cx="34236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08" name="Google Shape;1008;p106"/>
          <p:cNvSpPr txBox="1"/>
          <p:nvPr>
            <p:ph hasCustomPrompt="1" idx="2" type="title"/>
          </p:nvPr>
        </p:nvSpPr>
        <p:spPr>
          <a:xfrm>
            <a:off x="3850375" y="1276877"/>
            <a:ext cx="1443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09" name="Google Shape;1009;p106"/>
          <p:cNvSpPr txBox="1"/>
          <p:nvPr>
            <p:ph idx="1" type="subTitle"/>
          </p:nvPr>
        </p:nvSpPr>
        <p:spPr>
          <a:xfrm>
            <a:off x="2948550" y="3462208"/>
            <a:ext cx="32469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10" name="Google Shape;1010;p106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011" name="Google Shape;1011;p10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2" name="Google Shape;1012;p10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107"/>
          <p:cNvSpPr/>
          <p:nvPr/>
        </p:nvSpPr>
        <p:spPr>
          <a:xfrm flipH="1" rot="10800000">
            <a:off x="2023421" y="1359233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015" name="Google Shape;1015;p107"/>
          <p:cNvSpPr/>
          <p:nvPr/>
        </p:nvSpPr>
        <p:spPr>
          <a:xfrm>
            <a:off x="3956575" y="-131581"/>
            <a:ext cx="5277925" cy="1600100"/>
          </a:xfrm>
          <a:custGeom>
            <a:rect b="b" l="l" r="r" t="t"/>
            <a:pathLst>
              <a:path extrusionOk="0" h="64004" w="211117">
                <a:moveTo>
                  <a:pt x="211117" y="4067"/>
                </a:moveTo>
                <a:lnTo>
                  <a:pt x="211117" y="0"/>
                </a:lnTo>
                <a:lnTo>
                  <a:pt x="36953" y="0"/>
                </a:lnTo>
                <a:lnTo>
                  <a:pt x="0" y="64004"/>
                </a:lnTo>
                <a:lnTo>
                  <a:pt x="177146" y="334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016" name="Google Shape;1016;p107"/>
          <p:cNvSpPr/>
          <p:nvPr/>
        </p:nvSpPr>
        <p:spPr>
          <a:xfrm>
            <a:off x="-77225" y="1390125"/>
            <a:ext cx="5097150" cy="4083025"/>
          </a:xfrm>
          <a:custGeom>
            <a:rect b="b" l="l" r="r" t="t"/>
            <a:pathLst>
              <a:path extrusionOk="0" h="163321" w="203886">
                <a:moveTo>
                  <a:pt x="0" y="161256"/>
                </a:moveTo>
                <a:lnTo>
                  <a:pt x="0" y="61784"/>
                </a:lnTo>
                <a:lnTo>
                  <a:pt x="203886" y="0"/>
                </a:lnTo>
                <a:lnTo>
                  <a:pt x="80633" y="16332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017" name="Google Shape;1017;p107"/>
          <p:cNvSpPr/>
          <p:nvPr/>
        </p:nvSpPr>
        <p:spPr>
          <a:xfrm flipH="1" rot="10800000">
            <a:off x="-61779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018" name="Google Shape;1018;p107"/>
          <p:cNvSpPr/>
          <p:nvPr/>
        </p:nvSpPr>
        <p:spPr>
          <a:xfrm flipH="1" rot="10800000">
            <a:off x="5483300" y="-30896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1019" name="Google Shape;1019;p10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107"/>
          <p:cNvSpPr txBox="1"/>
          <p:nvPr>
            <p:ph idx="1" type="body"/>
          </p:nvPr>
        </p:nvSpPr>
        <p:spPr>
          <a:xfrm>
            <a:off x="713225" y="1300925"/>
            <a:ext cx="7704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AutoNum type="arabicPeriod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21" name="Google Shape;1021;p107"/>
          <p:cNvSpPr txBox="1"/>
          <p:nvPr>
            <p:ph type="title"/>
          </p:nvPr>
        </p:nvSpPr>
        <p:spPr>
          <a:xfrm>
            <a:off x="1455750" y="683125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022" name="Google Shape;1022;p10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3" name="Google Shape;1023;p10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108"/>
          <p:cNvSpPr/>
          <p:nvPr/>
        </p:nvSpPr>
        <p:spPr>
          <a:xfrm>
            <a:off x="-77225" y="-142700"/>
            <a:ext cx="5097150" cy="4065975"/>
          </a:xfrm>
          <a:custGeom>
            <a:rect b="b" l="l" r="r" t="t"/>
            <a:pathLst>
              <a:path extrusionOk="0" h="162639" w="203886">
                <a:moveTo>
                  <a:pt x="0" y="1383"/>
                </a:moveTo>
                <a:lnTo>
                  <a:pt x="0" y="100855"/>
                </a:lnTo>
                <a:lnTo>
                  <a:pt x="203886" y="162639"/>
                </a:lnTo>
                <a:lnTo>
                  <a:pt x="80108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026" name="Google Shape;1026;p108"/>
          <p:cNvSpPr/>
          <p:nvPr/>
        </p:nvSpPr>
        <p:spPr>
          <a:xfrm>
            <a:off x="1884466" y="-196909"/>
            <a:ext cx="4243962" cy="4121888"/>
          </a:xfrm>
          <a:custGeom>
            <a:rect b="b" l="l" r="r" t="t"/>
            <a:pathLst>
              <a:path extrusionOk="0" h="164530" w="169099">
                <a:moveTo>
                  <a:pt x="0" y="0"/>
                </a:moveTo>
                <a:lnTo>
                  <a:pt x="169099" y="4510"/>
                </a:lnTo>
                <a:lnTo>
                  <a:pt x="123379" y="16453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027" name="Google Shape;1027;p108"/>
          <p:cNvSpPr/>
          <p:nvPr/>
        </p:nvSpPr>
        <p:spPr>
          <a:xfrm>
            <a:off x="-61779" y="2378675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028" name="Google Shape;1028;p108"/>
          <p:cNvSpPr/>
          <p:nvPr/>
        </p:nvSpPr>
        <p:spPr>
          <a:xfrm>
            <a:off x="3799696" y="2286004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029" name="Google Shape;1029;p10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108"/>
          <p:cNvSpPr txBox="1"/>
          <p:nvPr>
            <p:ph idx="1" type="subTitle"/>
          </p:nvPr>
        </p:nvSpPr>
        <p:spPr>
          <a:xfrm>
            <a:off x="1422550" y="2343550"/>
            <a:ext cx="27345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031" name="Google Shape;1031;p108"/>
          <p:cNvSpPr txBox="1"/>
          <p:nvPr>
            <p:ph idx="2" type="subTitle"/>
          </p:nvPr>
        </p:nvSpPr>
        <p:spPr>
          <a:xfrm>
            <a:off x="5035899" y="2343550"/>
            <a:ext cx="27345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9pPr>
          </a:lstStyle>
          <a:p/>
        </p:txBody>
      </p:sp>
      <p:sp>
        <p:nvSpPr>
          <p:cNvPr id="1032" name="Google Shape;1032;p108"/>
          <p:cNvSpPr txBox="1"/>
          <p:nvPr>
            <p:ph type="title"/>
          </p:nvPr>
        </p:nvSpPr>
        <p:spPr>
          <a:xfrm>
            <a:off x="1416555" y="18766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033" name="Google Shape;1033;p108"/>
          <p:cNvSpPr txBox="1"/>
          <p:nvPr>
            <p:ph idx="3" type="title"/>
          </p:nvPr>
        </p:nvSpPr>
        <p:spPr>
          <a:xfrm>
            <a:off x="5029902" y="18766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034" name="Google Shape;1034;p108"/>
          <p:cNvSpPr txBox="1"/>
          <p:nvPr>
            <p:ph idx="4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035" name="Google Shape;1035;p10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6" name="Google Shape;1036;p10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109"/>
          <p:cNvSpPr/>
          <p:nvPr/>
        </p:nvSpPr>
        <p:spPr>
          <a:xfrm rot="10800000">
            <a:off x="4185871" y="1390129"/>
            <a:ext cx="5097150" cy="4031400"/>
          </a:xfrm>
          <a:custGeom>
            <a:rect b="b" l="l" r="r" t="t"/>
            <a:pathLst>
              <a:path extrusionOk="0" h="161256" w="203886">
                <a:moveTo>
                  <a:pt x="0" y="0"/>
                </a:moveTo>
                <a:lnTo>
                  <a:pt x="0" y="99472"/>
                </a:lnTo>
                <a:lnTo>
                  <a:pt x="203886" y="161256"/>
                </a:lnTo>
                <a:lnTo>
                  <a:pt x="83408" y="247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039" name="Google Shape;1039;p109"/>
          <p:cNvSpPr/>
          <p:nvPr/>
        </p:nvSpPr>
        <p:spPr>
          <a:xfrm>
            <a:off x="3047333" y="1337291"/>
            <a:ext cx="4169975" cy="4047325"/>
          </a:xfrm>
          <a:custGeom>
            <a:rect b="b" l="l" r="r" t="t"/>
            <a:pathLst>
              <a:path extrusionOk="0" h="161893" w="166799">
                <a:moveTo>
                  <a:pt x="166799" y="161893"/>
                </a:moveTo>
                <a:lnTo>
                  <a:pt x="0" y="160020"/>
                </a:lnTo>
                <a:lnTo>
                  <a:pt x="45720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040" name="Google Shape;1040;p109"/>
          <p:cNvSpPr/>
          <p:nvPr/>
        </p:nvSpPr>
        <p:spPr>
          <a:xfrm rot="10800000">
            <a:off x="4340321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041" name="Google Shape;1041;p109"/>
          <p:cNvSpPr/>
          <p:nvPr/>
        </p:nvSpPr>
        <p:spPr>
          <a:xfrm rot="10800000">
            <a:off x="-77229" y="-108125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042" name="Google Shape;1042;p109"/>
          <p:cNvSpPr/>
          <p:nvPr/>
        </p:nvSpPr>
        <p:spPr>
          <a:xfrm rot="10800000">
            <a:off x="-30883" y="-68915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1043" name="Google Shape;1043;p10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10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045" name="Google Shape;1045;p10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6" name="Google Shape;1046;p10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110"/>
          <p:cNvSpPr/>
          <p:nvPr/>
        </p:nvSpPr>
        <p:spPr>
          <a:xfrm flipH="1" rot="10800000">
            <a:off x="2023421" y="1359233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049" name="Google Shape;1049;p110"/>
          <p:cNvSpPr/>
          <p:nvPr/>
        </p:nvSpPr>
        <p:spPr>
          <a:xfrm>
            <a:off x="3956575" y="-131581"/>
            <a:ext cx="5277925" cy="1600100"/>
          </a:xfrm>
          <a:custGeom>
            <a:rect b="b" l="l" r="r" t="t"/>
            <a:pathLst>
              <a:path extrusionOk="0" h="64004" w="211117">
                <a:moveTo>
                  <a:pt x="211117" y="4067"/>
                </a:moveTo>
                <a:lnTo>
                  <a:pt x="211117" y="0"/>
                </a:lnTo>
                <a:lnTo>
                  <a:pt x="36953" y="0"/>
                </a:lnTo>
                <a:lnTo>
                  <a:pt x="0" y="64004"/>
                </a:lnTo>
                <a:lnTo>
                  <a:pt x="177146" y="334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050" name="Google Shape;1050;p110"/>
          <p:cNvSpPr/>
          <p:nvPr/>
        </p:nvSpPr>
        <p:spPr>
          <a:xfrm>
            <a:off x="-77225" y="1390125"/>
            <a:ext cx="5097150" cy="4083025"/>
          </a:xfrm>
          <a:custGeom>
            <a:rect b="b" l="l" r="r" t="t"/>
            <a:pathLst>
              <a:path extrusionOk="0" h="163321" w="203886">
                <a:moveTo>
                  <a:pt x="0" y="161256"/>
                </a:moveTo>
                <a:lnTo>
                  <a:pt x="0" y="61784"/>
                </a:lnTo>
                <a:lnTo>
                  <a:pt x="203886" y="0"/>
                </a:lnTo>
                <a:lnTo>
                  <a:pt x="80633" y="16332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051" name="Google Shape;1051;p110"/>
          <p:cNvSpPr/>
          <p:nvPr/>
        </p:nvSpPr>
        <p:spPr>
          <a:xfrm flipH="1" rot="10800000">
            <a:off x="-61779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052" name="Google Shape;1052;p110"/>
          <p:cNvSpPr/>
          <p:nvPr/>
        </p:nvSpPr>
        <p:spPr>
          <a:xfrm flipH="1" rot="10800000">
            <a:off x="5483300" y="-30896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1053" name="Google Shape;1053;p11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11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055" name="Google Shape;1055;p110"/>
          <p:cNvSpPr txBox="1"/>
          <p:nvPr>
            <p:ph idx="1" type="body"/>
          </p:nvPr>
        </p:nvSpPr>
        <p:spPr>
          <a:xfrm>
            <a:off x="1195150" y="1660550"/>
            <a:ext cx="34689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1056" name="Google Shape;1056;p11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7" name="Google Shape;1057;p11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111"/>
          <p:cNvSpPr/>
          <p:nvPr/>
        </p:nvSpPr>
        <p:spPr>
          <a:xfrm>
            <a:off x="3799696" y="2286004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060" name="Google Shape;1060;p111"/>
          <p:cNvSpPr/>
          <p:nvPr/>
        </p:nvSpPr>
        <p:spPr>
          <a:xfrm>
            <a:off x="-61779" y="2378675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061" name="Google Shape;1061;p111"/>
          <p:cNvSpPr/>
          <p:nvPr/>
        </p:nvSpPr>
        <p:spPr>
          <a:xfrm>
            <a:off x="-77229" y="-108125"/>
            <a:ext cx="5097150" cy="4031400"/>
          </a:xfrm>
          <a:custGeom>
            <a:rect b="b" l="l" r="r" t="t"/>
            <a:pathLst>
              <a:path extrusionOk="0" h="161256" w="203886">
                <a:moveTo>
                  <a:pt x="0" y="0"/>
                </a:moveTo>
                <a:lnTo>
                  <a:pt x="0" y="99472"/>
                </a:lnTo>
                <a:lnTo>
                  <a:pt x="203886" y="161256"/>
                </a:lnTo>
                <a:lnTo>
                  <a:pt x="83408" y="247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062" name="Google Shape;1062;p111"/>
          <p:cNvSpPr/>
          <p:nvPr/>
        </p:nvSpPr>
        <p:spPr>
          <a:xfrm>
            <a:off x="2012454" y="-24395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063" name="Google Shape;1063;p111"/>
          <p:cNvSpPr/>
          <p:nvPr/>
        </p:nvSpPr>
        <p:spPr>
          <a:xfrm>
            <a:off x="5472333" y="-13449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1064" name="Google Shape;1064;p111"/>
          <p:cNvSpPr txBox="1"/>
          <p:nvPr>
            <p:ph type="title"/>
          </p:nvPr>
        </p:nvSpPr>
        <p:spPr>
          <a:xfrm>
            <a:off x="2257050" y="1103700"/>
            <a:ext cx="4629900" cy="293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65" name="Google Shape;1065;p11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66" name="Google Shape;1066;p11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67" name="Google Shape;1067;p11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9" name="Google Shape;1069;p112"/>
          <p:cNvGrpSpPr/>
          <p:nvPr/>
        </p:nvGrpSpPr>
        <p:grpSpPr>
          <a:xfrm>
            <a:off x="-237175" y="-212225"/>
            <a:ext cx="9488144" cy="5536707"/>
            <a:chOff x="-237175" y="-212225"/>
            <a:chExt cx="9488144" cy="5536707"/>
          </a:xfrm>
        </p:grpSpPr>
        <p:sp>
          <p:nvSpPr>
            <p:cNvPr id="1070" name="Google Shape;1070;p112"/>
            <p:cNvSpPr/>
            <p:nvPr/>
          </p:nvSpPr>
          <p:spPr>
            <a:xfrm>
              <a:off x="-237175" y="2127600"/>
              <a:ext cx="8462695" cy="3196882"/>
            </a:xfrm>
            <a:custGeom>
              <a:rect b="b" l="l" r="r" t="t"/>
              <a:pathLst>
                <a:path extrusionOk="0" h="110361" w="345064">
                  <a:moveTo>
                    <a:pt x="0" y="4994"/>
                  </a:moveTo>
                  <a:lnTo>
                    <a:pt x="0" y="110361"/>
                  </a:lnTo>
                  <a:lnTo>
                    <a:pt x="345064" y="110361"/>
                  </a:lnTo>
                  <a:lnTo>
                    <a:pt x="178774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1071" name="Google Shape;1071;p112"/>
            <p:cNvSpPr/>
            <p:nvPr/>
          </p:nvSpPr>
          <p:spPr>
            <a:xfrm>
              <a:off x="1623100" y="-210720"/>
              <a:ext cx="5122507" cy="1387179"/>
            </a:xfrm>
            <a:custGeom>
              <a:rect b="b" l="l" r="r" t="t"/>
              <a:pathLst>
                <a:path extrusionOk="0" h="55929" w="166789">
                  <a:moveTo>
                    <a:pt x="0" y="0"/>
                  </a:moveTo>
                  <a:lnTo>
                    <a:pt x="166789" y="0"/>
                  </a:lnTo>
                  <a:lnTo>
                    <a:pt x="114355" y="55929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1072" name="Google Shape;1072;p112"/>
            <p:cNvSpPr/>
            <p:nvPr/>
          </p:nvSpPr>
          <p:spPr>
            <a:xfrm>
              <a:off x="5094677" y="-212225"/>
              <a:ext cx="4156292" cy="5536364"/>
            </a:xfrm>
            <a:custGeom>
              <a:rect b="b" l="l" r="r" t="t"/>
              <a:pathLst>
                <a:path extrusionOk="0" h="223218" w="135329">
                  <a:moveTo>
                    <a:pt x="53433" y="0"/>
                  </a:moveTo>
                  <a:lnTo>
                    <a:pt x="135329" y="0"/>
                  </a:lnTo>
                  <a:lnTo>
                    <a:pt x="135329" y="223218"/>
                  </a:lnTo>
                  <a:lnTo>
                    <a:pt x="101872" y="223218"/>
                  </a:lnTo>
                  <a:lnTo>
                    <a:pt x="0" y="57927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1073" name="Google Shape;1073;p11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112"/>
          <p:cNvSpPr txBox="1"/>
          <p:nvPr>
            <p:ph type="ctrTitle"/>
          </p:nvPr>
        </p:nvSpPr>
        <p:spPr>
          <a:xfrm>
            <a:off x="3082050" y="1564604"/>
            <a:ext cx="2979900" cy="113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75" name="Google Shape;1075;p112"/>
          <p:cNvSpPr txBox="1"/>
          <p:nvPr>
            <p:ph idx="1" type="subTitle"/>
          </p:nvPr>
        </p:nvSpPr>
        <p:spPr>
          <a:xfrm>
            <a:off x="2689650" y="2783829"/>
            <a:ext cx="3764700" cy="7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076" name="Google Shape;1076;p11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7" name="Google Shape;1077;p11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113"/>
          <p:cNvSpPr txBox="1"/>
          <p:nvPr>
            <p:ph type="title"/>
          </p:nvPr>
        </p:nvSpPr>
        <p:spPr>
          <a:xfrm>
            <a:off x="1621650" y="1143139"/>
            <a:ext cx="59007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p114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082" name="Google Shape;1082;p114"/>
          <p:cNvSpPr/>
          <p:nvPr/>
        </p:nvSpPr>
        <p:spPr>
          <a:xfrm>
            <a:off x="611000" y="2609200"/>
            <a:ext cx="8639800" cy="2759025"/>
          </a:xfrm>
          <a:custGeom>
            <a:rect b="b" l="l" r="r" t="t"/>
            <a:pathLst>
              <a:path extrusionOk="0" h="110361" w="345592">
                <a:moveTo>
                  <a:pt x="345592" y="4994"/>
                </a:moveTo>
                <a:lnTo>
                  <a:pt x="345592" y="110361"/>
                </a:lnTo>
                <a:lnTo>
                  <a:pt x="0" y="108971"/>
                </a:lnTo>
                <a:lnTo>
                  <a:pt x="166818" y="0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1083" name="Google Shape;1083;p114"/>
          <p:cNvSpPr/>
          <p:nvPr/>
        </p:nvSpPr>
        <p:spPr>
          <a:xfrm>
            <a:off x="1810975" y="-199750"/>
            <a:ext cx="4193925" cy="1398225"/>
          </a:xfrm>
          <a:custGeom>
            <a:rect b="b" l="l" r="r" t="t"/>
            <a:pathLst>
              <a:path extrusionOk="0" h="55929" w="167757">
                <a:moveTo>
                  <a:pt x="167757" y="0"/>
                </a:moveTo>
                <a:lnTo>
                  <a:pt x="0" y="99"/>
                </a:lnTo>
                <a:lnTo>
                  <a:pt x="53402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084" name="Google Shape;1084;p114"/>
          <p:cNvSpPr/>
          <p:nvPr/>
        </p:nvSpPr>
        <p:spPr>
          <a:xfrm flipH="1">
            <a:off x="-237191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085" name="Google Shape;1085;p11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114"/>
          <p:cNvSpPr txBox="1"/>
          <p:nvPr>
            <p:ph hasCustomPrompt="1" type="title"/>
          </p:nvPr>
        </p:nvSpPr>
        <p:spPr>
          <a:xfrm>
            <a:off x="713250" y="1324600"/>
            <a:ext cx="77175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087" name="Google Shape;1087;p114"/>
          <p:cNvSpPr txBox="1"/>
          <p:nvPr>
            <p:ph idx="1" type="body"/>
          </p:nvPr>
        </p:nvSpPr>
        <p:spPr>
          <a:xfrm>
            <a:off x="713250" y="3370700"/>
            <a:ext cx="7717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8" name="Google Shape;1088;p114"/>
          <p:cNvSpPr txBox="1"/>
          <p:nvPr/>
        </p:nvSpPr>
        <p:spPr>
          <a:xfrm>
            <a:off x="2991700" y="1512225"/>
            <a:ext cx="55479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089" name="Google Shape;1089;p11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0" name="Google Shape;1090;p11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116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094" name="Google Shape;1094;p116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095" name="Google Shape;1095;p116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096" name="Google Shape;1096;p11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116"/>
          <p:cNvSpPr txBox="1"/>
          <p:nvPr>
            <p:ph type="title"/>
          </p:nvPr>
        </p:nvSpPr>
        <p:spPr>
          <a:xfrm>
            <a:off x="1484927" y="3341975"/>
            <a:ext cx="2290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098" name="Google Shape;1098;p116"/>
          <p:cNvSpPr txBox="1"/>
          <p:nvPr>
            <p:ph hasCustomPrompt="1" idx="2" type="title"/>
          </p:nvPr>
        </p:nvSpPr>
        <p:spPr>
          <a:xfrm>
            <a:off x="2309177" y="1672125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099" name="Google Shape;1099;p116"/>
          <p:cNvSpPr txBox="1"/>
          <p:nvPr>
            <p:ph hasCustomPrompt="1" idx="3" type="title"/>
          </p:nvPr>
        </p:nvSpPr>
        <p:spPr>
          <a:xfrm>
            <a:off x="2309177" y="2991451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100" name="Google Shape;1100;p116"/>
          <p:cNvSpPr txBox="1"/>
          <p:nvPr>
            <p:ph idx="4" type="title"/>
          </p:nvPr>
        </p:nvSpPr>
        <p:spPr>
          <a:xfrm>
            <a:off x="5405023" y="3341975"/>
            <a:ext cx="22179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01" name="Google Shape;1101;p116"/>
          <p:cNvSpPr txBox="1"/>
          <p:nvPr>
            <p:ph idx="5" type="title"/>
          </p:nvPr>
        </p:nvSpPr>
        <p:spPr>
          <a:xfrm>
            <a:off x="1484927" y="2022675"/>
            <a:ext cx="2290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02" name="Google Shape;1102;p116"/>
          <p:cNvSpPr txBox="1"/>
          <p:nvPr>
            <p:ph idx="6" type="title"/>
          </p:nvPr>
        </p:nvSpPr>
        <p:spPr>
          <a:xfrm>
            <a:off x="5405023" y="2022675"/>
            <a:ext cx="22179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03" name="Google Shape;1103;p116"/>
          <p:cNvSpPr txBox="1"/>
          <p:nvPr>
            <p:ph hasCustomPrompt="1" idx="7" type="title"/>
          </p:nvPr>
        </p:nvSpPr>
        <p:spPr>
          <a:xfrm>
            <a:off x="6193123" y="1672125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104" name="Google Shape;1104;p116"/>
          <p:cNvSpPr txBox="1"/>
          <p:nvPr>
            <p:ph hasCustomPrompt="1" idx="8" type="title"/>
          </p:nvPr>
        </p:nvSpPr>
        <p:spPr>
          <a:xfrm>
            <a:off x="6193123" y="2989672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105" name="Google Shape;1105;p116"/>
          <p:cNvSpPr txBox="1"/>
          <p:nvPr>
            <p:ph idx="1" type="subTitle"/>
          </p:nvPr>
        </p:nvSpPr>
        <p:spPr>
          <a:xfrm>
            <a:off x="1403027" y="2368720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6" name="Google Shape;1106;p116"/>
          <p:cNvSpPr txBox="1"/>
          <p:nvPr>
            <p:ph idx="9" type="subTitle"/>
          </p:nvPr>
        </p:nvSpPr>
        <p:spPr>
          <a:xfrm>
            <a:off x="5286973" y="2368720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7" name="Google Shape;1107;p116"/>
          <p:cNvSpPr txBox="1"/>
          <p:nvPr>
            <p:ph idx="13" type="subTitle"/>
          </p:nvPr>
        </p:nvSpPr>
        <p:spPr>
          <a:xfrm>
            <a:off x="1403027" y="3688123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8" name="Google Shape;1108;p116"/>
          <p:cNvSpPr txBox="1"/>
          <p:nvPr>
            <p:ph idx="14" type="subTitle"/>
          </p:nvPr>
        </p:nvSpPr>
        <p:spPr>
          <a:xfrm>
            <a:off x="5286973" y="3688123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9" name="Google Shape;1109;p116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110" name="Google Shape;1110;p11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1" name="Google Shape;1111;p11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117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114" name="Google Shape;1114;p117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115" name="Google Shape;1115;p117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116" name="Google Shape;1116;p11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11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118" name="Google Shape;1118;p11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9" name="Google Shape;1119;p11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0" name="Google Shape;1120;p117"/>
          <p:cNvSpPr txBox="1"/>
          <p:nvPr>
            <p:ph hasCustomPrompt="1" idx="2" type="title"/>
          </p:nvPr>
        </p:nvSpPr>
        <p:spPr>
          <a:xfrm>
            <a:off x="4203751" y="1315750"/>
            <a:ext cx="3577500" cy="4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121" name="Google Shape;1121;p117"/>
          <p:cNvSpPr txBox="1"/>
          <p:nvPr>
            <p:ph idx="1" type="subTitle"/>
          </p:nvPr>
        </p:nvSpPr>
        <p:spPr>
          <a:xfrm>
            <a:off x="4203751" y="1813683"/>
            <a:ext cx="3577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2" name="Google Shape;1122;p117"/>
          <p:cNvSpPr txBox="1"/>
          <p:nvPr>
            <p:ph hasCustomPrompt="1" idx="3" type="title"/>
          </p:nvPr>
        </p:nvSpPr>
        <p:spPr>
          <a:xfrm>
            <a:off x="4203751" y="2444625"/>
            <a:ext cx="3577500" cy="4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123" name="Google Shape;1123;p117"/>
          <p:cNvSpPr txBox="1"/>
          <p:nvPr>
            <p:ph idx="4" type="subTitle"/>
          </p:nvPr>
        </p:nvSpPr>
        <p:spPr>
          <a:xfrm>
            <a:off x="4203751" y="2942624"/>
            <a:ext cx="3577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4" name="Google Shape;1124;p117"/>
          <p:cNvSpPr txBox="1"/>
          <p:nvPr>
            <p:ph hasCustomPrompt="1" idx="5" type="title"/>
          </p:nvPr>
        </p:nvSpPr>
        <p:spPr>
          <a:xfrm>
            <a:off x="4203751" y="3573573"/>
            <a:ext cx="3577500" cy="4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125" name="Google Shape;1125;p117"/>
          <p:cNvSpPr txBox="1"/>
          <p:nvPr>
            <p:ph idx="6" type="subTitle"/>
          </p:nvPr>
        </p:nvSpPr>
        <p:spPr>
          <a:xfrm>
            <a:off x="4203751" y="4071576"/>
            <a:ext cx="3577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118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128" name="Google Shape;1128;p118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129" name="Google Shape;1129;p118"/>
          <p:cNvSpPr/>
          <p:nvPr/>
        </p:nvSpPr>
        <p:spPr>
          <a:xfrm>
            <a:off x="1186000" y="1323316"/>
            <a:ext cx="8239600" cy="3957500"/>
          </a:xfrm>
          <a:custGeom>
            <a:rect b="b" l="l" r="r" t="t"/>
            <a:pathLst>
              <a:path extrusionOk="0" h="158300" w="329584">
                <a:moveTo>
                  <a:pt x="0" y="0"/>
                </a:moveTo>
                <a:lnTo>
                  <a:pt x="117851" y="158300"/>
                </a:lnTo>
                <a:lnTo>
                  <a:pt x="329584" y="154305"/>
                </a:lnTo>
                <a:lnTo>
                  <a:pt x="320595" y="56929"/>
                </a:lnTo>
                <a:lnTo>
                  <a:pt x="145316" y="60923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130" name="Google Shape;1130;p11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118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32" name="Google Shape;1132;p11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3" name="Google Shape;1133;p11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4" name="Google Shape;1134;p118"/>
          <p:cNvSpPr txBox="1"/>
          <p:nvPr>
            <p:ph idx="2" type="title"/>
          </p:nvPr>
        </p:nvSpPr>
        <p:spPr>
          <a:xfrm>
            <a:off x="707656" y="18815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35" name="Google Shape;1135;p118"/>
          <p:cNvSpPr txBox="1"/>
          <p:nvPr>
            <p:ph hasCustomPrompt="1" idx="3" type="title"/>
          </p:nvPr>
        </p:nvSpPr>
        <p:spPr>
          <a:xfrm>
            <a:off x="707650" y="14548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136" name="Google Shape;1136;p118"/>
          <p:cNvSpPr txBox="1"/>
          <p:nvPr>
            <p:ph idx="1" type="subTitle"/>
          </p:nvPr>
        </p:nvSpPr>
        <p:spPr>
          <a:xfrm>
            <a:off x="707650" y="22276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7" name="Google Shape;1137;p118"/>
          <p:cNvSpPr txBox="1"/>
          <p:nvPr>
            <p:ph idx="4" type="title"/>
          </p:nvPr>
        </p:nvSpPr>
        <p:spPr>
          <a:xfrm>
            <a:off x="3397294" y="18815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38" name="Google Shape;1138;p118"/>
          <p:cNvSpPr txBox="1"/>
          <p:nvPr>
            <p:ph hasCustomPrompt="1" idx="5" type="title"/>
          </p:nvPr>
        </p:nvSpPr>
        <p:spPr>
          <a:xfrm>
            <a:off x="3397288" y="14548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139" name="Google Shape;1139;p118"/>
          <p:cNvSpPr txBox="1"/>
          <p:nvPr>
            <p:ph idx="6" type="subTitle"/>
          </p:nvPr>
        </p:nvSpPr>
        <p:spPr>
          <a:xfrm>
            <a:off x="3397288" y="22276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0" name="Google Shape;1140;p118"/>
          <p:cNvSpPr txBox="1"/>
          <p:nvPr>
            <p:ph idx="7" type="title"/>
          </p:nvPr>
        </p:nvSpPr>
        <p:spPr>
          <a:xfrm>
            <a:off x="6086882" y="18815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41" name="Google Shape;1141;p118"/>
          <p:cNvSpPr txBox="1"/>
          <p:nvPr>
            <p:ph hasCustomPrompt="1" idx="8" type="title"/>
          </p:nvPr>
        </p:nvSpPr>
        <p:spPr>
          <a:xfrm>
            <a:off x="6086875" y="14548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142" name="Google Shape;1142;p118"/>
          <p:cNvSpPr txBox="1"/>
          <p:nvPr>
            <p:ph idx="9" type="subTitle"/>
          </p:nvPr>
        </p:nvSpPr>
        <p:spPr>
          <a:xfrm>
            <a:off x="6086875" y="22276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3" name="Google Shape;1143;p118"/>
          <p:cNvSpPr txBox="1"/>
          <p:nvPr>
            <p:ph idx="13" type="title"/>
          </p:nvPr>
        </p:nvSpPr>
        <p:spPr>
          <a:xfrm>
            <a:off x="707656" y="32924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44" name="Google Shape;1144;p118"/>
          <p:cNvSpPr txBox="1"/>
          <p:nvPr>
            <p:ph hasCustomPrompt="1" idx="14" type="title"/>
          </p:nvPr>
        </p:nvSpPr>
        <p:spPr>
          <a:xfrm>
            <a:off x="707650" y="28657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145" name="Google Shape;1145;p118"/>
          <p:cNvSpPr txBox="1"/>
          <p:nvPr>
            <p:ph idx="15" type="subTitle"/>
          </p:nvPr>
        </p:nvSpPr>
        <p:spPr>
          <a:xfrm>
            <a:off x="707650" y="36385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6" name="Google Shape;1146;p118"/>
          <p:cNvSpPr txBox="1"/>
          <p:nvPr>
            <p:ph idx="16" type="title"/>
          </p:nvPr>
        </p:nvSpPr>
        <p:spPr>
          <a:xfrm>
            <a:off x="3397294" y="32924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47" name="Google Shape;1147;p118"/>
          <p:cNvSpPr txBox="1"/>
          <p:nvPr>
            <p:ph hasCustomPrompt="1" idx="17" type="title"/>
          </p:nvPr>
        </p:nvSpPr>
        <p:spPr>
          <a:xfrm>
            <a:off x="3397288" y="28657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148" name="Google Shape;1148;p118"/>
          <p:cNvSpPr txBox="1"/>
          <p:nvPr>
            <p:ph idx="18" type="subTitle"/>
          </p:nvPr>
        </p:nvSpPr>
        <p:spPr>
          <a:xfrm>
            <a:off x="3397288" y="36385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9" name="Google Shape;1149;p118"/>
          <p:cNvSpPr txBox="1"/>
          <p:nvPr>
            <p:ph idx="19" type="title"/>
          </p:nvPr>
        </p:nvSpPr>
        <p:spPr>
          <a:xfrm>
            <a:off x="6086882" y="32924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50" name="Google Shape;1150;p118"/>
          <p:cNvSpPr txBox="1"/>
          <p:nvPr>
            <p:ph hasCustomPrompt="1" idx="20" type="title"/>
          </p:nvPr>
        </p:nvSpPr>
        <p:spPr>
          <a:xfrm>
            <a:off x="6086875" y="28657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151" name="Google Shape;1151;p118"/>
          <p:cNvSpPr txBox="1"/>
          <p:nvPr>
            <p:ph idx="21" type="subTitle"/>
          </p:nvPr>
        </p:nvSpPr>
        <p:spPr>
          <a:xfrm>
            <a:off x="6086875" y="36385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1">
  <p:cSld name="CUSTOM_2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119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154" name="Google Shape;1154;p119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155" name="Google Shape;1155;p119"/>
          <p:cNvSpPr/>
          <p:nvPr/>
        </p:nvSpPr>
        <p:spPr>
          <a:xfrm>
            <a:off x="1186000" y="1323316"/>
            <a:ext cx="8239600" cy="3957500"/>
          </a:xfrm>
          <a:custGeom>
            <a:rect b="b" l="l" r="r" t="t"/>
            <a:pathLst>
              <a:path extrusionOk="0" h="158300" w="329584">
                <a:moveTo>
                  <a:pt x="0" y="0"/>
                </a:moveTo>
                <a:lnTo>
                  <a:pt x="117851" y="158300"/>
                </a:lnTo>
                <a:lnTo>
                  <a:pt x="329584" y="154305"/>
                </a:lnTo>
                <a:lnTo>
                  <a:pt x="320595" y="56929"/>
                </a:lnTo>
                <a:lnTo>
                  <a:pt x="145316" y="60923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156" name="Google Shape;1156;p11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7" name="Google Shape;1157;p119"/>
          <p:cNvSpPr txBox="1"/>
          <p:nvPr>
            <p:ph idx="1" type="body"/>
          </p:nvPr>
        </p:nvSpPr>
        <p:spPr>
          <a:xfrm>
            <a:off x="4968035" y="2381425"/>
            <a:ext cx="2547000" cy="7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8" name="Google Shape;1158;p11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59" name="Google Shape;1159;p11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0" name="Google Shape;1160;p11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2" name="Google Shape;1162;p120"/>
          <p:cNvGrpSpPr/>
          <p:nvPr/>
        </p:nvGrpSpPr>
        <p:grpSpPr>
          <a:xfrm>
            <a:off x="-299629" y="-137325"/>
            <a:ext cx="9550450" cy="5418141"/>
            <a:chOff x="-124850" y="-137325"/>
            <a:chExt cx="9550450" cy="5418141"/>
          </a:xfrm>
        </p:grpSpPr>
        <p:sp>
          <p:nvSpPr>
            <p:cNvPr id="1163" name="Google Shape;1163;p120"/>
            <p:cNvSpPr/>
            <p:nvPr/>
          </p:nvSpPr>
          <p:spPr>
            <a:xfrm flipH="1">
              <a:off x="5180950" y="-137325"/>
              <a:ext cx="4244650" cy="5405675"/>
            </a:xfrm>
            <a:custGeom>
              <a:rect b="b" l="l" r="r" t="t"/>
              <a:pathLst>
                <a:path extrusionOk="0" h="216227" w="169786">
                  <a:moveTo>
                    <a:pt x="57428" y="0"/>
                  </a:moveTo>
                  <a:lnTo>
                    <a:pt x="0" y="0"/>
                  </a:lnTo>
                  <a:lnTo>
                    <a:pt x="0" y="216227"/>
                  </a:lnTo>
                  <a:lnTo>
                    <a:pt x="169786" y="216227"/>
                  </a:lnTo>
                  <a:lnTo>
                    <a:pt x="53433" y="60424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1164" name="Google Shape;1164;p120"/>
            <p:cNvSpPr/>
            <p:nvPr/>
          </p:nvSpPr>
          <p:spPr>
            <a:xfrm flipH="1">
              <a:off x="-124850" y="1323316"/>
              <a:ext cx="8239600" cy="3957500"/>
            </a:xfrm>
            <a:custGeom>
              <a:rect b="b" l="l" r="r" t="t"/>
              <a:pathLst>
                <a:path extrusionOk="0" h="158300" w="329584">
                  <a:moveTo>
                    <a:pt x="0" y="0"/>
                  </a:moveTo>
                  <a:lnTo>
                    <a:pt x="117851" y="158300"/>
                  </a:lnTo>
                  <a:lnTo>
                    <a:pt x="329584" y="154305"/>
                  </a:lnTo>
                  <a:lnTo>
                    <a:pt x="320595" y="56929"/>
                  </a:lnTo>
                  <a:lnTo>
                    <a:pt x="145316" y="60923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1165" name="Google Shape;1165;p120"/>
            <p:cNvSpPr/>
            <p:nvPr/>
          </p:nvSpPr>
          <p:spPr>
            <a:xfrm flipH="1">
              <a:off x="87400" y="-112350"/>
              <a:ext cx="4419400" cy="2958750"/>
            </a:xfrm>
            <a:custGeom>
              <a:rect b="b" l="l" r="r" t="t"/>
              <a:pathLst>
                <a:path extrusionOk="0" h="118350" w="176776">
                  <a:moveTo>
                    <a:pt x="33957" y="0"/>
                  </a:moveTo>
                  <a:lnTo>
                    <a:pt x="176776" y="0"/>
                  </a:lnTo>
                  <a:lnTo>
                    <a:pt x="176776" y="114355"/>
                  </a:lnTo>
                  <a:lnTo>
                    <a:pt x="0" y="11835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1166" name="Google Shape;1166;p12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7" name="Google Shape;1167;p12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168" name="Google Shape;1168;p12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69" name="Google Shape;1169;p12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121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172" name="Google Shape;1172;p121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173" name="Google Shape;1173;p121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174" name="Google Shape;1174;p12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121"/>
          <p:cNvSpPr txBox="1"/>
          <p:nvPr>
            <p:ph type="title"/>
          </p:nvPr>
        </p:nvSpPr>
        <p:spPr>
          <a:xfrm>
            <a:off x="2048424" y="15718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76" name="Google Shape;1176;p121"/>
          <p:cNvSpPr txBox="1"/>
          <p:nvPr>
            <p:ph idx="1" type="subTitle"/>
          </p:nvPr>
        </p:nvSpPr>
        <p:spPr>
          <a:xfrm>
            <a:off x="1557925" y="1849666"/>
            <a:ext cx="2639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7" name="Google Shape;1177;p121"/>
          <p:cNvSpPr txBox="1"/>
          <p:nvPr>
            <p:ph idx="2" type="title"/>
          </p:nvPr>
        </p:nvSpPr>
        <p:spPr>
          <a:xfrm>
            <a:off x="5663855" y="15718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78" name="Google Shape;1178;p121"/>
          <p:cNvSpPr txBox="1"/>
          <p:nvPr>
            <p:ph idx="3" type="subTitle"/>
          </p:nvPr>
        </p:nvSpPr>
        <p:spPr>
          <a:xfrm>
            <a:off x="5173352" y="1849660"/>
            <a:ext cx="2639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9" name="Google Shape;1179;p121"/>
          <p:cNvSpPr txBox="1"/>
          <p:nvPr>
            <p:ph idx="4" type="title"/>
          </p:nvPr>
        </p:nvSpPr>
        <p:spPr>
          <a:xfrm>
            <a:off x="3742650" y="294096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80" name="Google Shape;1180;p121"/>
          <p:cNvSpPr txBox="1"/>
          <p:nvPr>
            <p:ph idx="5" type="subTitle"/>
          </p:nvPr>
        </p:nvSpPr>
        <p:spPr>
          <a:xfrm>
            <a:off x="3252150" y="3219961"/>
            <a:ext cx="2639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1" name="Google Shape;1181;p121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82" name="Google Shape;1182;p12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3" name="Google Shape;1183;p12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5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122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186" name="Google Shape;1186;p122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187" name="Google Shape;1187;p122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188" name="Google Shape;1188;p12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122">
            <a:hlinkClick action="ppaction://hlinksldjump" r:id="rId3"/>
          </p:cNvPr>
          <p:cNvSpPr txBox="1"/>
          <p:nvPr>
            <p:ph type="title"/>
          </p:nvPr>
        </p:nvSpPr>
        <p:spPr>
          <a:xfrm>
            <a:off x="713236" y="2503799"/>
            <a:ext cx="2332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90" name="Google Shape;1190;p122"/>
          <p:cNvSpPr txBox="1"/>
          <p:nvPr>
            <p:ph idx="1" type="subTitle"/>
          </p:nvPr>
        </p:nvSpPr>
        <p:spPr>
          <a:xfrm>
            <a:off x="713235" y="2996207"/>
            <a:ext cx="23328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1" name="Google Shape;1191;p122"/>
          <p:cNvSpPr txBox="1"/>
          <p:nvPr>
            <p:ph idx="2" type="title"/>
          </p:nvPr>
        </p:nvSpPr>
        <p:spPr>
          <a:xfrm>
            <a:off x="6097308" y="2503800"/>
            <a:ext cx="2332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92" name="Google Shape;1192;p122"/>
          <p:cNvSpPr txBox="1"/>
          <p:nvPr>
            <p:ph idx="3" type="subTitle"/>
          </p:nvPr>
        </p:nvSpPr>
        <p:spPr>
          <a:xfrm>
            <a:off x="6097311" y="2996202"/>
            <a:ext cx="23328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3" name="Google Shape;1193;p122"/>
          <p:cNvSpPr txBox="1"/>
          <p:nvPr>
            <p:ph idx="4" type="title"/>
          </p:nvPr>
        </p:nvSpPr>
        <p:spPr>
          <a:xfrm>
            <a:off x="3405610" y="2503801"/>
            <a:ext cx="2332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194" name="Google Shape;1194;p122"/>
          <p:cNvSpPr txBox="1"/>
          <p:nvPr>
            <p:ph idx="5" type="subTitle"/>
          </p:nvPr>
        </p:nvSpPr>
        <p:spPr>
          <a:xfrm>
            <a:off x="3405609" y="3000768"/>
            <a:ext cx="23328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5" name="Google Shape;1195;p122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96" name="Google Shape;1196;p12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7" name="Google Shape;1197;p12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5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123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200" name="Google Shape;1200;p123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201" name="Google Shape;1201;p123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202" name="Google Shape;1202;p12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123"/>
          <p:cNvSpPr txBox="1"/>
          <p:nvPr>
            <p:ph type="title"/>
          </p:nvPr>
        </p:nvSpPr>
        <p:spPr>
          <a:xfrm>
            <a:off x="5200938" y="3459472"/>
            <a:ext cx="3229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204" name="Google Shape;1204;p123"/>
          <p:cNvSpPr txBox="1"/>
          <p:nvPr>
            <p:ph idx="1" type="subTitle"/>
          </p:nvPr>
        </p:nvSpPr>
        <p:spPr>
          <a:xfrm>
            <a:off x="5200924" y="3799476"/>
            <a:ext cx="3229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5" name="Google Shape;1205;p123"/>
          <p:cNvSpPr txBox="1"/>
          <p:nvPr>
            <p:ph idx="2" type="title"/>
          </p:nvPr>
        </p:nvSpPr>
        <p:spPr>
          <a:xfrm>
            <a:off x="5200935" y="1353000"/>
            <a:ext cx="3229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206" name="Google Shape;1206;p123"/>
          <p:cNvSpPr txBox="1"/>
          <p:nvPr>
            <p:ph idx="3" type="subTitle"/>
          </p:nvPr>
        </p:nvSpPr>
        <p:spPr>
          <a:xfrm>
            <a:off x="5200924" y="1693001"/>
            <a:ext cx="3229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7" name="Google Shape;1207;p123"/>
          <p:cNvSpPr txBox="1"/>
          <p:nvPr>
            <p:ph idx="4" type="title"/>
          </p:nvPr>
        </p:nvSpPr>
        <p:spPr>
          <a:xfrm>
            <a:off x="5200938" y="2427412"/>
            <a:ext cx="3229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208" name="Google Shape;1208;p123"/>
          <p:cNvSpPr txBox="1"/>
          <p:nvPr>
            <p:ph idx="5" type="subTitle"/>
          </p:nvPr>
        </p:nvSpPr>
        <p:spPr>
          <a:xfrm>
            <a:off x="5200921" y="2769273"/>
            <a:ext cx="3229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09" name="Google Shape;1209;p123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210" name="Google Shape;1210;p12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1" name="Google Shape;1211;p12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p124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214" name="Google Shape;1214;p124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215" name="Google Shape;1215;p124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216" name="Google Shape;1216;p12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124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18" name="Google Shape;1218;p124"/>
          <p:cNvSpPr txBox="1"/>
          <p:nvPr>
            <p:ph idx="2" type="title"/>
          </p:nvPr>
        </p:nvSpPr>
        <p:spPr>
          <a:xfrm>
            <a:off x="2271525" y="158527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219" name="Google Shape;1219;p124"/>
          <p:cNvSpPr txBox="1"/>
          <p:nvPr>
            <p:ph idx="1" type="subTitle"/>
          </p:nvPr>
        </p:nvSpPr>
        <p:spPr>
          <a:xfrm>
            <a:off x="1496175" y="1871730"/>
            <a:ext cx="27327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0" name="Google Shape;1220;p124"/>
          <p:cNvSpPr txBox="1"/>
          <p:nvPr>
            <p:ph idx="3" type="title"/>
          </p:nvPr>
        </p:nvSpPr>
        <p:spPr>
          <a:xfrm>
            <a:off x="2271525" y="309697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221" name="Google Shape;1221;p124"/>
          <p:cNvSpPr txBox="1"/>
          <p:nvPr>
            <p:ph idx="4" type="subTitle"/>
          </p:nvPr>
        </p:nvSpPr>
        <p:spPr>
          <a:xfrm>
            <a:off x="1496175" y="3391207"/>
            <a:ext cx="27327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2" name="Google Shape;1222;p124"/>
          <p:cNvSpPr txBox="1"/>
          <p:nvPr>
            <p:ph idx="5" type="title"/>
          </p:nvPr>
        </p:nvSpPr>
        <p:spPr>
          <a:xfrm>
            <a:off x="5601525" y="158527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223" name="Google Shape;1223;p124"/>
          <p:cNvSpPr txBox="1"/>
          <p:nvPr>
            <p:ph idx="6" type="subTitle"/>
          </p:nvPr>
        </p:nvSpPr>
        <p:spPr>
          <a:xfrm>
            <a:off x="4915125" y="1871730"/>
            <a:ext cx="27327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4" name="Google Shape;1224;p124"/>
          <p:cNvSpPr txBox="1"/>
          <p:nvPr>
            <p:ph idx="7" type="title"/>
          </p:nvPr>
        </p:nvSpPr>
        <p:spPr>
          <a:xfrm>
            <a:off x="5601525" y="309712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225" name="Google Shape;1225;p124"/>
          <p:cNvSpPr txBox="1"/>
          <p:nvPr>
            <p:ph idx="8" type="subTitle"/>
          </p:nvPr>
        </p:nvSpPr>
        <p:spPr>
          <a:xfrm>
            <a:off x="4915125" y="3389946"/>
            <a:ext cx="27327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226" name="Google Shape;1226;p12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7" name="Google Shape;1227;p12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125"/>
          <p:cNvSpPr/>
          <p:nvPr/>
        </p:nvSpPr>
        <p:spPr>
          <a:xfrm flipH="1" rot="10800000">
            <a:off x="-74900" y="1635441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230" name="Google Shape;1230;p125"/>
          <p:cNvSpPr/>
          <p:nvPr/>
        </p:nvSpPr>
        <p:spPr>
          <a:xfrm flipH="1" rot="10800000">
            <a:off x="-74909" y="-74900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231" name="Google Shape;1231;p125"/>
          <p:cNvSpPr/>
          <p:nvPr/>
        </p:nvSpPr>
        <p:spPr>
          <a:xfrm flipH="1" rot="10800000">
            <a:off x="1672891" y="1385757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232" name="Google Shape;1232;p12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125"/>
          <p:cNvSpPr txBox="1"/>
          <p:nvPr>
            <p:ph type="title"/>
          </p:nvPr>
        </p:nvSpPr>
        <p:spPr>
          <a:xfrm>
            <a:off x="1695750" y="1784933"/>
            <a:ext cx="575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34" name="Google Shape;1234;p125"/>
          <p:cNvSpPr txBox="1"/>
          <p:nvPr>
            <p:ph idx="1" type="subTitle"/>
          </p:nvPr>
        </p:nvSpPr>
        <p:spPr>
          <a:xfrm>
            <a:off x="2607250" y="2837758"/>
            <a:ext cx="3699300" cy="2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35" name="Google Shape;1235;p12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6" name="Google Shape;1236;p12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6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126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239" name="Google Shape;1239;p126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240" name="Google Shape;1240;p12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126"/>
          <p:cNvSpPr txBox="1"/>
          <p:nvPr>
            <p:ph type="title"/>
          </p:nvPr>
        </p:nvSpPr>
        <p:spPr>
          <a:xfrm>
            <a:off x="4215400" y="1558650"/>
            <a:ext cx="38883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2" name="Google Shape;1242;p126"/>
          <p:cNvSpPr txBox="1"/>
          <p:nvPr>
            <p:ph idx="1" type="subTitle"/>
          </p:nvPr>
        </p:nvSpPr>
        <p:spPr>
          <a:xfrm>
            <a:off x="4215396" y="3247925"/>
            <a:ext cx="3888300" cy="2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43" name="Google Shape;1243;p12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4" name="Google Shape;1244;p12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127"/>
          <p:cNvSpPr/>
          <p:nvPr/>
        </p:nvSpPr>
        <p:spPr>
          <a:xfrm>
            <a:off x="-112366" y="-74900"/>
            <a:ext cx="4455825" cy="3945000"/>
          </a:xfrm>
          <a:custGeom>
            <a:rect b="b" l="l" r="r" t="t"/>
            <a:pathLst>
              <a:path extrusionOk="0" h="157800" w="178233">
                <a:moveTo>
                  <a:pt x="128338" y="0"/>
                </a:moveTo>
                <a:lnTo>
                  <a:pt x="0" y="0"/>
                </a:lnTo>
                <a:lnTo>
                  <a:pt x="0" y="157800"/>
                </a:lnTo>
                <a:lnTo>
                  <a:pt x="178233" y="110043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247" name="Google Shape;1247;p127"/>
          <p:cNvSpPr/>
          <p:nvPr/>
        </p:nvSpPr>
        <p:spPr>
          <a:xfrm>
            <a:off x="3096091" y="-74900"/>
            <a:ext cx="6204650" cy="4232150"/>
          </a:xfrm>
          <a:custGeom>
            <a:rect b="b" l="l" r="r" t="t"/>
            <a:pathLst>
              <a:path extrusionOk="0" h="169286" w="248186">
                <a:moveTo>
                  <a:pt x="0" y="0"/>
                </a:moveTo>
                <a:lnTo>
                  <a:pt x="248186" y="0"/>
                </a:lnTo>
                <a:lnTo>
                  <a:pt x="247687" y="169286"/>
                </a:lnTo>
                <a:lnTo>
                  <a:pt x="48938" y="11135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248" name="Google Shape;1248;p127"/>
          <p:cNvSpPr/>
          <p:nvPr/>
        </p:nvSpPr>
        <p:spPr>
          <a:xfrm>
            <a:off x="-124825" y="2696600"/>
            <a:ext cx="6564300" cy="2559275"/>
          </a:xfrm>
          <a:custGeom>
            <a:rect b="b" l="l" r="r" t="t"/>
            <a:pathLst>
              <a:path extrusionOk="0" h="102371" w="262572">
                <a:moveTo>
                  <a:pt x="0" y="46941"/>
                </a:moveTo>
                <a:lnTo>
                  <a:pt x="0" y="102371"/>
                </a:lnTo>
                <a:lnTo>
                  <a:pt x="262572" y="102362"/>
                </a:lnTo>
                <a:lnTo>
                  <a:pt x="242678" y="19120"/>
                </a:lnTo>
                <a:lnTo>
                  <a:pt x="177276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249" name="Google Shape;1249;p127"/>
          <p:cNvSpPr/>
          <p:nvPr/>
        </p:nvSpPr>
        <p:spPr>
          <a:xfrm>
            <a:off x="5930009" y="3160026"/>
            <a:ext cx="3395700" cy="2134800"/>
          </a:xfrm>
          <a:custGeom>
            <a:rect b="b" l="l" r="r" t="t"/>
            <a:pathLst>
              <a:path extrusionOk="0" h="85392" w="135828">
                <a:moveTo>
                  <a:pt x="0" y="0"/>
                </a:moveTo>
                <a:lnTo>
                  <a:pt x="135828" y="40449"/>
                </a:lnTo>
                <a:lnTo>
                  <a:pt x="135828" y="85392"/>
                </a:lnTo>
                <a:lnTo>
                  <a:pt x="20973" y="85392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250" name="Google Shape;1250;p12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12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1252" name="Google Shape;1252;p12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3" name="Google Shape;1253;p12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5" name="Google Shape;1255;p128"/>
          <p:cNvGrpSpPr/>
          <p:nvPr/>
        </p:nvGrpSpPr>
        <p:grpSpPr>
          <a:xfrm flipH="1">
            <a:off x="-136250" y="-74900"/>
            <a:ext cx="9461959" cy="5380700"/>
            <a:chOff x="-124834" y="-74900"/>
            <a:chExt cx="9461959" cy="5380700"/>
          </a:xfrm>
        </p:grpSpPr>
        <p:sp>
          <p:nvSpPr>
            <p:cNvPr id="1256" name="Google Shape;1256;p128"/>
            <p:cNvSpPr/>
            <p:nvPr/>
          </p:nvSpPr>
          <p:spPr>
            <a:xfrm>
              <a:off x="-112366" y="-74900"/>
              <a:ext cx="4455825" cy="3945000"/>
            </a:xfrm>
            <a:custGeom>
              <a:rect b="b" l="l" r="r" t="t"/>
              <a:pathLst>
                <a:path extrusionOk="0" h="157800" w="178233">
                  <a:moveTo>
                    <a:pt x="128338" y="0"/>
                  </a:moveTo>
                  <a:lnTo>
                    <a:pt x="0" y="0"/>
                  </a:lnTo>
                  <a:lnTo>
                    <a:pt x="0" y="157800"/>
                  </a:lnTo>
                  <a:lnTo>
                    <a:pt x="178233" y="110043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  <p:sp>
          <p:nvSpPr>
            <p:cNvPr id="1257" name="Google Shape;1257;p128"/>
            <p:cNvSpPr/>
            <p:nvPr/>
          </p:nvSpPr>
          <p:spPr>
            <a:xfrm>
              <a:off x="3096091" y="-74900"/>
              <a:ext cx="6204650" cy="4232150"/>
            </a:xfrm>
            <a:custGeom>
              <a:rect b="b" l="l" r="r" t="t"/>
              <a:pathLst>
                <a:path extrusionOk="0" h="169286" w="248186">
                  <a:moveTo>
                    <a:pt x="0" y="0"/>
                  </a:moveTo>
                  <a:lnTo>
                    <a:pt x="248186" y="0"/>
                  </a:lnTo>
                  <a:lnTo>
                    <a:pt x="247687" y="169286"/>
                  </a:lnTo>
                  <a:lnTo>
                    <a:pt x="48938" y="111359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1258" name="Google Shape;1258;p128"/>
            <p:cNvSpPr/>
            <p:nvPr/>
          </p:nvSpPr>
          <p:spPr>
            <a:xfrm>
              <a:off x="-124834" y="2696591"/>
              <a:ext cx="6579175" cy="2559275"/>
            </a:xfrm>
            <a:custGeom>
              <a:rect b="b" l="l" r="r" t="t"/>
              <a:pathLst>
                <a:path extrusionOk="0" h="102371" w="263167">
                  <a:moveTo>
                    <a:pt x="0" y="46941"/>
                  </a:moveTo>
                  <a:lnTo>
                    <a:pt x="0" y="102371"/>
                  </a:lnTo>
                  <a:lnTo>
                    <a:pt x="263167" y="102371"/>
                  </a:lnTo>
                  <a:lnTo>
                    <a:pt x="241195" y="18976"/>
                  </a:lnTo>
                  <a:lnTo>
                    <a:pt x="177276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1259" name="Google Shape;1259;p128"/>
            <p:cNvSpPr/>
            <p:nvPr/>
          </p:nvSpPr>
          <p:spPr>
            <a:xfrm>
              <a:off x="5887625" y="3176625"/>
              <a:ext cx="3449500" cy="2129175"/>
            </a:xfrm>
            <a:custGeom>
              <a:rect b="b" l="l" r="r" t="t"/>
              <a:pathLst>
                <a:path extrusionOk="0" h="85167" w="137980">
                  <a:moveTo>
                    <a:pt x="0" y="0"/>
                  </a:moveTo>
                  <a:lnTo>
                    <a:pt x="137980" y="39627"/>
                  </a:lnTo>
                  <a:lnTo>
                    <a:pt x="137523" y="85167"/>
                  </a:lnTo>
                  <a:lnTo>
                    <a:pt x="22885" y="83685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</p:grpSp>
      <p:sp>
        <p:nvSpPr>
          <p:cNvPr id="1260" name="Google Shape;1260;p12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128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1262" name="Google Shape;1262;p12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63" name="Google Shape;1263;p12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129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266" name="Google Shape;1266;p129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267" name="Google Shape;1267;p129"/>
          <p:cNvSpPr/>
          <p:nvPr/>
        </p:nvSpPr>
        <p:spPr>
          <a:xfrm>
            <a:off x="3387250" y="-62425"/>
            <a:ext cx="5826100" cy="5343250"/>
          </a:xfrm>
          <a:custGeom>
            <a:rect b="b" l="l" r="r" t="t"/>
            <a:pathLst>
              <a:path extrusionOk="0" h="213730" w="233044">
                <a:moveTo>
                  <a:pt x="187102" y="0"/>
                </a:moveTo>
                <a:lnTo>
                  <a:pt x="233044" y="0"/>
                </a:lnTo>
                <a:lnTo>
                  <a:pt x="233044" y="213730"/>
                </a:lnTo>
                <a:lnTo>
                  <a:pt x="28920" y="208579"/>
                </a:lnTo>
                <a:lnTo>
                  <a:pt x="0" y="18603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268" name="Google Shape;1268;p12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9" name="Google Shape;1269;p12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70" name="Google Shape;1270;p12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1" name="Google Shape;1271;p12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30"/>
          <p:cNvSpPr/>
          <p:nvPr/>
        </p:nvSpPr>
        <p:spPr>
          <a:xfrm>
            <a:off x="4919975" y="-87400"/>
            <a:ext cx="4293375" cy="5280825"/>
          </a:xfrm>
          <a:custGeom>
            <a:rect b="b" l="l" r="r" t="t"/>
            <a:pathLst>
              <a:path extrusionOk="0" h="211233" w="171735">
                <a:moveTo>
                  <a:pt x="24921" y="0"/>
                </a:moveTo>
                <a:lnTo>
                  <a:pt x="171735" y="0"/>
                </a:lnTo>
                <a:lnTo>
                  <a:pt x="171735" y="211233"/>
                </a:lnTo>
                <a:lnTo>
                  <a:pt x="0" y="209809"/>
                </a:lnTo>
                <a:lnTo>
                  <a:pt x="127791" y="11585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274" name="Google Shape;1274;p130"/>
          <p:cNvSpPr/>
          <p:nvPr/>
        </p:nvSpPr>
        <p:spPr>
          <a:xfrm flipH="1">
            <a:off x="107364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275" name="Google Shape;1275;p130"/>
          <p:cNvSpPr/>
          <p:nvPr/>
        </p:nvSpPr>
        <p:spPr>
          <a:xfrm>
            <a:off x="-62425" y="-62425"/>
            <a:ext cx="5755225" cy="5343250"/>
          </a:xfrm>
          <a:custGeom>
            <a:rect b="b" l="l" r="r" t="t"/>
            <a:pathLst>
              <a:path extrusionOk="0" h="213730" w="230209">
                <a:moveTo>
                  <a:pt x="45942" y="0"/>
                </a:moveTo>
                <a:lnTo>
                  <a:pt x="0" y="0"/>
                </a:lnTo>
                <a:lnTo>
                  <a:pt x="0" y="213730"/>
                </a:lnTo>
                <a:lnTo>
                  <a:pt x="199078" y="209028"/>
                </a:lnTo>
                <a:lnTo>
                  <a:pt x="230209" y="18576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276" name="Google Shape;1276;p13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13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78" name="Google Shape;1278;p13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79" name="Google Shape;1279;p13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1" name="Google Shape;1281;p13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2" name="Google Shape;1282;p131"/>
          <p:cNvSpPr/>
          <p:nvPr/>
        </p:nvSpPr>
        <p:spPr>
          <a:xfrm>
            <a:off x="-62416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283" name="Google Shape;1283;p131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284" name="Google Shape;1284;p131"/>
          <p:cNvSpPr/>
          <p:nvPr/>
        </p:nvSpPr>
        <p:spPr>
          <a:xfrm>
            <a:off x="3447275" y="-62425"/>
            <a:ext cx="5766075" cy="5343250"/>
          </a:xfrm>
          <a:custGeom>
            <a:rect b="b" l="l" r="r" t="t"/>
            <a:pathLst>
              <a:path extrusionOk="0" h="213730" w="230643">
                <a:moveTo>
                  <a:pt x="184701" y="0"/>
                </a:moveTo>
                <a:lnTo>
                  <a:pt x="230643" y="0"/>
                </a:lnTo>
                <a:lnTo>
                  <a:pt x="230643" y="213730"/>
                </a:lnTo>
                <a:lnTo>
                  <a:pt x="33163" y="210250"/>
                </a:lnTo>
                <a:lnTo>
                  <a:pt x="0" y="185989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285" name="Google Shape;1285;p13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6" name="Google Shape;1286;p131"/>
          <p:cNvSpPr txBox="1"/>
          <p:nvPr>
            <p:ph type="title"/>
          </p:nvPr>
        </p:nvSpPr>
        <p:spPr>
          <a:xfrm>
            <a:off x="1051489" y="1754375"/>
            <a:ext cx="21336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287" name="Google Shape;1287;p131"/>
          <p:cNvSpPr txBox="1"/>
          <p:nvPr>
            <p:ph idx="1" type="subTitle"/>
          </p:nvPr>
        </p:nvSpPr>
        <p:spPr>
          <a:xfrm>
            <a:off x="1184989" y="2121233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8" name="Google Shape;1288;p131"/>
          <p:cNvSpPr txBox="1"/>
          <p:nvPr>
            <p:ph idx="2" type="title"/>
          </p:nvPr>
        </p:nvSpPr>
        <p:spPr>
          <a:xfrm>
            <a:off x="1051489" y="3204650"/>
            <a:ext cx="21336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289" name="Google Shape;1289;p131"/>
          <p:cNvSpPr txBox="1"/>
          <p:nvPr>
            <p:ph idx="3" type="subTitle"/>
          </p:nvPr>
        </p:nvSpPr>
        <p:spPr>
          <a:xfrm>
            <a:off x="1184989" y="3595392"/>
            <a:ext cx="18666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0" name="Google Shape;1290;p131"/>
          <p:cNvSpPr txBox="1"/>
          <p:nvPr>
            <p:ph idx="4" type="title"/>
          </p:nvPr>
        </p:nvSpPr>
        <p:spPr>
          <a:xfrm>
            <a:off x="3470378" y="1754375"/>
            <a:ext cx="21162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291" name="Google Shape;1291;p131"/>
          <p:cNvSpPr txBox="1"/>
          <p:nvPr>
            <p:ph idx="5" type="subTitle"/>
          </p:nvPr>
        </p:nvSpPr>
        <p:spPr>
          <a:xfrm>
            <a:off x="3595178" y="2121226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2" name="Google Shape;1292;p131"/>
          <p:cNvSpPr txBox="1"/>
          <p:nvPr>
            <p:ph idx="6" type="title"/>
          </p:nvPr>
        </p:nvSpPr>
        <p:spPr>
          <a:xfrm>
            <a:off x="3470378" y="3204650"/>
            <a:ext cx="21162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293" name="Google Shape;1293;p131"/>
          <p:cNvSpPr txBox="1"/>
          <p:nvPr>
            <p:ph idx="7" type="subTitle"/>
          </p:nvPr>
        </p:nvSpPr>
        <p:spPr>
          <a:xfrm>
            <a:off x="3595178" y="3595392"/>
            <a:ext cx="18666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4" name="Google Shape;1294;p131"/>
          <p:cNvSpPr txBox="1"/>
          <p:nvPr>
            <p:ph idx="8" type="title"/>
          </p:nvPr>
        </p:nvSpPr>
        <p:spPr>
          <a:xfrm>
            <a:off x="5983511" y="1754375"/>
            <a:ext cx="21090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295" name="Google Shape;1295;p131"/>
          <p:cNvSpPr txBox="1"/>
          <p:nvPr>
            <p:ph idx="9" type="subTitle"/>
          </p:nvPr>
        </p:nvSpPr>
        <p:spPr>
          <a:xfrm>
            <a:off x="6104711" y="2121226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6" name="Google Shape;1296;p131"/>
          <p:cNvSpPr txBox="1"/>
          <p:nvPr>
            <p:ph idx="13" type="title"/>
          </p:nvPr>
        </p:nvSpPr>
        <p:spPr>
          <a:xfrm>
            <a:off x="5983511" y="3204650"/>
            <a:ext cx="21090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297" name="Google Shape;1297;p131"/>
          <p:cNvSpPr txBox="1"/>
          <p:nvPr>
            <p:ph idx="14" type="subTitle"/>
          </p:nvPr>
        </p:nvSpPr>
        <p:spPr>
          <a:xfrm>
            <a:off x="6104711" y="3595392"/>
            <a:ext cx="18666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298" name="Google Shape;1298;p13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9" name="Google Shape;1299;p13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0" name="Google Shape;1300;p131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1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32"/>
          <p:cNvSpPr/>
          <p:nvPr/>
        </p:nvSpPr>
        <p:spPr>
          <a:xfrm>
            <a:off x="-62416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303" name="Google Shape;1303;p132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304" name="Google Shape;1304;p132"/>
          <p:cNvSpPr/>
          <p:nvPr/>
        </p:nvSpPr>
        <p:spPr>
          <a:xfrm>
            <a:off x="3447275" y="-62425"/>
            <a:ext cx="5766075" cy="5343250"/>
          </a:xfrm>
          <a:custGeom>
            <a:rect b="b" l="l" r="r" t="t"/>
            <a:pathLst>
              <a:path extrusionOk="0" h="213730" w="230643">
                <a:moveTo>
                  <a:pt x="184701" y="0"/>
                </a:moveTo>
                <a:lnTo>
                  <a:pt x="230643" y="0"/>
                </a:lnTo>
                <a:lnTo>
                  <a:pt x="230643" y="213730"/>
                </a:lnTo>
                <a:lnTo>
                  <a:pt x="33163" y="210250"/>
                </a:lnTo>
                <a:lnTo>
                  <a:pt x="0" y="185989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305" name="Google Shape;1305;p13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132"/>
          <p:cNvSpPr txBox="1"/>
          <p:nvPr>
            <p:ph type="title"/>
          </p:nvPr>
        </p:nvSpPr>
        <p:spPr>
          <a:xfrm>
            <a:off x="713229" y="1392000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307" name="Google Shape;1307;p132"/>
          <p:cNvSpPr txBox="1"/>
          <p:nvPr>
            <p:ph idx="1" type="subTitle"/>
          </p:nvPr>
        </p:nvSpPr>
        <p:spPr>
          <a:xfrm>
            <a:off x="713231" y="1793096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08" name="Google Shape;1308;p132"/>
          <p:cNvSpPr txBox="1"/>
          <p:nvPr>
            <p:ph idx="2" type="title"/>
          </p:nvPr>
        </p:nvSpPr>
        <p:spPr>
          <a:xfrm>
            <a:off x="713244" y="3403806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309" name="Google Shape;1309;p132"/>
          <p:cNvSpPr txBox="1"/>
          <p:nvPr>
            <p:ph idx="3" type="subTitle"/>
          </p:nvPr>
        </p:nvSpPr>
        <p:spPr>
          <a:xfrm>
            <a:off x="713231" y="3804899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10" name="Google Shape;1310;p132"/>
          <p:cNvSpPr txBox="1"/>
          <p:nvPr>
            <p:ph idx="4" type="title"/>
          </p:nvPr>
        </p:nvSpPr>
        <p:spPr>
          <a:xfrm>
            <a:off x="713247" y="2397903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311" name="Google Shape;1311;p132"/>
          <p:cNvSpPr txBox="1"/>
          <p:nvPr>
            <p:ph idx="5" type="subTitle"/>
          </p:nvPr>
        </p:nvSpPr>
        <p:spPr>
          <a:xfrm>
            <a:off x="713250" y="2799005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12" name="Google Shape;1312;p132"/>
          <p:cNvSpPr txBox="1"/>
          <p:nvPr>
            <p:ph idx="6" type="title"/>
          </p:nvPr>
        </p:nvSpPr>
        <p:spPr>
          <a:xfrm>
            <a:off x="5895420" y="2397903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313" name="Google Shape;1313;p132"/>
          <p:cNvSpPr txBox="1"/>
          <p:nvPr>
            <p:ph idx="7" type="subTitle"/>
          </p:nvPr>
        </p:nvSpPr>
        <p:spPr>
          <a:xfrm>
            <a:off x="5895424" y="2798996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14" name="Google Shape;1314;p132"/>
          <p:cNvSpPr txBox="1"/>
          <p:nvPr>
            <p:ph idx="8" type="title"/>
          </p:nvPr>
        </p:nvSpPr>
        <p:spPr>
          <a:xfrm>
            <a:off x="5895437" y="1392000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315" name="Google Shape;1315;p132"/>
          <p:cNvSpPr txBox="1"/>
          <p:nvPr>
            <p:ph idx="9" type="subTitle"/>
          </p:nvPr>
        </p:nvSpPr>
        <p:spPr>
          <a:xfrm>
            <a:off x="5895435" y="1793090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16" name="Google Shape;1316;p132"/>
          <p:cNvSpPr txBox="1"/>
          <p:nvPr>
            <p:ph idx="13" type="title"/>
          </p:nvPr>
        </p:nvSpPr>
        <p:spPr>
          <a:xfrm>
            <a:off x="5895437" y="3403806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317" name="Google Shape;1317;p132"/>
          <p:cNvSpPr txBox="1"/>
          <p:nvPr>
            <p:ph idx="14" type="subTitle"/>
          </p:nvPr>
        </p:nvSpPr>
        <p:spPr>
          <a:xfrm>
            <a:off x="5895435" y="3804899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18" name="Google Shape;1318;p132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319" name="Google Shape;1319;p13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20" name="Google Shape;1320;p13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133"/>
          <p:cNvSpPr/>
          <p:nvPr/>
        </p:nvSpPr>
        <p:spPr>
          <a:xfrm>
            <a:off x="-55980" y="-27995"/>
            <a:ext cx="5691450" cy="5224950"/>
          </a:xfrm>
          <a:custGeom>
            <a:rect b="b" l="l" r="r" t="t"/>
            <a:pathLst>
              <a:path extrusionOk="0" h="208998" w="227658">
                <a:moveTo>
                  <a:pt x="197428" y="208998"/>
                </a:moveTo>
                <a:lnTo>
                  <a:pt x="0" y="208998"/>
                </a:lnTo>
                <a:lnTo>
                  <a:pt x="0" y="0"/>
                </a:lnTo>
                <a:lnTo>
                  <a:pt x="46651" y="0"/>
                </a:lnTo>
                <a:lnTo>
                  <a:pt x="69417" y="22393"/>
                </a:lnTo>
                <a:lnTo>
                  <a:pt x="226165" y="180261"/>
                </a:lnTo>
                <a:lnTo>
                  <a:pt x="227658" y="18772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323" name="Google Shape;1323;p133"/>
          <p:cNvSpPr/>
          <p:nvPr/>
        </p:nvSpPr>
        <p:spPr>
          <a:xfrm flipH="1">
            <a:off x="4881322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324" name="Google Shape;1324;p133"/>
          <p:cNvSpPr/>
          <p:nvPr/>
        </p:nvSpPr>
        <p:spPr>
          <a:xfrm flipH="1">
            <a:off x="107364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325" name="Google Shape;1325;p13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133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27" name="Google Shape;1327;p133"/>
          <p:cNvSpPr txBox="1"/>
          <p:nvPr>
            <p:ph idx="2" type="title"/>
          </p:nvPr>
        </p:nvSpPr>
        <p:spPr>
          <a:xfrm>
            <a:off x="1848226" y="15090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328" name="Google Shape;1328;p133"/>
          <p:cNvSpPr txBox="1"/>
          <p:nvPr>
            <p:ph idx="1" type="subTitle"/>
          </p:nvPr>
        </p:nvSpPr>
        <p:spPr>
          <a:xfrm>
            <a:off x="1608525" y="1799405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29" name="Google Shape;1329;p133"/>
          <p:cNvSpPr txBox="1"/>
          <p:nvPr>
            <p:ph idx="3" type="title"/>
          </p:nvPr>
        </p:nvSpPr>
        <p:spPr>
          <a:xfrm>
            <a:off x="1848226" y="30969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330" name="Google Shape;1330;p133"/>
          <p:cNvSpPr txBox="1"/>
          <p:nvPr>
            <p:ph idx="4" type="subTitle"/>
          </p:nvPr>
        </p:nvSpPr>
        <p:spPr>
          <a:xfrm>
            <a:off x="1608525" y="3483426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31" name="Google Shape;1331;p133"/>
          <p:cNvSpPr txBox="1"/>
          <p:nvPr>
            <p:ph idx="5" type="title"/>
          </p:nvPr>
        </p:nvSpPr>
        <p:spPr>
          <a:xfrm>
            <a:off x="5272526" y="15090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332" name="Google Shape;1332;p133"/>
          <p:cNvSpPr txBox="1"/>
          <p:nvPr>
            <p:ph idx="6" type="subTitle"/>
          </p:nvPr>
        </p:nvSpPr>
        <p:spPr>
          <a:xfrm>
            <a:off x="5032825" y="1799405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33" name="Google Shape;1333;p133"/>
          <p:cNvSpPr txBox="1"/>
          <p:nvPr>
            <p:ph idx="7" type="title"/>
          </p:nvPr>
        </p:nvSpPr>
        <p:spPr>
          <a:xfrm>
            <a:off x="5272526" y="309712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334" name="Google Shape;1334;p133"/>
          <p:cNvSpPr txBox="1"/>
          <p:nvPr>
            <p:ph idx="8" type="subTitle"/>
          </p:nvPr>
        </p:nvSpPr>
        <p:spPr>
          <a:xfrm>
            <a:off x="5032825" y="3482981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335" name="Google Shape;1335;p13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6" name="Google Shape;1336;p13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134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339" name="Google Shape;1339;p134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340" name="Google Shape;1340;p134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341" name="Google Shape;1341;p134"/>
          <p:cNvSpPr/>
          <p:nvPr/>
        </p:nvSpPr>
        <p:spPr>
          <a:xfrm>
            <a:off x="5867575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342" name="Google Shape;1342;p13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13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344" name="Google Shape;1344;p13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45" name="Google Shape;1345;p13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6" name="Google Shape;1346;p134"/>
          <p:cNvSpPr txBox="1"/>
          <p:nvPr>
            <p:ph idx="1" type="subTitle"/>
          </p:nvPr>
        </p:nvSpPr>
        <p:spPr>
          <a:xfrm>
            <a:off x="2014850" y="1937938"/>
            <a:ext cx="2427600" cy="1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135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349" name="Google Shape;1349;p135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350" name="Google Shape;1350;p13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1" name="Google Shape;1351;p13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352" name="Google Shape;1352;p13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53" name="Google Shape;1353;p13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4" name="Google Shape;1354;p135"/>
          <p:cNvSpPr txBox="1"/>
          <p:nvPr>
            <p:ph idx="1" type="subTitle"/>
          </p:nvPr>
        </p:nvSpPr>
        <p:spPr>
          <a:xfrm>
            <a:off x="5163175" y="1938025"/>
            <a:ext cx="2427600" cy="1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136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357" name="Google Shape;1357;p136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358" name="Google Shape;1358;p13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59" name="Google Shape;1359;p13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0" name="Google Shape;1360;p13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1" name="Google Shape;1361;p136"/>
          <p:cNvSpPr txBox="1"/>
          <p:nvPr>
            <p:ph idx="1" type="body"/>
          </p:nvPr>
        </p:nvSpPr>
        <p:spPr>
          <a:xfrm>
            <a:off x="713225" y="1348475"/>
            <a:ext cx="7717500" cy="28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62" name="Google Shape;1362;p136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137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365" name="Google Shape;1365;p137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366" name="Google Shape;1366;p13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67" name="Google Shape;1367;p13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8" name="Google Shape;1368;p13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9" name="Google Shape;1369;p137"/>
          <p:cNvSpPr txBox="1"/>
          <p:nvPr>
            <p:ph idx="1" type="body"/>
          </p:nvPr>
        </p:nvSpPr>
        <p:spPr>
          <a:xfrm>
            <a:off x="713225" y="1348475"/>
            <a:ext cx="7717500" cy="28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70" name="Google Shape;1370;p13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_1_2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2" name="Google Shape;1372;p138"/>
          <p:cNvGrpSpPr/>
          <p:nvPr/>
        </p:nvGrpSpPr>
        <p:grpSpPr>
          <a:xfrm>
            <a:off x="-299629" y="-137325"/>
            <a:ext cx="9550450" cy="5418141"/>
            <a:chOff x="-124850" y="-137325"/>
            <a:chExt cx="9550450" cy="5418141"/>
          </a:xfrm>
        </p:grpSpPr>
        <p:sp>
          <p:nvSpPr>
            <p:cNvPr id="1373" name="Google Shape;1373;p138"/>
            <p:cNvSpPr/>
            <p:nvPr/>
          </p:nvSpPr>
          <p:spPr>
            <a:xfrm flipH="1">
              <a:off x="5180950" y="-137325"/>
              <a:ext cx="4244650" cy="5405675"/>
            </a:xfrm>
            <a:custGeom>
              <a:rect b="b" l="l" r="r" t="t"/>
              <a:pathLst>
                <a:path extrusionOk="0" h="216227" w="169786">
                  <a:moveTo>
                    <a:pt x="57428" y="0"/>
                  </a:moveTo>
                  <a:lnTo>
                    <a:pt x="0" y="0"/>
                  </a:lnTo>
                  <a:lnTo>
                    <a:pt x="0" y="216227"/>
                  </a:lnTo>
                  <a:lnTo>
                    <a:pt x="169786" y="216227"/>
                  </a:lnTo>
                  <a:lnTo>
                    <a:pt x="53433" y="60424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1374" name="Google Shape;1374;p138"/>
            <p:cNvSpPr/>
            <p:nvPr/>
          </p:nvSpPr>
          <p:spPr>
            <a:xfrm flipH="1">
              <a:off x="-124850" y="1323316"/>
              <a:ext cx="8239600" cy="3957500"/>
            </a:xfrm>
            <a:custGeom>
              <a:rect b="b" l="l" r="r" t="t"/>
              <a:pathLst>
                <a:path extrusionOk="0" h="158300" w="329584">
                  <a:moveTo>
                    <a:pt x="0" y="0"/>
                  </a:moveTo>
                  <a:lnTo>
                    <a:pt x="117851" y="158300"/>
                  </a:lnTo>
                  <a:lnTo>
                    <a:pt x="329584" y="154305"/>
                  </a:lnTo>
                  <a:lnTo>
                    <a:pt x="320595" y="56929"/>
                  </a:lnTo>
                  <a:lnTo>
                    <a:pt x="145316" y="60923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1375" name="Google Shape;1375;p138"/>
            <p:cNvSpPr/>
            <p:nvPr/>
          </p:nvSpPr>
          <p:spPr>
            <a:xfrm flipH="1">
              <a:off x="87400" y="-112350"/>
              <a:ext cx="4419400" cy="2958750"/>
            </a:xfrm>
            <a:custGeom>
              <a:rect b="b" l="l" r="r" t="t"/>
              <a:pathLst>
                <a:path extrusionOk="0" h="118350" w="176776">
                  <a:moveTo>
                    <a:pt x="33957" y="0"/>
                  </a:moveTo>
                  <a:lnTo>
                    <a:pt x="176776" y="0"/>
                  </a:lnTo>
                  <a:lnTo>
                    <a:pt x="176776" y="114355"/>
                  </a:lnTo>
                  <a:lnTo>
                    <a:pt x="0" y="11835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1376" name="Google Shape;1376;p13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77" name="Google Shape;1377;p13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8" name="Google Shape;1378;p13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79" name="Google Shape;1379;p138"/>
          <p:cNvSpPr txBox="1"/>
          <p:nvPr>
            <p:ph idx="1" type="body"/>
          </p:nvPr>
        </p:nvSpPr>
        <p:spPr>
          <a:xfrm>
            <a:off x="713225" y="1348475"/>
            <a:ext cx="7717500" cy="29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0" name="Google Shape;1380;p138"/>
          <p:cNvSpPr txBox="1"/>
          <p:nvPr>
            <p:ph type="title"/>
          </p:nvPr>
        </p:nvSpPr>
        <p:spPr>
          <a:xfrm>
            <a:off x="713250" y="683125"/>
            <a:ext cx="7717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_1_2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139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383" name="Google Shape;1383;p139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384" name="Google Shape;1384;p139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385" name="Google Shape;1385;p13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6" name="Google Shape;1386;p13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7" name="Google Shape;1387;p13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88" name="Google Shape;1388;p139"/>
          <p:cNvSpPr txBox="1"/>
          <p:nvPr>
            <p:ph idx="1" type="body"/>
          </p:nvPr>
        </p:nvSpPr>
        <p:spPr>
          <a:xfrm>
            <a:off x="713225" y="1348475"/>
            <a:ext cx="7717500" cy="29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89" name="Google Shape;1389;p13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140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392" name="Google Shape;1392;p140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393" name="Google Shape;1393;p140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394" name="Google Shape;1394;p140"/>
          <p:cNvSpPr/>
          <p:nvPr/>
        </p:nvSpPr>
        <p:spPr>
          <a:xfrm>
            <a:off x="5867575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395" name="Google Shape;1395;p14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6" name="Google Shape;1396;p14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397" name="Google Shape;1397;p14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98" name="Google Shape;1398;p14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1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141"/>
          <p:cNvSpPr/>
          <p:nvPr/>
        </p:nvSpPr>
        <p:spPr>
          <a:xfrm>
            <a:off x="1974642" y="3927350"/>
            <a:ext cx="4028750" cy="1428400"/>
          </a:xfrm>
          <a:custGeom>
            <a:rect b="b" l="l" r="r" t="t"/>
            <a:pathLst>
              <a:path extrusionOk="0" h="57136" w="161150">
                <a:moveTo>
                  <a:pt x="161150" y="57136"/>
                </a:moveTo>
                <a:lnTo>
                  <a:pt x="0" y="50398"/>
                </a:lnTo>
                <a:lnTo>
                  <a:pt x="46254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401" name="Google Shape;1401;p141"/>
          <p:cNvSpPr/>
          <p:nvPr/>
        </p:nvSpPr>
        <p:spPr>
          <a:xfrm>
            <a:off x="636700" y="-1622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215727" y="221220"/>
                </a:moveTo>
                <a:lnTo>
                  <a:pt x="344564" y="221220"/>
                </a:lnTo>
                <a:lnTo>
                  <a:pt x="343908" y="103150"/>
                </a:lnTo>
                <a:lnTo>
                  <a:pt x="165790" y="108862"/>
                </a:lnTo>
                <a:lnTo>
                  <a:pt x="0" y="0"/>
                </a:lnTo>
                <a:lnTo>
                  <a:pt x="100872" y="164792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402" name="Google Shape;1402;p141"/>
          <p:cNvSpPr/>
          <p:nvPr/>
        </p:nvSpPr>
        <p:spPr>
          <a:xfrm>
            <a:off x="600075" y="-199725"/>
            <a:ext cx="8638250" cy="2759025"/>
          </a:xfrm>
          <a:custGeom>
            <a:rect b="b" l="l" r="r" t="t"/>
            <a:pathLst>
              <a:path extrusionOk="0" h="110361" w="345530">
                <a:moveTo>
                  <a:pt x="345373" y="104648"/>
                </a:moveTo>
                <a:lnTo>
                  <a:pt x="345530" y="0"/>
                </a:lnTo>
                <a:lnTo>
                  <a:pt x="0" y="534"/>
                </a:lnTo>
                <a:lnTo>
                  <a:pt x="166756" y="11036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403" name="Google Shape;1403;p141"/>
          <p:cNvSpPr/>
          <p:nvPr/>
        </p:nvSpPr>
        <p:spPr>
          <a:xfrm>
            <a:off x="-237200" y="-212225"/>
            <a:ext cx="3422675" cy="5580450"/>
          </a:xfrm>
          <a:custGeom>
            <a:rect b="b" l="l" r="r" t="t"/>
            <a:pathLst>
              <a:path extrusionOk="0" h="223218" w="136907">
                <a:moveTo>
                  <a:pt x="81896" y="223218"/>
                </a:moveTo>
                <a:lnTo>
                  <a:pt x="0" y="223218"/>
                </a:lnTo>
                <a:lnTo>
                  <a:pt x="0" y="0"/>
                </a:lnTo>
                <a:lnTo>
                  <a:pt x="33457" y="0"/>
                </a:lnTo>
                <a:lnTo>
                  <a:pt x="136907" y="163139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404" name="Google Shape;1404;p14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141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406" name="Google Shape;1406;p14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7" name="Google Shape;1407;p14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1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142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410" name="Google Shape;1410;p142"/>
          <p:cNvSpPr/>
          <p:nvPr/>
        </p:nvSpPr>
        <p:spPr>
          <a:xfrm>
            <a:off x="632825" y="2596700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411" name="Google Shape;1411;p142"/>
          <p:cNvSpPr/>
          <p:nvPr/>
        </p:nvSpPr>
        <p:spPr>
          <a:xfrm flipH="1">
            <a:off x="-237191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412" name="Google Shape;1412;p14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142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414" name="Google Shape;1414;p14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15" name="Google Shape;1415;p14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16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143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418" name="Google Shape;1418;p143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419" name="Google Shape;1419;p143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420" name="Google Shape;1420;p14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143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422" name="Google Shape;1422;p14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3" name="Google Shape;1423;p14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CUSTOM_1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44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426" name="Google Shape;1426;p144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427" name="Google Shape;1427;p144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428" name="Google Shape;1428;p14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4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430" name="Google Shape;1430;p14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31" name="Google Shape;1431;p14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CUSTOM_1_1_1_1_1_1_2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145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434" name="Google Shape;1434;p145"/>
          <p:cNvSpPr/>
          <p:nvPr/>
        </p:nvSpPr>
        <p:spPr>
          <a:xfrm>
            <a:off x="545550" y="2596700"/>
            <a:ext cx="8694300" cy="2781500"/>
          </a:xfrm>
          <a:custGeom>
            <a:rect b="b" l="l" r="r" t="t"/>
            <a:pathLst>
              <a:path extrusionOk="0" h="111260" w="347772">
                <a:moveTo>
                  <a:pt x="347772" y="6056"/>
                </a:moveTo>
                <a:lnTo>
                  <a:pt x="347711" y="110361"/>
                </a:lnTo>
                <a:lnTo>
                  <a:pt x="0" y="111260"/>
                </a:lnTo>
                <a:lnTo>
                  <a:pt x="168937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435" name="Google Shape;1435;p145"/>
          <p:cNvSpPr/>
          <p:nvPr/>
        </p:nvSpPr>
        <p:spPr>
          <a:xfrm flipH="1">
            <a:off x="1816614" y="-199750"/>
            <a:ext cx="4203083" cy="139822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436" name="Google Shape;1436;p145"/>
          <p:cNvSpPr/>
          <p:nvPr/>
        </p:nvSpPr>
        <p:spPr>
          <a:xfrm>
            <a:off x="-226275" y="-287950"/>
            <a:ext cx="3383225" cy="5656175"/>
          </a:xfrm>
          <a:custGeom>
            <a:rect b="b" l="l" r="r" t="t"/>
            <a:pathLst>
              <a:path extrusionOk="0" h="226247" w="135329">
                <a:moveTo>
                  <a:pt x="78639" y="0"/>
                </a:moveTo>
                <a:lnTo>
                  <a:pt x="0" y="3029"/>
                </a:lnTo>
                <a:lnTo>
                  <a:pt x="0" y="226247"/>
                </a:lnTo>
                <a:lnTo>
                  <a:pt x="33457" y="226247"/>
                </a:lnTo>
                <a:lnTo>
                  <a:pt x="135329" y="60956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437" name="Google Shape;1437;p14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8" name="Google Shape;1438;p14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439" name="Google Shape;1439;p14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0" name="Google Shape;1440;p14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CUSTOM_1_1_1_1_1_1_2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146"/>
          <p:cNvSpPr/>
          <p:nvPr/>
        </p:nvSpPr>
        <p:spPr>
          <a:xfrm flipH="1" rot="10800000">
            <a:off x="-111375" y="-1747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443" name="Google Shape;1443;p146"/>
          <p:cNvSpPr/>
          <p:nvPr/>
        </p:nvSpPr>
        <p:spPr>
          <a:xfrm rot="10800000">
            <a:off x="-98900" y="-212225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444" name="Google Shape;1444;p14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146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446" name="Google Shape;1446;p14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7" name="Google Shape;1447;p14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3">
  <p:cSld name="CUSTOM_1_1_1_1_1_1_2_1_1_1_1_1_1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48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9" name="Google Shape;1449;p147"/>
          <p:cNvGrpSpPr/>
          <p:nvPr/>
        </p:nvGrpSpPr>
        <p:grpSpPr>
          <a:xfrm>
            <a:off x="-149800" y="-124843"/>
            <a:ext cx="9350666" cy="5418150"/>
            <a:chOff x="-149800" y="-124843"/>
            <a:chExt cx="9350666" cy="5418150"/>
          </a:xfrm>
        </p:grpSpPr>
        <p:sp>
          <p:nvSpPr>
            <p:cNvPr id="1450" name="Google Shape;1450;p147"/>
            <p:cNvSpPr/>
            <p:nvPr/>
          </p:nvSpPr>
          <p:spPr>
            <a:xfrm>
              <a:off x="-149800" y="1164482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1451" name="Google Shape;1451;p147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1452" name="Google Shape;1452;p14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3" name="Google Shape;1453;p14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454" name="Google Shape;1454;p14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55" name="Google Shape;1455;p14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4">
  <p:cSld name="CUSTOM_1_1_1_1_1_1_2_1_1_1_1_1_1_1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148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458" name="Google Shape;1458;p148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459" name="Google Shape;1459;p148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460" name="Google Shape;1460;p14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148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462" name="Google Shape;1462;p14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3" name="Google Shape;1463;p14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5">
  <p:cSld name="CUSTOM_1_1_1_1_1_1_2_1_1_1_1_1_1_1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149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466" name="Google Shape;1466;p149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467" name="Google Shape;1467;p14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149"/>
          <p:cNvSpPr txBox="1"/>
          <p:nvPr>
            <p:ph type="title"/>
          </p:nvPr>
        </p:nvSpPr>
        <p:spPr>
          <a:xfrm>
            <a:off x="713275" y="683125"/>
            <a:ext cx="7717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469" name="Google Shape;1469;p14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0" name="Google Shape;1470;p14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6">
  <p:cSld name="CUSTOM_1_1_1_1_1_1_2_1_1_1_1_1_1_1_1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71" name="Shape 1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2" name="Google Shape;1472;p150"/>
          <p:cNvSpPr/>
          <p:nvPr/>
        </p:nvSpPr>
        <p:spPr>
          <a:xfrm flipH="1" rot="10800000">
            <a:off x="-74909" y="-62416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473" name="Google Shape;1473;p150"/>
          <p:cNvSpPr/>
          <p:nvPr/>
        </p:nvSpPr>
        <p:spPr>
          <a:xfrm flipH="1" rot="10800000">
            <a:off x="1672891" y="1398241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474" name="Google Shape;1474;p15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75" name="Google Shape;1475;p15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6" name="Google Shape;1476;p15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7" name="Google Shape;1477;p15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7">
  <p:cSld name="CUSTOM_1_1_1_1_1_1_2_1_1_1_1_1_1_1_1_2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151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480" name="Google Shape;1480;p151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481" name="Google Shape;1481;p15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82" name="Google Shape;1482;p15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3" name="Google Shape;1483;p15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4" name="Google Shape;1484;p151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_1_1_1_1_2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85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p152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487" name="Google Shape;1487;p152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488" name="Google Shape;1488;p15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152"/>
          <p:cNvSpPr txBox="1"/>
          <p:nvPr>
            <p:ph type="title"/>
          </p:nvPr>
        </p:nvSpPr>
        <p:spPr>
          <a:xfrm>
            <a:off x="1042450" y="2874242"/>
            <a:ext cx="3702300" cy="62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90" name="Google Shape;1490;p152"/>
          <p:cNvSpPr txBox="1"/>
          <p:nvPr>
            <p:ph hasCustomPrompt="1" idx="2" type="title"/>
          </p:nvPr>
        </p:nvSpPr>
        <p:spPr>
          <a:xfrm>
            <a:off x="1042504" y="1276888"/>
            <a:ext cx="3702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91" name="Google Shape;1491;p152"/>
          <p:cNvSpPr txBox="1"/>
          <p:nvPr>
            <p:ph idx="1" type="subTitle"/>
          </p:nvPr>
        </p:nvSpPr>
        <p:spPr>
          <a:xfrm>
            <a:off x="1042450" y="3718263"/>
            <a:ext cx="3702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92" name="Google Shape;1492;p152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493" name="Google Shape;1493;p15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4" name="Google Shape;1494;p15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_1_1_1_1_1_2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p153"/>
          <p:cNvSpPr/>
          <p:nvPr/>
        </p:nvSpPr>
        <p:spPr>
          <a:xfrm>
            <a:off x="636700" y="-1622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215727" y="221220"/>
                </a:moveTo>
                <a:lnTo>
                  <a:pt x="344564" y="221220"/>
                </a:lnTo>
                <a:lnTo>
                  <a:pt x="343908" y="103150"/>
                </a:lnTo>
                <a:lnTo>
                  <a:pt x="165790" y="108862"/>
                </a:lnTo>
                <a:lnTo>
                  <a:pt x="0" y="0"/>
                </a:lnTo>
                <a:lnTo>
                  <a:pt x="100872" y="164792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497" name="Google Shape;1497;p153"/>
          <p:cNvSpPr/>
          <p:nvPr/>
        </p:nvSpPr>
        <p:spPr>
          <a:xfrm>
            <a:off x="600075" y="-199725"/>
            <a:ext cx="8638250" cy="2759025"/>
          </a:xfrm>
          <a:custGeom>
            <a:rect b="b" l="l" r="r" t="t"/>
            <a:pathLst>
              <a:path extrusionOk="0" h="110361" w="345530">
                <a:moveTo>
                  <a:pt x="345373" y="104648"/>
                </a:moveTo>
                <a:lnTo>
                  <a:pt x="345530" y="0"/>
                </a:lnTo>
                <a:lnTo>
                  <a:pt x="0" y="534"/>
                </a:lnTo>
                <a:lnTo>
                  <a:pt x="166756" y="11036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498" name="Google Shape;1498;p15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153"/>
          <p:cNvSpPr txBox="1"/>
          <p:nvPr>
            <p:ph type="title"/>
          </p:nvPr>
        </p:nvSpPr>
        <p:spPr>
          <a:xfrm>
            <a:off x="4444188" y="2874242"/>
            <a:ext cx="3702300" cy="62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00" name="Google Shape;1500;p153"/>
          <p:cNvSpPr txBox="1"/>
          <p:nvPr>
            <p:ph hasCustomPrompt="1" idx="2" type="title"/>
          </p:nvPr>
        </p:nvSpPr>
        <p:spPr>
          <a:xfrm>
            <a:off x="4444242" y="1276888"/>
            <a:ext cx="3702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01" name="Google Shape;1501;p153"/>
          <p:cNvSpPr txBox="1"/>
          <p:nvPr>
            <p:ph idx="1" type="subTitle"/>
          </p:nvPr>
        </p:nvSpPr>
        <p:spPr>
          <a:xfrm>
            <a:off x="4444188" y="3718263"/>
            <a:ext cx="3702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02" name="Google Shape;1502;p153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503" name="Google Shape;1503;p15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4" name="Google Shape;1504;p15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_1_1_1_1_1_2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05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54"/>
          <p:cNvSpPr/>
          <p:nvPr/>
        </p:nvSpPr>
        <p:spPr>
          <a:xfrm>
            <a:off x="-239800" y="-124825"/>
            <a:ext cx="4422355" cy="5368200"/>
          </a:xfrm>
          <a:custGeom>
            <a:rect b="b" l="l" r="r" t="t"/>
            <a:pathLst>
              <a:path extrusionOk="0" h="214728" w="174280">
                <a:moveTo>
                  <a:pt x="2997" y="0"/>
                </a:moveTo>
                <a:lnTo>
                  <a:pt x="174280" y="125341"/>
                </a:lnTo>
                <a:lnTo>
                  <a:pt x="174280" y="214728"/>
                </a:lnTo>
                <a:lnTo>
                  <a:pt x="0" y="214728"/>
                </a:lnTo>
                <a:lnTo>
                  <a:pt x="0" y="49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507" name="Google Shape;1507;p154"/>
          <p:cNvSpPr/>
          <p:nvPr/>
        </p:nvSpPr>
        <p:spPr>
          <a:xfrm>
            <a:off x="4182502" y="1960030"/>
            <a:ext cx="4219583" cy="3295825"/>
          </a:xfrm>
          <a:custGeom>
            <a:rect b="b" l="l" r="r" t="t"/>
            <a:pathLst>
              <a:path extrusionOk="0" h="131833" w="166289">
                <a:moveTo>
                  <a:pt x="0" y="131833"/>
                </a:moveTo>
                <a:lnTo>
                  <a:pt x="12484" y="131334"/>
                </a:lnTo>
                <a:lnTo>
                  <a:pt x="166289" y="131334"/>
                </a:lnTo>
                <a:lnTo>
                  <a:pt x="95878" y="0"/>
                </a:lnTo>
                <a:lnTo>
                  <a:pt x="0" y="42946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508" name="Google Shape;1508;p154"/>
          <p:cNvSpPr/>
          <p:nvPr/>
        </p:nvSpPr>
        <p:spPr>
          <a:xfrm>
            <a:off x="-151090" y="-99863"/>
            <a:ext cx="6918621" cy="3121050"/>
          </a:xfrm>
          <a:custGeom>
            <a:rect b="b" l="l" r="r" t="t"/>
            <a:pathLst>
              <a:path extrusionOk="0" h="124842" w="272655">
                <a:moveTo>
                  <a:pt x="0" y="0"/>
                </a:moveTo>
                <a:lnTo>
                  <a:pt x="272655" y="0"/>
                </a:lnTo>
                <a:lnTo>
                  <a:pt x="266164" y="82895"/>
                </a:lnTo>
                <a:lnTo>
                  <a:pt x="171284" y="124842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509" name="Google Shape;1509;p154"/>
          <p:cNvSpPr/>
          <p:nvPr/>
        </p:nvSpPr>
        <p:spPr>
          <a:xfrm>
            <a:off x="6626802" y="1954877"/>
            <a:ext cx="2785600" cy="3323000"/>
          </a:xfrm>
          <a:custGeom>
            <a:rect b="b" l="l" r="r" t="t"/>
            <a:pathLst>
              <a:path extrusionOk="0" h="132920" w="111424">
                <a:moveTo>
                  <a:pt x="0" y="878"/>
                </a:moveTo>
                <a:lnTo>
                  <a:pt x="71505" y="132920"/>
                </a:lnTo>
                <a:lnTo>
                  <a:pt x="111424" y="132920"/>
                </a:lnTo>
                <a:lnTo>
                  <a:pt x="107038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510" name="Google Shape;1510;p15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154"/>
          <p:cNvSpPr txBox="1"/>
          <p:nvPr>
            <p:ph type="title"/>
          </p:nvPr>
        </p:nvSpPr>
        <p:spPr>
          <a:xfrm>
            <a:off x="2764312" y="2746230"/>
            <a:ext cx="3615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12" name="Google Shape;1512;p154"/>
          <p:cNvSpPr txBox="1"/>
          <p:nvPr>
            <p:ph hasCustomPrompt="1" idx="2" type="title"/>
          </p:nvPr>
        </p:nvSpPr>
        <p:spPr>
          <a:xfrm>
            <a:off x="2764365" y="1148900"/>
            <a:ext cx="3615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13" name="Google Shape;1513;p154"/>
          <p:cNvSpPr txBox="1"/>
          <p:nvPr>
            <p:ph idx="1" type="subTitle"/>
          </p:nvPr>
        </p:nvSpPr>
        <p:spPr>
          <a:xfrm>
            <a:off x="2764312" y="3590275"/>
            <a:ext cx="3615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14" name="Google Shape;1514;p154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515" name="Google Shape;1515;p15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6" name="Google Shape;1516;p15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1_1_1_1_1_1_2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p155"/>
          <p:cNvSpPr/>
          <p:nvPr/>
        </p:nvSpPr>
        <p:spPr>
          <a:xfrm rot="10800000">
            <a:off x="2684116" y="-137325"/>
            <a:ext cx="6629125" cy="2933800"/>
          </a:xfrm>
          <a:custGeom>
            <a:rect b="b" l="l" r="r" t="t"/>
            <a:pathLst>
              <a:path extrusionOk="0" h="117352" w="265165">
                <a:moveTo>
                  <a:pt x="155803" y="0"/>
                </a:moveTo>
                <a:lnTo>
                  <a:pt x="218724" y="40948"/>
                </a:lnTo>
                <a:lnTo>
                  <a:pt x="265165" y="117352"/>
                </a:lnTo>
                <a:lnTo>
                  <a:pt x="0" y="117352"/>
                </a:lnTo>
                <a:lnTo>
                  <a:pt x="0" y="58426"/>
                </a:lnTo>
                <a:lnTo>
                  <a:pt x="57427" y="5842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519" name="Google Shape;1519;p155"/>
          <p:cNvSpPr/>
          <p:nvPr/>
        </p:nvSpPr>
        <p:spPr>
          <a:xfrm>
            <a:off x="2883850" y="3632900"/>
            <a:ext cx="6354475" cy="1598000"/>
          </a:xfrm>
          <a:custGeom>
            <a:rect b="b" l="l" r="r" t="t"/>
            <a:pathLst>
              <a:path extrusionOk="0" h="63920" w="254179">
                <a:moveTo>
                  <a:pt x="153806" y="0"/>
                </a:moveTo>
                <a:lnTo>
                  <a:pt x="0" y="63920"/>
                </a:lnTo>
                <a:lnTo>
                  <a:pt x="254179" y="6392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520" name="Google Shape;1520;p155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521" name="Google Shape;1521;p15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2" name="Google Shape;1522;p155"/>
          <p:cNvSpPr txBox="1"/>
          <p:nvPr>
            <p:ph type="title"/>
          </p:nvPr>
        </p:nvSpPr>
        <p:spPr>
          <a:xfrm>
            <a:off x="4319913" y="2618205"/>
            <a:ext cx="3702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23" name="Google Shape;1523;p155"/>
          <p:cNvSpPr txBox="1"/>
          <p:nvPr>
            <p:ph hasCustomPrompt="1" idx="2" type="title"/>
          </p:nvPr>
        </p:nvSpPr>
        <p:spPr>
          <a:xfrm>
            <a:off x="4319967" y="1148888"/>
            <a:ext cx="3702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24" name="Google Shape;1524;p155"/>
          <p:cNvSpPr txBox="1"/>
          <p:nvPr>
            <p:ph idx="1" type="subTitle"/>
          </p:nvPr>
        </p:nvSpPr>
        <p:spPr>
          <a:xfrm>
            <a:off x="4319913" y="3437863"/>
            <a:ext cx="3702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25" name="Google Shape;1525;p155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526" name="Google Shape;1526;p15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27" name="Google Shape;1527;p15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1_1_1_1_1_1_2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56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530" name="Google Shape;1530;p156"/>
          <p:cNvSpPr/>
          <p:nvPr/>
        </p:nvSpPr>
        <p:spPr>
          <a:xfrm>
            <a:off x="632825" y="2596700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531" name="Google Shape;1531;p156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532" name="Google Shape;1532;p15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156"/>
          <p:cNvSpPr txBox="1"/>
          <p:nvPr>
            <p:ph type="title"/>
          </p:nvPr>
        </p:nvSpPr>
        <p:spPr>
          <a:xfrm>
            <a:off x="839825" y="2798905"/>
            <a:ext cx="35691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34" name="Google Shape;1534;p156"/>
          <p:cNvSpPr txBox="1"/>
          <p:nvPr>
            <p:ph hasCustomPrompt="1" idx="2" type="title"/>
          </p:nvPr>
        </p:nvSpPr>
        <p:spPr>
          <a:xfrm>
            <a:off x="839877" y="1201575"/>
            <a:ext cx="35691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35" name="Google Shape;1535;p156"/>
          <p:cNvSpPr txBox="1"/>
          <p:nvPr>
            <p:ph idx="1" type="subTitle"/>
          </p:nvPr>
        </p:nvSpPr>
        <p:spPr>
          <a:xfrm>
            <a:off x="839825" y="3642950"/>
            <a:ext cx="35691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36" name="Google Shape;1536;p156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537" name="Google Shape;1537;p15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38" name="Google Shape;1538;p15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6">
  <p:cSld name="CUSTOM_1_1_1_1_1_1_2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157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541" name="Google Shape;1541;p157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542" name="Google Shape;1542;p157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543" name="Google Shape;1543;p15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157"/>
          <p:cNvSpPr txBox="1"/>
          <p:nvPr>
            <p:ph type="title"/>
          </p:nvPr>
        </p:nvSpPr>
        <p:spPr>
          <a:xfrm>
            <a:off x="3150162" y="2536338"/>
            <a:ext cx="28437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45" name="Google Shape;1545;p157"/>
          <p:cNvSpPr txBox="1"/>
          <p:nvPr>
            <p:ph hasCustomPrompt="1" idx="2" type="title"/>
          </p:nvPr>
        </p:nvSpPr>
        <p:spPr>
          <a:xfrm>
            <a:off x="3150226" y="1104400"/>
            <a:ext cx="28437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46" name="Google Shape;1546;p157"/>
          <p:cNvSpPr txBox="1"/>
          <p:nvPr>
            <p:ph idx="1" type="subTitle"/>
          </p:nvPr>
        </p:nvSpPr>
        <p:spPr>
          <a:xfrm>
            <a:off x="3150162" y="3791875"/>
            <a:ext cx="28437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47" name="Google Shape;1547;p157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548" name="Google Shape;1548;p15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9" name="Google Shape;1549;p15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7">
  <p:cSld name="CUSTOM_1_1_1_1_1_1_2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158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552" name="Google Shape;1552;p158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553" name="Google Shape;1553;p158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554" name="Google Shape;1554;p15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5" name="Google Shape;1555;p158"/>
          <p:cNvSpPr txBox="1"/>
          <p:nvPr>
            <p:ph type="title"/>
          </p:nvPr>
        </p:nvSpPr>
        <p:spPr>
          <a:xfrm>
            <a:off x="3024350" y="2536338"/>
            <a:ext cx="30954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56" name="Google Shape;1556;p158"/>
          <p:cNvSpPr txBox="1"/>
          <p:nvPr>
            <p:ph hasCustomPrompt="1" idx="2" type="title"/>
          </p:nvPr>
        </p:nvSpPr>
        <p:spPr>
          <a:xfrm>
            <a:off x="3024420" y="1104400"/>
            <a:ext cx="30954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57" name="Google Shape;1557;p158"/>
          <p:cNvSpPr txBox="1"/>
          <p:nvPr>
            <p:ph idx="1" type="subTitle"/>
          </p:nvPr>
        </p:nvSpPr>
        <p:spPr>
          <a:xfrm>
            <a:off x="3024350" y="3791875"/>
            <a:ext cx="30954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58" name="Google Shape;1558;p158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559" name="Google Shape;1559;p15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0" name="Google Shape;1560;p15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8">
  <p:cSld name="CUSTOM_1_1_1_1_1_1_2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61" name="Shape 1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2" name="Google Shape;1562;p159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563" name="Google Shape;1563;p159"/>
          <p:cNvSpPr/>
          <p:nvPr/>
        </p:nvSpPr>
        <p:spPr>
          <a:xfrm flipH="1">
            <a:off x="1816614" y="-199750"/>
            <a:ext cx="4203083" cy="139822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564" name="Google Shape;1564;p159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565" name="Google Shape;1565;p15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159"/>
          <p:cNvSpPr txBox="1"/>
          <p:nvPr>
            <p:ph type="title"/>
          </p:nvPr>
        </p:nvSpPr>
        <p:spPr>
          <a:xfrm>
            <a:off x="4416625" y="2536338"/>
            <a:ext cx="40140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67" name="Google Shape;1567;p159"/>
          <p:cNvSpPr txBox="1"/>
          <p:nvPr>
            <p:ph hasCustomPrompt="1" idx="2" type="title"/>
          </p:nvPr>
        </p:nvSpPr>
        <p:spPr>
          <a:xfrm>
            <a:off x="4416715" y="1104400"/>
            <a:ext cx="40140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68" name="Google Shape;1568;p159"/>
          <p:cNvSpPr txBox="1"/>
          <p:nvPr>
            <p:ph idx="1" type="subTitle"/>
          </p:nvPr>
        </p:nvSpPr>
        <p:spPr>
          <a:xfrm>
            <a:off x="4416625" y="3791875"/>
            <a:ext cx="40140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69" name="Google Shape;1569;p159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570" name="Google Shape;1570;p15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1" name="Google Shape;1571;p15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9">
  <p:cSld name="CUSTOM_1_1_1_1_1_1_2_1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72" name="Shape 1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3" name="Google Shape;1573;p160"/>
          <p:cNvSpPr/>
          <p:nvPr/>
        </p:nvSpPr>
        <p:spPr>
          <a:xfrm flipH="1" rot="10800000">
            <a:off x="-74900" y="1635441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574" name="Google Shape;1574;p160"/>
          <p:cNvSpPr/>
          <p:nvPr/>
        </p:nvSpPr>
        <p:spPr>
          <a:xfrm flipH="1" rot="10800000">
            <a:off x="-74909" y="-74900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575" name="Google Shape;1575;p160"/>
          <p:cNvSpPr/>
          <p:nvPr/>
        </p:nvSpPr>
        <p:spPr>
          <a:xfrm flipH="1" rot="10800000">
            <a:off x="1672891" y="1385757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576" name="Google Shape;1576;p16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7" name="Google Shape;1577;p160"/>
          <p:cNvSpPr txBox="1"/>
          <p:nvPr>
            <p:ph type="title"/>
          </p:nvPr>
        </p:nvSpPr>
        <p:spPr>
          <a:xfrm>
            <a:off x="811150" y="2524950"/>
            <a:ext cx="40140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78" name="Google Shape;1578;p160"/>
          <p:cNvSpPr txBox="1"/>
          <p:nvPr>
            <p:ph hasCustomPrompt="1" idx="2" type="title"/>
          </p:nvPr>
        </p:nvSpPr>
        <p:spPr>
          <a:xfrm>
            <a:off x="811240" y="1093013"/>
            <a:ext cx="40140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79" name="Google Shape;1579;p160"/>
          <p:cNvSpPr txBox="1"/>
          <p:nvPr>
            <p:ph idx="1" type="subTitle"/>
          </p:nvPr>
        </p:nvSpPr>
        <p:spPr>
          <a:xfrm>
            <a:off x="811150" y="3780488"/>
            <a:ext cx="40140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80" name="Google Shape;1580;p160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581" name="Google Shape;1581;p16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2" name="Google Shape;1582;p16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4" name="Google Shape;1584;p161"/>
          <p:cNvGrpSpPr/>
          <p:nvPr/>
        </p:nvGrpSpPr>
        <p:grpSpPr>
          <a:xfrm>
            <a:off x="-149800" y="-124843"/>
            <a:ext cx="9363150" cy="5430643"/>
            <a:chOff x="-149800" y="-124843"/>
            <a:chExt cx="9363150" cy="5430643"/>
          </a:xfrm>
        </p:grpSpPr>
        <p:sp>
          <p:nvSpPr>
            <p:cNvPr id="1585" name="Google Shape;1585;p161"/>
            <p:cNvSpPr/>
            <p:nvPr/>
          </p:nvSpPr>
          <p:spPr>
            <a:xfrm>
              <a:off x="-149800" y="-112350"/>
              <a:ext cx="7428100" cy="2272125"/>
            </a:xfrm>
            <a:custGeom>
              <a:rect b="b" l="l" r="r" t="t"/>
              <a:pathLst>
                <a:path extrusionOk="0" h="90885" w="297124">
                  <a:moveTo>
                    <a:pt x="0" y="90885"/>
                  </a:moveTo>
                  <a:lnTo>
                    <a:pt x="0" y="80897"/>
                  </a:lnTo>
                  <a:lnTo>
                    <a:pt x="0" y="0"/>
                  </a:lnTo>
                  <a:lnTo>
                    <a:pt x="297124" y="0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1586" name="Google Shape;1586;p161"/>
            <p:cNvSpPr/>
            <p:nvPr/>
          </p:nvSpPr>
          <p:spPr>
            <a:xfrm>
              <a:off x="-149800" y="1164482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1587" name="Google Shape;1587;p161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  <p:sp>
          <p:nvSpPr>
            <p:cNvPr id="1588" name="Google Shape;1588;p161"/>
            <p:cNvSpPr/>
            <p:nvPr/>
          </p:nvSpPr>
          <p:spPr>
            <a:xfrm>
              <a:off x="2983725" y="411975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</p:grpSp>
      <p:sp>
        <p:nvSpPr>
          <p:cNvPr id="1589" name="Google Shape;1589;p16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161"/>
          <p:cNvSpPr txBox="1"/>
          <p:nvPr>
            <p:ph idx="1" type="subTitle"/>
          </p:nvPr>
        </p:nvSpPr>
        <p:spPr>
          <a:xfrm>
            <a:off x="1367325" y="3680301"/>
            <a:ext cx="3100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91" name="Google Shape;1591;p161"/>
          <p:cNvSpPr txBox="1"/>
          <p:nvPr>
            <p:ph idx="2" type="subTitle"/>
          </p:nvPr>
        </p:nvSpPr>
        <p:spPr>
          <a:xfrm>
            <a:off x="4675875" y="3680301"/>
            <a:ext cx="3100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92" name="Google Shape;1592;p161"/>
          <p:cNvSpPr txBox="1"/>
          <p:nvPr>
            <p:ph type="title"/>
          </p:nvPr>
        </p:nvSpPr>
        <p:spPr>
          <a:xfrm>
            <a:off x="1371550" y="3400650"/>
            <a:ext cx="3100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593" name="Google Shape;1593;p161"/>
          <p:cNvSpPr txBox="1"/>
          <p:nvPr>
            <p:ph idx="3" type="title"/>
          </p:nvPr>
        </p:nvSpPr>
        <p:spPr>
          <a:xfrm>
            <a:off x="4675875" y="3400650"/>
            <a:ext cx="3100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594" name="Google Shape;1594;p161"/>
          <p:cNvSpPr txBox="1"/>
          <p:nvPr>
            <p:ph idx="4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1595" name="Google Shape;1595;p16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6" name="Google Shape;1596;p16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2">
  <p:cSld name="CUSTOM_1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162"/>
          <p:cNvSpPr/>
          <p:nvPr/>
        </p:nvSpPr>
        <p:spPr>
          <a:xfrm rot="10800000">
            <a:off x="1791252" y="3021182"/>
            <a:ext cx="7428100" cy="2272125"/>
          </a:xfrm>
          <a:custGeom>
            <a:rect b="b" l="l" r="r" t="t"/>
            <a:pathLst>
              <a:path extrusionOk="0" h="90885" w="297124">
                <a:moveTo>
                  <a:pt x="0" y="90885"/>
                </a:moveTo>
                <a:lnTo>
                  <a:pt x="0" y="80897"/>
                </a:lnTo>
                <a:lnTo>
                  <a:pt x="0" y="0"/>
                </a:lnTo>
                <a:lnTo>
                  <a:pt x="297124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599" name="Google Shape;1599;p162"/>
          <p:cNvSpPr/>
          <p:nvPr/>
        </p:nvSpPr>
        <p:spPr>
          <a:xfrm rot="10800000">
            <a:off x="3710841" y="-90416"/>
            <a:ext cx="5480575" cy="4128825"/>
          </a:xfrm>
          <a:custGeom>
            <a:rect b="b" l="l" r="r" t="t"/>
            <a:pathLst>
              <a:path extrusionOk="0" h="165153" w="219223">
                <a:moveTo>
                  <a:pt x="0" y="40311"/>
                </a:moveTo>
                <a:lnTo>
                  <a:pt x="0" y="165153"/>
                </a:lnTo>
                <a:lnTo>
                  <a:pt x="219223" y="165153"/>
                </a:lnTo>
                <a:lnTo>
                  <a:pt x="123872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600" name="Google Shape;1600;p162"/>
          <p:cNvSpPr/>
          <p:nvPr/>
        </p:nvSpPr>
        <p:spPr>
          <a:xfrm>
            <a:off x="-137325" y="961300"/>
            <a:ext cx="3731225" cy="4344500"/>
          </a:xfrm>
          <a:custGeom>
            <a:rect b="b" l="l" r="r" t="t"/>
            <a:pathLst>
              <a:path extrusionOk="0" h="173780" w="149249">
                <a:moveTo>
                  <a:pt x="96194" y="167653"/>
                </a:moveTo>
                <a:lnTo>
                  <a:pt x="0" y="173780"/>
                </a:lnTo>
                <a:lnTo>
                  <a:pt x="0" y="0"/>
                </a:lnTo>
                <a:lnTo>
                  <a:pt x="149249" y="15132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601" name="Google Shape;1601;p16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2" name="Google Shape;1602;p162"/>
          <p:cNvSpPr txBox="1"/>
          <p:nvPr>
            <p:ph idx="1" type="body"/>
          </p:nvPr>
        </p:nvSpPr>
        <p:spPr>
          <a:xfrm>
            <a:off x="2078825" y="3802375"/>
            <a:ext cx="5229300" cy="6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1603" name="Google Shape;1603;p162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4" name="Google Shape;1604;p162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605" name="Google Shape;1605;p16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6" name="Google Shape;1606;p16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07" name="Shape 1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8" name="Google Shape;1608;p163"/>
          <p:cNvGrpSpPr/>
          <p:nvPr/>
        </p:nvGrpSpPr>
        <p:grpSpPr>
          <a:xfrm>
            <a:off x="-152625" y="-124843"/>
            <a:ext cx="9355008" cy="5419676"/>
            <a:chOff x="-152625" y="-124843"/>
            <a:chExt cx="9355008" cy="5419676"/>
          </a:xfrm>
        </p:grpSpPr>
        <p:sp>
          <p:nvSpPr>
            <p:cNvPr id="1609" name="Google Shape;1609;p163"/>
            <p:cNvSpPr/>
            <p:nvPr/>
          </p:nvSpPr>
          <p:spPr>
            <a:xfrm>
              <a:off x="-149800" y="-112350"/>
              <a:ext cx="7428100" cy="2272125"/>
            </a:xfrm>
            <a:custGeom>
              <a:rect b="b" l="l" r="r" t="t"/>
              <a:pathLst>
                <a:path extrusionOk="0" h="90885" w="297124">
                  <a:moveTo>
                    <a:pt x="0" y="90885"/>
                  </a:moveTo>
                  <a:lnTo>
                    <a:pt x="0" y="80897"/>
                  </a:lnTo>
                  <a:lnTo>
                    <a:pt x="0" y="0"/>
                  </a:lnTo>
                  <a:lnTo>
                    <a:pt x="297124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1610" name="Google Shape;1610;p163"/>
            <p:cNvSpPr/>
            <p:nvPr/>
          </p:nvSpPr>
          <p:spPr>
            <a:xfrm>
              <a:off x="-152625" y="1148825"/>
              <a:ext cx="5483400" cy="4144475"/>
            </a:xfrm>
            <a:custGeom>
              <a:rect b="b" l="l" r="r" t="t"/>
              <a:pathLst>
                <a:path extrusionOk="0" h="165779" w="219336">
                  <a:moveTo>
                    <a:pt x="0" y="40581"/>
                  </a:moveTo>
                  <a:lnTo>
                    <a:pt x="113" y="165779"/>
                  </a:lnTo>
                  <a:lnTo>
                    <a:pt x="219336" y="165779"/>
                  </a:lnTo>
                  <a:lnTo>
                    <a:pt x="125233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1611" name="Google Shape;1611;p163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1612" name="Google Shape;1612;p163"/>
            <p:cNvSpPr/>
            <p:nvPr/>
          </p:nvSpPr>
          <p:spPr>
            <a:xfrm>
              <a:off x="2972758" y="401008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1613" name="Google Shape;1613;p16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4" name="Google Shape;1614;p163"/>
          <p:cNvSpPr txBox="1"/>
          <p:nvPr>
            <p:ph type="title"/>
          </p:nvPr>
        </p:nvSpPr>
        <p:spPr>
          <a:xfrm>
            <a:off x="713250" y="748938"/>
            <a:ext cx="7717500" cy="12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615" name="Google Shape;1615;p163"/>
          <p:cNvSpPr txBox="1"/>
          <p:nvPr>
            <p:ph idx="1" type="body"/>
          </p:nvPr>
        </p:nvSpPr>
        <p:spPr>
          <a:xfrm>
            <a:off x="3068250" y="1958371"/>
            <a:ext cx="3007500" cy="1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400">
                <a:solidFill>
                  <a:srgbClr val="1D262D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200">
                <a:solidFill>
                  <a:srgbClr val="1D262D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200">
                <a:solidFill>
                  <a:srgbClr val="1D262D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9pPr>
          </a:lstStyle>
          <a:p/>
        </p:txBody>
      </p:sp>
      <p:sp>
        <p:nvSpPr>
          <p:cNvPr id="1616" name="Google Shape;1616;p163"/>
          <p:cNvSpPr txBox="1"/>
          <p:nvPr/>
        </p:nvSpPr>
        <p:spPr>
          <a:xfrm>
            <a:off x="2308225" y="3221200"/>
            <a:ext cx="45255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sz="11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1617" name="Google Shape;1617;p16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8" name="Google Shape;1618;p16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3">
  <p:cSld name="CUSTOM_1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0" name="Google Shape;1620;p164"/>
          <p:cNvGrpSpPr/>
          <p:nvPr/>
        </p:nvGrpSpPr>
        <p:grpSpPr>
          <a:xfrm flipH="1" rot="10800000">
            <a:off x="-138833" y="-124843"/>
            <a:ext cx="9352183" cy="5430643"/>
            <a:chOff x="-138833" y="-124843"/>
            <a:chExt cx="9352183" cy="5430643"/>
          </a:xfrm>
        </p:grpSpPr>
        <p:sp>
          <p:nvSpPr>
            <p:cNvPr id="1621" name="Google Shape;1621;p164"/>
            <p:cNvSpPr/>
            <p:nvPr/>
          </p:nvSpPr>
          <p:spPr>
            <a:xfrm>
              <a:off x="-138833" y="1175449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1622" name="Google Shape;1622;p164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1623" name="Google Shape;1623;p164"/>
            <p:cNvSpPr/>
            <p:nvPr/>
          </p:nvSpPr>
          <p:spPr>
            <a:xfrm>
              <a:off x="2983725" y="411975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1624" name="Google Shape;1624;p16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164"/>
          <p:cNvSpPr txBox="1"/>
          <p:nvPr>
            <p:ph idx="1" type="body"/>
          </p:nvPr>
        </p:nvSpPr>
        <p:spPr>
          <a:xfrm>
            <a:off x="713225" y="1348475"/>
            <a:ext cx="7717500" cy="32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26" name="Google Shape;1626;p164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627" name="Google Shape;1627;p16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8" name="Google Shape;1628;p16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29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p165"/>
          <p:cNvSpPr/>
          <p:nvPr/>
        </p:nvSpPr>
        <p:spPr>
          <a:xfrm>
            <a:off x="-124850" y="-126358"/>
            <a:ext cx="8626600" cy="3433150"/>
          </a:xfrm>
          <a:custGeom>
            <a:rect b="b" l="l" r="r" t="t"/>
            <a:pathLst>
              <a:path extrusionOk="0" h="137326" w="345064">
                <a:moveTo>
                  <a:pt x="0" y="0"/>
                </a:moveTo>
                <a:lnTo>
                  <a:pt x="215728" y="137326"/>
                </a:lnTo>
                <a:lnTo>
                  <a:pt x="345064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631" name="Google Shape;1631;p165"/>
          <p:cNvSpPr/>
          <p:nvPr/>
        </p:nvSpPr>
        <p:spPr>
          <a:xfrm>
            <a:off x="5836207" y="-82490"/>
            <a:ext cx="3445650" cy="5180950"/>
          </a:xfrm>
          <a:custGeom>
            <a:rect b="b" l="l" r="r" t="t"/>
            <a:pathLst>
              <a:path extrusionOk="0" h="207238" w="137826">
                <a:moveTo>
                  <a:pt x="104368" y="0"/>
                </a:moveTo>
                <a:lnTo>
                  <a:pt x="137826" y="0"/>
                </a:lnTo>
                <a:lnTo>
                  <a:pt x="137826" y="207238"/>
                </a:lnTo>
                <a:lnTo>
                  <a:pt x="0" y="111859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632" name="Google Shape;1632;p165"/>
          <p:cNvSpPr/>
          <p:nvPr/>
        </p:nvSpPr>
        <p:spPr>
          <a:xfrm>
            <a:off x="-137325" y="-124850"/>
            <a:ext cx="3770225" cy="3870125"/>
          </a:xfrm>
          <a:custGeom>
            <a:rect b="b" l="l" r="r" t="t"/>
            <a:pathLst>
              <a:path extrusionOk="0" h="154805" w="150809">
                <a:moveTo>
                  <a:pt x="1498" y="0"/>
                </a:moveTo>
                <a:lnTo>
                  <a:pt x="150809" y="95879"/>
                </a:lnTo>
                <a:lnTo>
                  <a:pt x="51435" y="154805"/>
                </a:lnTo>
                <a:lnTo>
                  <a:pt x="0" y="15480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633" name="Google Shape;1633;p165"/>
          <p:cNvSpPr/>
          <p:nvPr/>
        </p:nvSpPr>
        <p:spPr>
          <a:xfrm>
            <a:off x="-65800" y="2281125"/>
            <a:ext cx="5351875" cy="2917200"/>
          </a:xfrm>
          <a:custGeom>
            <a:rect b="b" l="l" r="r" t="t"/>
            <a:pathLst>
              <a:path extrusionOk="0" h="116688" w="214075">
                <a:moveTo>
                  <a:pt x="211881" y="116688"/>
                </a:moveTo>
                <a:lnTo>
                  <a:pt x="0" y="116688"/>
                </a:lnTo>
                <a:lnTo>
                  <a:pt x="0" y="58783"/>
                </a:lnTo>
                <a:lnTo>
                  <a:pt x="48255" y="58783"/>
                </a:lnTo>
                <a:lnTo>
                  <a:pt x="147396" y="0"/>
                </a:lnTo>
                <a:lnTo>
                  <a:pt x="214075" y="4123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34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166"/>
          <p:cNvSpPr/>
          <p:nvPr/>
        </p:nvSpPr>
        <p:spPr>
          <a:xfrm rot="10800000">
            <a:off x="2684116" y="-137325"/>
            <a:ext cx="6629125" cy="2933800"/>
          </a:xfrm>
          <a:custGeom>
            <a:rect b="b" l="l" r="r" t="t"/>
            <a:pathLst>
              <a:path extrusionOk="0" h="117352" w="265165">
                <a:moveTo>
                  <a:pt x="155803" y="0"/>
                </a:moveTo>
                <a:lnTo>
                  <a:pt x="218724" y="40948"/>
                </a:lnTo>
                <a:lnTo>
                  <a:pt x="265165" y="117352"/>
                </a:lnTo>
                <a:lnTo>
                  <a:pt x="0" y="117352"/>
                </a:lnTo>
                <a:lnTo>
                  <a:pt x="0" y="58426"/>
                </a:lnTo>
                <a:lnTo>
                  <a:pt x="57427" y="5842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636" name="Google Shape;1636;p166"/>
          <p:cNvSpPr/>
          <p:nvPr/>
        </p:nvSpPr>
        <p:spPr>
          <a:xfrm>
            <a:off x="2883850" y="3632900"/>
            <a:ext cx="6354475" cy="1598000"/>
          </a:xfrm>
          <a:custGeom>
            <a:rect b="b" l="l" r="r" t="t"/>
            <a:pathLst>
              <a:path extrusionOk="0" h="63920" w="254179">
                <a:moveTo>
                  <a:pt x="153806" y="0"/>
                </a:moveTo>
                <a:lnTo>
                  <a:pt x="0" y="63920"/>
                </a:lnTo>
                <a:lnTo>
                  <a:pt x="254179" y="6392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637" name="Google Shape;1637;p166"/>
          <p:cNvSpPr/>
          <p:nvPr/>
        </p:nvSpPr>
        <p:spPr>
          <a:xfrm>
            <a:off x="-87400" y="-112350"/>
            <a:ext cx="3932550" cy="5318275"/>
          </a:xfrm>
          <a:custGeom>
            <a:rect b="b" l="l" r="r" t="t"/>
            <a:pathLst>
              <a:path extrusionOk="0" h="212731" w="157302">
                <a:moveTo>
                  <a:pt x="157302" y="75904"/>
                </a:moveTo>
                <a:lnTo>
                  <a:pt x="120848" y="212731"/>
                </a:lnTo>
                <a:lnTo>
                  <a:pt x="0" y="212731"/>
                </a:lnTo>
                <a:lnTo>
                  <a:pt x="0" y="0"/>
                </a:lnTo>
                <a:lnTo>
                  <a:pt x="111859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638" name="Google Shape;1638;p166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p167"/>
          <p:cNvSpPr/>
          <p:nvPr/>
        </p:nvSpPr>
        <p:spPr>
          <a:xfrm>
            <a:off x="-239800" y="-124825"/>
            <a:ext cx="4422355" cy="5368200"/>
          </a:xfrm>
          <a:custGeom>
            <a:rect b="b" l="l" r="r" t="t"/>
            <a:pathLst>
              <a:path extrusionOk="0" h="214728" w="174280">
                <a:moveTo>
                  <a:pt x="2997" y="0"/>
                </a:moveTo>
                <a:lnTo>
                  <a:pt x="174280" y="125341"/>
                </a:lnTo>
                <a:lnTo>
                  <a:pt x="174280" y="214728"/>
                </a:lnTo>
                <a:lnTo>
                  <a:pt x="0" y="214728"/>
                </a:lnTo>
                <a:lnTo>
                  <a:pt x="0" y="49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641" name="Google Shape;1641;p167"/>
          <p:cNvSpPr/>
          <p:nvPr/>
        </p:nvSpPr>
        <p:spPr>
          <a:xfrm>
            <a:off x="4182502" y="1960030"/>
            <a:ext cx="4219583" cy="3295825"/>
          </a:xfrm>
          <a:custGeom>
            <a:rect b="b" l="l" r="r" t="t"/>
            <a:pathLst>
              <a:path extrusionOk="0" h="131833" w="166289">
                <a:moveTo>
                  <a:pt x="0" y="131833"/>
                </a:moveTo>
                <a:lnTo>
                  <a:pt x="12484" y="131334"/>
                </a:lnTo>
                <a:lnTo>
                  <a:pt x="166289" y="131334"/>
                </a:lnTo>
                <a:lnTo>
                  <a:pt x="95878" y="0"/>
                </a:lnTo>
                <a:lnTo>
                  <a:pt x="0" y="42946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642" name="Google Shape;1642;p167"/>
          <p:cNvSpPr/>
          <p:nvPr/>
        </p:nvSpPr>
        <p:spPr>
          <a:xfrm>
            <a:off x="-151090" y="-99863"/>
            <a:ext cx="6918621" cy="3121050"/>
          </a:xfrm>
          <a:custGeom>
            <a:rect b="b" l="l" r="r" t="t"/>
            <a:pathLst>
              <a:path extrusionOk="0" h="124842" w="272655">
                <a:moveTo>
                  <a:pt x="0" y="0"/>
                </a:moveTo>
                <a:lnTo>
                  <a:pt x="272655" y="0"/>
                </a:lnTo>
                <a:lnTo>
                  <a:pt x="266164" y="82895"/>
                </a:lnTo>
                <a:lnTo>
                  <a:pt x="171284" y="124842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643" name="Google Shape;1643;p167"/>
          <p:cNvSpPr/>
          <p:nvPr/>
        </p:nvSpPr>
        <p:spPr>
          <a:xfrm>
            <a:off x="6626802" y="1954877"/>
            <a:ext cx="2785600" cy="3323000"/>
          </a:xfrm>
          <a:custGeom>
            <a:rect b="b" l="l" r="r" t="t"/>
            <a:pathLst>
              <a:path extrusionOk="0" h="132920" w="111424">
                <a:moveTo>
                  <a:pt x="0" y="878"/>
                </a:moveTo>
                <a:lnTo>
                  <a:pt x="71505" y="132920"/>
                </a:lnTo>
                <a:lnTo>
                  <a:pt x="111424" y="132920"/>
                </a:lnTo>
                <a:lnTo>
                  <a:pt x="107038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44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48" name="Shape 1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Google Shape;1649;p170"/>
          <p:cNvSpPr/>
          <p:nvPr/>
        </p:nvSpPr>
        <p:spPr>
          <a:xfrm>
            <a:off x="-48100" y="-53085"/>
            <a:ext cx="4346950" cy="3402450"/>
          </a:xfrm>
          <a:custGeom>
            <a:rect b="b" l="l" r="r" t="t"/>
            <a:pathLst>
              <a:path extrusionOk="0" h="136098" w="173878">
                <a:moveTo>
                  <a:pt x="0" y="0"/>
                </a:moveTo>
                <a:lnTo>
                  <a:pt x="0" y="136098"/>
                </a:lnTo>
                <a:lnTo>
                  <a:pt x="173878" y="98319"/>
                </a:lnTo>
                <a:lnTo>
                  <a:pt x="130636" y="91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650" name="Google Shape;1650;p170"/>
          <p:cNvSpPr/>
          <p:nvPr/>
        </p:nvSpPr>
        <p:spPr>
          <a:xfrm>
            <a:off x="-48100" y="2404900"/>
            <a:ext cx="6793525" cy="3072450"/>
          </a:xfrm>
          <a:custGeom>
            <a:rect b="b" l="l" r="r" t="t"/>
            <a:pathLst>
              <a:path extrusionOk="0" h="122898" w="271741">
                <a:moveTo>
                  <a:pt x="0" y="37780"/>
                </a:moveTo>
                <a:lnTo>
                  <a:pt x="0" y="122898"/>
                </a:lnTo>
                <a:lnTo>
                  <a:pt x="271741" y="122898"/>
                </a:lnTo>
                <a:lnTo>
                  <a:pt x="174333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651" name="Google Shape;1651;p170"/>
          <p:cNvSpPr/>
          <p:nvPr/>
        </p:nvSpPr>
        <p:spPr>
          <a:xfrm>
            <a:off x="3200731" y="-70150"/>
            <a:ext cx="6065225" cy="3322800"/>
          </a:xfrm>
          <a:custGeom>
            <a:rect b="b" l="l" r="r" t="t"/>
            <a:pathLst>
              <a:path extrusionOk="0" h="132912" w="242609">
                <a:moveTo>
                  <a:pt x="0" y="455"/>
                </a:moveTo>
                <a:lnTo>
                  <a:pt x="44607" y="100594"/>
                </a:lnTo>
                <a:lnTo>
                  <a:pt x="242609" y="132912"/>
                </a:lnTo>
                <a:lnTo>
                  <a:pt x="242609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652" name="Google Shape;1652;p17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170"/>
          <p:cNvSpPr txBox="1"/>
          <p:nvPr>
            <p:ph type="ctrTitle"/>
          </p:nvPr>
        </p:nvSpPr>
        <p:spPr>
          <a:xfrm>
            <a:off x="2218775" y="1512863"/>
            <a:ext cx="4706400" cy="150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54" name="Google Shape;1654;p170"/>
          <p:cNvSpPr txBox="1"/>
          <p:nvPr>
            <p:ph idx="1" type="subTitle"/>
          </p:nvPr>
        </p:nvSpPr>
        <p:spPr>
          <a:xfrm>
            <a:off x="2515500" y="3128650"/>
            <a:ext cx="4113000" cy="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655" name="Google Shape;1655;p17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6" name="Google Shape;1656;p17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171"/>
          <p:cNvSpPr/>
          <p:nvPr/>
        </p:nvSpPr>
        <p:spPr>
          <a:xfrm rot="10800000">
            <a:off x="4919006" y="2057835"/>
            <a:ext cx="4346950" cy="3402450"/>
          </a:xfrm>
          <a:custGeom>
            <a:rect b="b" l="l" r="r" t="t"/>
            <a:pathLst>
              <a:path extrusionOk="0" h="136098" w="173878">
                <a:moveTo>
                  <a:pt x="0" y="0"/>
                </a:moveTo>
                <a:lnTo>
                  <a:pt x="0" y="136098"/>
                </a:lnTo>
                <a:lnTo>
                  <a:pt x="173878" y="98319"/>
                </a:lnTo>
                <a:lnTo>
                  <a:pt x="130636" y="91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659" name="Google Shape;1659;p171"/>
          <p:cNvSpPr/>
          <p:nvPr/>
        </p:nvSpPr>
        <p:spPr>
          <a:xfrm rot="10800000">
            <a:off x="2472431" y="-70150"/>
            <a:ext cx="6793525" cy="3072450"/>
          </a:xfrm>
          <a:custGeom>
            <a:rect b="b" l="l" r="r" t="t"/>
            <a:pathLst>
              <a:path extrusionOk="0" h="122898" w="271741">
                <a:moveTo>
                  <a:pt x="0" y="37780"/>
                </a:moveTo>
                <a:lnTo>
                  <a:pt x="0" y="122898"/>
                </a:lnTo>
                <a:lnTo>
                  <a:pt x="271741" y="122898"/>
                </a:lnTo>
                <a:lnTo>
                  <a:pt x="174333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660" name="Google Shape;1660;p171"/>
          <p:cNvSpPr/>
          <p:nvPr/>
        </p:nvSpPr>
        <p:spPr>
          <a:xfrm rot="10800000">
            <a:off x="-48100" y="2154550"/>
            <a:ext cx="6065225" cy="3322800"/>
          </a:xfrm>
          <a:custGeom>
            <a:rect b="b" l="l" r="r" t="t"/>
            <a:pathLst>
              <a:path extrusionOk="0" h="132912" w="242609">
                <a:moveTo>
                  <a:pt x="0" y="455"/>
                </a:moveTo>
                <a:lnTo>
                  <a:pt x="44607" y="100594"/>
                </a:lnTo>
                <a:lnTo>
                  <a:pt x="242609" y="132912"/>
                </a:lnTo>
                <a:lnTo>
                  <a:pt x="242609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661" name="Google Shape;1661;p17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171"/>
          <p:cNvSpPr txBox="1"/>
          <p:nvPr>
            <p:ph type="title"/>
          </p:nvPr>
        </p:nvSpPr>
        <p:spPr>
          <a:xfrm>
            <a:off x="2860200" y="2746192"/>
            <a:ext cx="34236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63" name="Google Shape;1663;p171"/>
          <p:cNvSpPr txBox="1"/>
          <p:nvPr>
            <p:ph hasCustomPrompt="1" idx="2" type="title"/>
          </p:nvPr>
        </p:nvSpPr>
        <p:spPr>
          <a:xfrm>
            <a:off x="3850375" y="1276877"/>
            <a:ext cx="1443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64" name="Google Shape;1664;p171"/>
          <p:cNvSpPr txBox="1"/>
          <p:nvPr>
            <p:ph idx="1" type="subTitle"/>
          </p:nvPr>
        </p:nvSpPr>
        <p:spPr>
          <a:xfrm>
            <a:off x="2948550" y="3462208"/>
            <a:ext cx="32469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65" name="Google Shape;1665;p171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666" name="Google Shape;1666;p17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67" name="Google Shape;1667;p17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172"/>
          <p:cNvSpPr/>
          <p:nvPr/>
        </p:nvSpPr>
        <p:spPr>
          <a:xfrm flipH="1" rot="10800000">
            <a:off x="2023421" y="1359233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670" name="Google Shape;1670;p172"/>
          <p:cNvSpPr/>
          <p:nvPr/>
        </p:nvSpPr>
        <p:spPr>
          <a:xfrm>
            <a:off x="3956575" y="-131581"/>
            <a:ext cx="5277925" cy="1600100"/>
          </a:xfrm>
          <a:custGeom>
            <a:rect b="b" l="l" r="r" t="t"/>
            <a:pathLst>
              <a:path extrusionOk="0" h="64004" w="211117">
                <a:moveTo>
                  <a:pt x="211117" y="4067"/>
                </a:moveTo>
                <a:lnTo>
                  <a:pt x="211117" y="0"/>
                </a:lnTo>
                <a:lnTo>
                  <a:pt x="36953" y="0"/>
                </a:lnTo>
                <a:lnTo>
                  <a:pt x="0" y="64004"/>
                </a:lnTo>
                <a:lnTo>
                  <a:pt x="177146" y="334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671" name="Google Shape;1671;p172"/>
          <p:cNvSpPr/>
          <p:nvPr/>
        </p:nvSpPr>
        <p:spPr>
          <a:xfrm>
            <a:off x="-77225" y="1390125"/>
            <a:ext cx="5097150" cy="4083025"/>
          </a:xfrm>
          <a:custGeom>
            <a:rect b="b" l="l" r="r" t="t"/>
            <a:pathLst>
              <a:path extrusionOk="0" h="163321" w="203886">
                <a:moveTo>
                  <a:pt x="0" y="161256"/>
                </a:moveTo>
                <a:lnTo>
                  <a:pt x="0" y="61784"/>
                </a:lnTo>
                <a:lnTo>
                  <a:pt x="203886" y="0"/>
                </a:lnTo>
                <a:lnTo>
                  <a:pt x="80633" y="16332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672" name="Google Shape;1672;p172"/>
          <p:cNvSpPr/>
          <p:nvPr/>
        </p:nvSpPr>
        <p:spPr>
          <a:xfrm flipH="1" rot="10800000">
            <a:off x="-61779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673" name="Google Shape;1673;p172"/>
          <p:cNvSpPr/>
          <p:nvPr/>
        </p:nvSpPr>
        <p:spPr>
          <a:xfrm flipH="1" rot="10800000">
            <a:off x="5483300" y="-30896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1674" name="Google Shape;1674;p17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5" name="Google Shape;1675;p172"/>
          <p:cNvSpPr txBox="1"/>
          <p:nvPr>
            <p:ph idx="1" type="body"/>
          </p:nvPr>
        </p:nvSpPr>
        <p:spPr>
          <a:xfrm>
            <a:off x="713225" y="1300925"/>
            <a:ext cx="7704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AutoNum type="arabicPeriod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76" name="Google Shape;1676;p172"/>
          <p:cNvSpPr txBox="1"/>
          <p:nvPr>
            <p:ph type="title"/>
          </p:nvPr>
        </p:nvSpPr>
        <p:spPr>
          <a:xfrm>
            <a:off x="1455750" y="683125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677" name="Google Shape;1677;p17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8" name="Google Shape;1678;p17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173"/>
          <p:cNvSpPr/>
          <p:nvPr/>
        </p:nvSpPr>
        <p:spPr>
          <a:xfrm>
            <a:off x="-77225" y="-142700"/>
            <a:ext cx="5097150" cy="4065975"/>
          </a:xfrm>
          <a:custGeom>
            <a:rect b="b" l="l" r="r" t="t"/>
            <a:pathLst>
              <a:path extrusionOk="0" h="162639" w="203886">
                <a:moveTo>
                  <a:pt x="0" y="1383"/>
                </a:moveTo>
                <a:lnTo>
                  <a:pt x="0" y="100855"/>
                </a:lnTo>
                <a:lnTo>
                  <a:pt x="203886" y="162639"/>
                </a:lnTo>
                <a:lnTo>
                  <a:pt x="80108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681" name="Google Shape;1681;p173"/>
          <p:cNvSpPr/>
          <p:nvPr/>
        </p:nvSpPr>
        <p:spPr>
          <a:xfrm>
            <a:off x="1884466" y="-196909"/>
            <a:ext cx="4243962" cy="4121888"/>
          </a:xfrm>
          <a:custGeom>
            <a:rect b="b" l="l" r="r" t="t"/>
            <a:pathLst>
              <a:path extrusionOk="0" h="164530" w="169099">
                <a:moveTo>
                  <a:pt x="0" y="0"/>
                </a:moveTo>
                <a:lnTo>
                  <a:pt x="169099" y="4510"/>
                </a:lnTo>
                <a:lnTo>
                  <a:pt x="123379" y="16453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682" name="Google Shape;1682;p173"/>
          <p:cNvSpPr/>
          <p:nvPr/>
        </p:nvSpPr>
        <p:spPr>
          <a:xfrm>
            <a:off x="-61779" y="2378675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683" name="Google Shape;1683;p173"/>
          <p:cNvSpPr/>
          <p:nvPr/>
        </p:nvSpPr>
        <p:spPr>
          <a:xfrm>
            <a:off x="3799696" y="2286004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684" name="Google Shape;1684;p17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5" name="Google Shape;1685;p173"/>
          <p:cNvSpPr txBox="1"/>
          <p:nvPr>
            <p:ph idx="1" type="subTitle"/>
          </p:nvPr>
        </p:nvSpPr>
        <p:spPr>
          <a:xfrm>
            <a:off x="1422550" y="2343550"/>
            <a:ext cx="27345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686" name="Google Shape;1686;p173"/>
          <p:cNvSpPr txBox="1"/>
          <p:nvPr>
            <p:ph idx="2" type="subTitle"/>
          </p:nvPr>
        </p:nvSpPr>
        <p:spPr>
          <a:xfrm>
            <a:off x="5035899" y="2343550"/>
            <a:ext cx="27345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9pPr>
          </a:lstStyle>
          <a:p/>
        </p:txBody>
      </p:sp>
      <p:sp>
        <p:nvSpPr>
          <p:cNvPr id="1687" name="Google Shape;1687;p173"/>
          <p:cNvSpPr txBox="1"/>
          <p:nvPr>
            <p:ph type="title"/>
          </p:nvPr>
        </p:nvSpPr>
        <p:spPr>
          <a:xfrm>
            <a:off x="1416555" y="18766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688" name="Google Shape;1688;p173"/>
          <p:cNvSpPr txBox="1"/>
          <p:nvPr>
            <p:ph idx="3" type="title"/>
          </p:nvPr>
        </p:nvSpPr>
        <p:spPr>
          <a:xfrm>
            <a:off x="5029902" y="18766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1689" name="Google Shape;1689;p173"/>
          <p:cNvSpPr txBox="1"/>
          <p:nvPr>
            <p:ph idx="4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690" name="Google Shape;1690;p17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1" name="Google Shape;1691;p17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174"/>
          <p:cNvSpPr/>
          <p:nvPr/>
        </p:nvSpPr>
        <p:spPr>
          <a:xfrm rot="10800000">
            <a:off x="4185871" y="1390129"/>
            <a:ext cx="5097150" cy="4031400"/>
          </a:xfrm>
          <a:custGeom>
            <a:rect b="b" l="l" r="r" t="t"/>
            <a:pathLst>
              <a:path extrusionOk="0" h="161256" w="203886">
                <a:moveTo>
                  <a:pt x="0" y="0"/>
                </a:moveTo>
                <a:lnTo>
                  <a:pt x="0" y="99472"/>
                </a:lnTo>
                <a:lnTo>
                  <a:pt x="203886" y="161256"/>
                </a:lnTo>
                <a:lnTo>
                  <a:pt x="83408" y="247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694" name="Google Shape;1694;p174"/>
          <p:cNvSpPr/>
          <p:nvPr/>
        </p:nvSpPr>
        <p:spPr>
          <a:xfrm>
            <a:off x="3047333" y="1337291"/>
            <a:ext cx="4169975" cy="4047325"/>
          </a:xfrm>
          <a:custGeom>
            <a:rect b="b" l="l" r="r" t="t"/>
            <a:pathLst>
              <a:path extrusionOk="0" h="161893" w="166799">
                <a:moveTo>
                  <a:pt x="166799" y="161893"/>
                </a:moveTo>
                <a:lnTo>
                  <a:pt x="0" y="160020"/>
                </a:lnTo>
                <a:lnTo>
                  <a:pt x="45720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695" name="Google Shape;1695;p174"/>
          <p:cNvSpPr/>
          <p:nvPr/>
        </p:nvSpPr>
        <p:spPr>
          <a:xfrm rot="10800000">
            <a:off x="4340321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696" name="Google Shape;1696;p174"/>
          <p:cNvSpPr/>
          <p:nvPr/>
        </p:nvSpPr>
        <p:spPr>
          <a:xfrm rot="10800000">
            <a:off x="-77229" y="-108125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697" name="Google Shape;1697;p174"/>
          <p:cNvSpPr/>
          <p:nvPr/>
        </p:nvSpPr>
        <p:spPr>
          <a:xfrm rot="10800000">
            <a:off x="-30883" y="-68915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1698" name="Google Shape;1698;p17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9" name="Google Shape;1699;p17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700" name="Google Shape;1700;p17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1" name="Google Shape;1701;p17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175"/>
          <p:cNvSpPr/>
          <p:nvPr/>
        </p:nvSpPr>
        <p:spPr>
          <a:xfrm flipH="1" rot="10800000">
            <a:off x="2023421" y="1359233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704" name="Google Shape;1704;p175"/>
          <p:cNvSpPr/>
          <p:nvPr/>
        </p:nvSpPr>
        <p:spPr>
          <a:xfrm>
            <a:off x="3956575" y="-131581"/>
            <a:ext cx="5277925" cy="1600100"/>
          </a:xfrm>
          <a:custGeom>
            <a:rect b="b" l="l" r="r" t="t"/>
            <a:pathLst>
              <a:path extrusionOk="0" h="64004" w="211117">
                <a:moveTo>
                  <a:pt x="211117" y="4067"/>
                </a:moveTo>
                <a:lnTo>
                  <a:pt x="211117" y="0"/>
                </a:lnTo>
                <a:lnTo>
                  <a:pt x="36953" y="0"/>
                </a:lnTo>
                <a:lnTo>
                  <a:pt x="0" y="64004"/>
                </a:lnTo>
                <a:lnTo>
                  <a:pt x="177146" y="334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705" name="Google Shape;1705;p175"/>
          <p:cNvSpPr/>
          <p:nvPr/>
        </p:nvSpPr>
        <p:spPr>
          <a:xfrm>
            <a:off x="-77225" y="1390125"/>
            <a:ext cx="5097150" cy="4083025"/>
          </a:xfrm>
          <a:custGeom>
            <a:rect b="b" l="l" r="r" t="t"/>
            <a:pathLst>
              <a:path extrusionOk="0" h="163321" w="203886">
                <a:moveTo>
                  <a:pt x="0" y="161256"/>
                </a:moveTo>
                <a:lnTo>
                  <a:pt x="0" y="61784"/>
                </a:lnTo>
                <a:lnTo>
                  <a:pt x="203886" y="0"/>
                </a:lnTo>
                <a:lnTo>
                  <a:pt x="80633" y="16332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706" name="Google Shape;1706;p175"/>
          <p:cNvSpPr/>
          <p:nvPr/>
        </p:nvSpPr>
        <p:spPr>
          <a:xfrm flipH="1" rot="10800000">
            <a:off x="-61779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707" name="Google Shape;1707;p175"/>
          <p:cNvSpPr/>
          <p:nvPr/>
        </p:nvSpPr>
        <p:spPr>
          <a:xfrm flipH="1" rot="10800000">
            <a:off x="5483300" y="-30896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1708" name="Google Shape;1708;p17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17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1710" name="Google Shape;1710;p175"/>
          <p:cNvSpPr txBox="1"/>
          <p:nvPr>
            <p:ph idx="1" type="body"/>
          </p:nvPr>
        </p:nvSpPr>
        <p:spPr>
          <a:xfrm>
            <a:off x="1195150" y="1660550"/>
            <a:ext cx="34689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1711" name="Google Shape;1711;p17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2" name="Google Shape;1712;p17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176"/>
          <p:cNvSpPr/>
          <p:nvPr/>
        </p:nvSpPr>
        <p:spPr>
          <a:xfrm>
            <a:off x="3799696" y="2286004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715" name="Google Shape;1715;p176"/>
          <p:cNvSpPr/>
          <p:nvPr/>
        </p:nvSpPr>
        <p:spPr>
          <a:xfrm>
            <a:off x="-61779" y="2378675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716" name="Google Shape;1716;p176"/>
          <p:cNvSpPr/>
          <p:nvPr/>
        </p:nvSpPr>
        <p:spPr>
          <a:xfrm>
            <a:off x="-77229" y="-108125"/>
            <a:ext cx="5097150" cy="4031400"/>
          </a:xfrm>
          <a:custGeom>
            <a:rect b="b" l="l" r="r" t="t"/>
            <a:pathLst>
              <a:path extrusionOk="0" h="161256" w="203886">
                <a:moveTo>
                  <a:pt x="0" y="0"/>
                </a:moveTo>
                <a:lnTo>
                  <a:pt x="0" y="99472"/>
                </a:lnTo>
                <a:lnTo>
                  <a:pt x="203886" y="161256"/>
                </a:lnTo>
                <a:lnTo>
                  <a:pt x="83408" y="247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717" name="Google Shape;1717;p176"/>
          <p:cNvSpPr/>
          <p:nvPr/>
        </p:nvSpPr>
        <p:spPr>
          <a:xfrm>
            <a:off x="2012454" y="-24395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718" name="Google Shape;1718;p176"/>
          <p:cNvSpPr/>
          <p:nvPr/>
        </p:nvSpPr>
        <p:spPr>
          <a:xfrm>
            <a:off x="5472333" y="-13449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1719" name="Google Shape;1719;p176"/>
          <p:cNvSpPr txBox="1"/>
          <p:nvPr>
            <p:ph type="title"/>
          </p:nvPr>
        </p:nvSpPr>
        <p:spPr>
          <a:xfrm>
            <a:off x="2257050" y="1103700"/>
            <a:ext cx="4629900" cy="293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20" name="Google Shape;1720;p17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21" name="Google Shape;1721;p17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22" name="Google Shape;1722;p17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23" name="Shape 1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4" name="Google Shape;1724;p177"/>
          <p:cNvGrpSpPr/>
          <p:nvPr/>
        </p:nvGrpSpPr>
        <p:grpSpPr>
          <a:xfrm>
            <a:off x="-237175" y="-212225"/>
            <a:ext cx="9488144" cy="5536707"/>
            <a:chOff x="-237175" y="-212225"/>
            <a:chExt cx="9488144" cy="5536707"/>
          </a:xfrm>
        </p:grpSpPr>
        <p:sp>
          <p:nvSpPr>
            <p:cNvPr id="1725" name="Google Shape;1725;p177"/>
            <p:cNvSpPr/>
            <p:nvPr/>
          </p:nvSpPr>
          <p:spPr>
            <a:xfrm>
              <a:off x="-237175" y="2127600"/>
              <a:ext cx="8462695" cy="3196882"/>
            </a:xfrm>
            <a:custGeom>
              <a:rect b="b" l="l" r="r" t="t"/>
              <a:pathLst>
                <a:path extrusionOk="0" h="110361" w="345064">
                  <a:moveTo>
                    <a:pt x="0" y="4994"/>
                  </a:moveTo>
                  <a:lnTo>
                    <a:pt x="0" y="110361"/>
                  </a:lnTo>
                  <a:lnTo>
                    <a:pt x="345064" y="110361"/>
                  </a:lnTo>
                  <a:lnTo>
                    <a:pt x="178774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1726" name="Google Shape;1726;p177"/>
            <p:cNvSpPr/>
            <p:nvPr/>
          </p:nvSpPr>
          <p:spPr>
            <a:xfrm>
              <a:off x="1623100" y="-210720"/>
              <a:ext cx="5122507" cy="1387179"/>
            </a:xfrm>
            <a:custGeom>
              <a:rect b="b" l="l" r="r" t="t"/>
              <a:pathLst>
                <a:path extrusionOk="0" h="55929" w="166789">
                  <a:moveTo>
                    <a:pt x="0" y="0"/>
                  </a:moveTo>
                  <a:lnTo>
                    <a:pt x="166789" y="0"/>
                  </a:lnTo>
                  <a:lnTo>
                    <a:pt x="114355" y="55929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1727" name="Google Shape;1727;p177"/>
            <p:cNvSpPr/>
            <p:nvPr/>
          </p:nvSpPr>
          <p:spPr>
            <a:xfrm>
              <a:off x="5094677" y="-212225"/>
              <a:ext cx="4156292" cy="5536364"/>
            </a:xfrm>
            <a:custGeom>
              <a:rect b="b" l="l" r="r" t="t"/>
              <a:pathLst>
                <a:path extrusionOk="0" h="223218" w="135329">
                  <a:moveTo>
                    <a:pt x="53433" y="0"/>
                  </a:moveTo>
                  <a:lnTo>
                    <a:pt x="135329" y="0"/>
                  </a:lnTo>
                  <a:lnTo>
                    <a:pt x="135329" y="223218"/>
                  </a:lnTo>
                  <a:lnTo>
                    <a:pt x="101872" y="223218"/>
                  </a:lnTo>
                  <a:lnTo>
                    <a:pt x="0" y="57927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1728" name="Google Shape;1728;p17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177"/>
          <p:cNvSpPr txBox="1"/>
          <p:nvPr>
            <p:ph type="ctrTitle"/>
          </p:nvPr>
        </p:nvSpPr>
        <p:spPr>
          <a:xfrm>
            <a:off x="3082050" y="1564604"/>
            <a:ext cx="2979900" cy="113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30" name="Google Shape;1730;p177"/>
          <p:cNvSpPr txBox="1"/>
          <p:nvPr>
            <p:ph idx="1" type="subTitle"/>
          </p:nvPr>
        </p:nvSpPr>
        <p:spPr>
          <a:xfrm>
            <a:off x="2689650" y="2783829"/>
            <a:ext cx="3764700" cy="7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731" name="Google Shape;1731;p17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2" name="Google Shape;1732;p17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33" name="Shape 1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4" name="Google Shape;1734;p178"/>
          <p:cNvSpPr txBox="1"/>
          <p:nvPr>
            <p:ph type="title"/>
          </p:nvPr>
        </p:nvSpPr>
        <p:spPr>
          <a:xfrm>
            <a:off x="1621650" y="1143139"/>
            <a:ext cx="59007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179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737" name="Google Shape;1737;p179"/>
          <p:cNvSpPr/>
          <p:nvPr/>
        </p:nvSpPr>
        <p:spPr>
          <a:xfrm>
            <a:off x="611000" y="2609200"/>
            <a:ext cx="8639800" cy="2759025"/>
          </a:xfrm>
          <a:custGeom>
            <a:rect b="b" l="l" r="r" t="t"/>
            <a:pathLst>
              <a:path extrusionOk="0" h="110361" w="345592">
                <a:moveTo>
                  <a:pt x="345592" y="4994"/>
                </a:moveTo>
                <a:lnTo>
                  <a:pt x="345592" y="110361"/>
                </a:lnTo>
                <a:lnTo>
                  <a:pt x="0" y="108971"/>
                </a:lnTo>
                <a:lnTo>
                  <a:pt x="166818" y="0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1738" name="Google Shape;1738;p179"/>
          <p:cNvSpPr/>
          <p:nvPr/>
        </p:nvSpPr>
        <p:spPr>
          <a:xfrm>
            <a:off x="1810975" y="-199750"/>
            <a:ext cx="4193925" cy="1398225"/>
          </a:xfrm>
          <a:custGeom>
            <a:rect b="b" l="l" r="r" t="t"/>
            <a:pathLst>
              <a:path extrusionOk="0" h="55929" w="167757">
                <a:moveTo>
                  <a:pt x="167757" y="0"/>
                </a:moveTo>
                <a:lnTo>
                  <a:pt x="0" y="99"/>
                </a:lnTo>
                <a:lnTo>
                  <a:pt x="53402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739" name="Google Shape;1739;p179"/>
          <p:cNvSpPr/>
          <p:nvPr/>
        </p:nvSpPr>
        <p:spPr>
          <a:xfrm flipH="1">
            <a:off x="-237191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740" name="Google Shape;1740;p17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179"/>
          <p:cNvSpPr txBox="1"/>
          <p:nvPr>
            <p:ph hasCustomPrompt="1" type="title"/>
          </p:nvPr>
        </p:nvSpPr>
        <p:spPr>
          <a:xfrm>
            <a:off x="713250" y="1324600"/>
            <a:ext cx="77175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742" name="Google Shape;1742;p179"/>
          <p:cNvSpPr txBox="1"/>
          <p:nvPr>
            <p:ph idx="1" type="body"/>
          </p:nvPr>
        </p:nvSpPr>
        <p:spPr>
          <a:xfrm>
            <a:off x="713250" y="3370700"/>
            <a:ext cx="7717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43" name="Google Shape;1743;p179"/>
          <p:cNvSpPr txBox="1"/>
          <p:nvPr/>
        </p:nvSpPr>
        <p:spPr>
          <a:xfrm>
            <a:off x="2991700" y="1512225"/>
            <a:ext cx="55479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744" name="Google Shape;1744;p17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45" name="Google Shape;1745;p17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181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749" name="Google Shape;1749;p181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750" name="Google Shape;1750;p181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751" name="Google Shape;1751;p18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2" name="Google Shape;1752;p181"/>
          <p:cNvSpPr txBox="1"/>
          <p:nvPr>
            <p:ph type="title"/>
          </p:nvPr>
        </p:nvSpPr>
        <p:spPr>
          <a:xfrm>
            <a:off x="1484927" y="3341975"/>
            <a:ext cx="2290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753" name="Google Shape;1753;p181"/>
          <p:cNvSpPr txBox="1"/>
          <p:nvPr>
            <p:ph hasCustomPrompt="1" idx="2" type="title"/>
          </p:nvPr>
        </p:nvSpPr>
        <p:spPr>
          <a:xfrm>
            <a:off x="2309177" y="1672125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754" name="Google Shape;1754;p181"/>
          <p:cNvSpPr txBox="1"/>
          <p:nvPr>
            <p:ph hasCustomPrompt="1" idx="3" type="title"/>
          </p:nvPr>
        </p:nvSpPr>
        <p:spPr>
          <a:xfrm>
            <a:off x="2309177" y="2991451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755" name="Google Shape;1755;p181"/>
          <p:cNvSpPr txBox="1"/>
          <p:nvPr>
            <p:ph idx="4" type="title"/>
          </p:nvPr>
        </p:nvSpPr>
        <p:spPr>
          <a:xfrm>
            <a:off x="5405023" y="3341975"/>
            <a:ext cx="22179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756" name="Google Shape;1756;p181"/>
          <p:cNvSpPr txBox="1"/>
          <p:nvPr>
            <p:ph idx="5" type="title"/>
          </p:nvPr>
        </p:nvSpPr>
        <p:spPr>
          <a:xfrm>
            <a:off x="1484927" y="2022675"/>
            <a:ext cx="2290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757" name="Google Shape;1757;p181"/>
          <p:cNvSpPr txBox="1"/>
          <p:nvPr>
            <p:ph idx="6" type="title"/>
          </p:nvPr>
        </p:nvSpPr>
        <p:spPr>
          <a:xfrm>
            <a:off x="5405023" y="2022675"/>
            <a:ext cx="22179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758" name="Google Shape;1758;p181"/>
          <p:cNvSpPr txBox="1"/>
          <p:nvPr>
            <p:ph hasCustomPrompt="1" idx="7" type="title"/>
          </p:nvPr>
        </p:nvSpPr>
        <p:spPr>
          <a:xfrm>
            <a:off x="6193123" y="1672125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759" name="Google Shape;1759;p181"/>
          <p:cNvSpPr txBox="1"/>
          <p:nvPr>
            <p:ph hasCustomPrompt="1" idx="8" type="title"/>
          </p:nvPr>
        </p:nvSpPr>
        <p:spPr>
          <a:xfrm>
            <a:off x="6193123" y="2989672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760" name="Google Shape;1760;p181"/>
          <p:cNvSpPr txBox="1"/>
          <p:nvPr>
            <p:ph idx="1" type="subTitle"/>
          </p:nvPr>
        </p:nvSpPr>
        <p:spPr>
          <a:xfrm>
            <a:off x="1403027" y="2368720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1" name="Google Shape;1761;p181"/>
          <p:cNvSpPr txBox="1"/>
          <p:nvPr>
            <p:ph idx="9" type="subTitle"/>
          </p:nvPr>
        </p:nvSpPr>
        <p:spPr>
          <a:xfrm>
            <a:off x="5286973" y="2368720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2" name="Google Shape;1762;p181"/>
          <p:cNvSpPr txBox="1"/>
          <p:nvPr>
            <p:ph idx="13" type="subTitle"/>
          </p:nvPr>
        </p:nvSpPr>
        <p:spPr>
          <a:xfrm>
            <a:off x="1403027" y="3688123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3" name="Google Shape;1763;p181"/>
          <p:cNvSpPr txBox="1"/>
          <p:nvPr>
            <p:ph idx="14" type="subTitle"/>
          </p:nvPr>
        </p:nvSpPr>
        <p:spPr>
          <a:xfrm>
            <a:off x="5286973" y="3688123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4" name="Google Shape;1764;p181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765" name="Google Shape;1765;p18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6" name="Google Shape;1766;p18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67" name="Shape 1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8" name="Google Shape;1768;p182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769" name="Google Shape;1769;p182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770" name="Google Shape;1770;p182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771" name="Google Shape;1771;p18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182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773" name="Google Shape;1773;p18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74" name="Google Shape;1774;p18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5" name="Google Shape;1775;p182"/>
          <p:cNvSpPr txBox="1"/>
          <p:nvPr>
            <p:ph hasCustomPrompt="1" idx="2" type="title"/>
          </p:nvPr>
        </p:nvSpPr>
        <p:spPr>
          <a:xfrm>
            <a:off x="4203751" y="1315750"/>
            <a:ext cx="3577500" cy="4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776" name="Google Shape;1776;p182"/>
          <p:cNvSpPr txBox="1"/>
          <p:nvPr>
            <p:ph idx="1" type="subTitle"/>
          </p:nvPr>
        </p:nvSpPr>
        <p:spPr>
          <a:xfrm>
            <a:off x="4203751" y="1813683"/>
            <a:ext cx="3577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7" name="Google Shape;1777;p182"/>
          <p:cNvSpPr txBox="1"/>
          <p:nvPr>
            <p:ph hasCustomPrompt="1" idx="3" type="title"/>
          </p:nvPr>
        </p:nvSpPr>
        <p:spPr>
          <a:xfrm>
            <a:off x="4203751" y="2444625"/>
            <a:ext cx="3577500" cy="4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778" name="Google Shape;1778;p182"/>
          <p:cNvSpPr txBox="1"/>
          <p:nvPr>
            <p:ph idx="4" type="subTitle"/>
          </p:nvPr>
        </p:nvSpPr>
        <p:spPr>
          <a:xfrm>
            <a:off x="4203751" y="2942624"/>
            <a:ext cx="3577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9" name="Google Shape;1779;p182"/>
          <p:cNvSpPr txBox="1"/>
          <p:nvPr>
            <p:ph hasCustomPrompt="1" idx="5" type="title"/>
          </p:nvPr>
        </p:nvSpPr>
        <p:spPr>
          <a:xfrm>
            <a:off x="4203751" y="3573573"/>
            <a:ext cx="3577500" cy="4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780" name="Google Shape;1780;p182"/>
          <p:cNvSpPr txBox="1"/>
          <p:nvPr>
            <p:ph idx="6" type="subTitle"/>
          </p:nvPr>
        </p:nvSpPr>
        <p:spPr>
          <a:xfrm>
            <a:off x="4203751" y="4071576"/>
            <a:ext cx="3577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81" name="Shape 1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2" name="Google Shape;1782;p183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783" name="Google Shape;1783;p183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784" name="Google Shape;1784;p183"/>
          <p:cNvSpPr/>
          <p:nvPr/>
        </p:nvSpPr>
        <p:spPr>
          <a:xfrm>
            <a:off x="1186000" y="1323316"/>
            <a:ext cx="8239600" cy="3957500"/>
          </a:xfrm>
          <a:custGeom>
            <a:rect b="b" l="l" r="r" t="t"/>
            <a:pathLst>
              <a:path extrusionOk="0" h="158300" w="329584">
                <a:moveTo>
                  <a:pt x="0" y="0"/>
                </a:moveTo>
                <a:lnTo>
                  <a:pt x="117851" y="158300"/>
                </a:lnTo>
                <a:lnTo>
                  <a:pt x="329584" y="154305"/>
                </a:lnTo>
                <a:lnTo>
                  <a:pt x="320595" y="56929"/>
                </a:lnTo>
                <a:lnTo>
                  <a:pt x="145316" y="60923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785" name="Google Shape;1785;p18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183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787" name="Google Shape;1787;p18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8" name="Google Shape;1788;p18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9" name="Google Shape;1789;p183"/>
          <p:cNvSpPr txBox="1"/>
          <p:nvPr>
            <p:ph idx="2" type="title"/>
          </p:nvPr>
        </p:nvSpPr>
        <p:spPr>
          <a:xfrm>
            <a:off x="707656" y="18815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790" name="Google Shape;1790;p183"/>
          <p:cNvSpPr txBox="1"/>
          <p:nvPr>
            <p:ph hasCustomPrompt="1" idx="3" type="title"/>
          </p:nvPr>
        </p:nvSpPr>
        <p:spPr>
          <a:xfrm>
            <a:off x="707650" y="14548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791" name="Google Shape;1791;p183"/>
          <p:cNvSpPr txBox="1"/>
          <p:nvPr>
            <p:ph idx="1" type="subTitle"/>
          </p:nvPr>
        </p:nvSpPr>
        <p:spPr>
          <a:xfrm>
            <a:off x="707650" y="22276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2" name="Google Shape;1792;p183"/>
          <p:cNvSpPr txBox="1"/>
          <p:nvPr>
            <p:ph idx="4" type="title"/>
          </p:nvPr>
        </p:nvSpPr>
        <p:spPr>
          <a:xfrm>
            <a:off x="3397294" y="18815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793" name="Google Shape;1793;p183"/>
          <p:cNvSpPr txBox="1"/>
          <p:nvPr>
            <p:ph hasCustomPrompt="1" idx="5" type="title"/>
          </p:nvPr>
        </p:nvSpPr>
        <p:spPr>
          <a:xfrm>
            <a:off x="3397288" y="14548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794" name="Google Shape;1794;p183"/>
          <p:cNvSpPr txBox="1"/>
          <p:nvPr>
            <p:ph idx="6" type="subTitle"/>
          </p:nvPr>
        </p:nvSpPr>
        <p:spPr>
          <a:xfrm>
            <a:off x="3397288" y="22276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5" name="Google Shape;1795;p183"/>
          <p:cNvSpPr txBox="1"/>
          <p:nvPr>
            <p:ph idx="7" type="title"/>
          </p:nvPr>
        </p:nvSpPr>
        <p:spPr>
          <a:xfrm>
            <a:off x="6086882" y="18815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796" name="Google Shape;1796;p183"/>
          <p:cNvSpPr txBox="1"/>
          <p:nvPr>
            <p:ph hasCustomPrompt="1" idx="8" type="title"/>
          </p:nvPr>
        </p:nvSpPr>
        <p:spPr>
          <a:xfrm>
            <a:off x="6086875" y="14548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797" name="Google Shape;1797;p183"/>
          <p:cNvSpPr txBox="1"/>
          <p:nvPr>
            <p:ph idx="9" type="subTitle"/>
          </p:nvPr>
        </p:nvSpPr>
        <p:spPr>
          <a:xfrm>
            <a:off x="6086875" y="22276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98" name="Google Shape;1798;p183"/>
          <p:cNvSpPr txBox="1"/>
          <p:nvPr>
            <p:ph idx="13" type="title"/>
          </p:nvPr>
        </p:nvSpPr>
        <p:spPr>
          <a:xfrm>
            <a:off x="707656" y="32924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799" name="Google Shape;1799;p183"/>
          <p:cNvSpPr txBox="1"/>
          <p:nvPr>
            <p:ph hasCustomPrompt="1" idx="14" type="title"/>
          </p:nvPr>
        </p:nvSpPr>
        <p:spPr>
          <a:xfrm>
            <a:off x="707650" y="28657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800" name="Google Shape;1800;p183"/>
          <p:cNvSpPr txBox="1"/>
          <p:nvPr>
            <p:ph idx="15" type="subTitle"/>
          </p:nvPr>
        </p:nvSpPr>
        <p:spPr>
          <a:xfrm>
            <a:off x="707650" y="36385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01" name="Google Shape;1801;p183"/>
          <p:cNvSpPr txBox="1"/>
          <p:nvPr>
            <p:ph idx="16" type="title"/>
          </p:nvPr>
        </p:nvSpPr>
        <p:spPr>
          <a:xfrm>
            <a:off x="3397294" y="32924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802" name="Google Shape;1802;p183"/>
          <p:cNvSpPr txBox="1"/>
          <p:nvPr>
            <p:ph hasCustomPrompt="1" idx="17" type="title"/>
          </p:nvPr>
        </p:nvSpPr>
        <p:spPr>
          <a:xfrm>
            <a:off x="3397288" y="28657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803" name="Google Shape;1803;p183"/>
          <p:cNvSpPr txBox="1"/>
          <p:nvPr>
            <p:ph idx="18" type="subTitle"/>
          </p:nvPr>
        </p:nvSpPr>
        <p:spPr>
          <a:xfrm>
            <a:off x="3397288" y="36385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04" name="Google Shape;1804;p183"/>
          <p:cNvSpPr txBox="1"/>
          <p:nvPr>
            <p:ph idx="19" type="title"/>
          </p:nvPr>
        </p:nvSpPr>
        <p:spPr>
          <a:xfrm>
            <a:off x="6086882" y="32924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805" name="Google Shape;1805;p183"/>
          <p:cNvSpPr txBox="1"/>
          <p:nvPr>
            <p:ph hasCustomPrompt="1" idx="20" type="title"/>
          </p:nvPr>
        </p:nvSpPr>
        <p:spPr>
          <a:xfrm>
            <a:off x="6086875" y="28657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1806" name="Google Shape;1806;p183"/>
          <p:cNvSpPr txBox="1"/>
          <p:nvPr>
            <p:ph idx="21" type="subTitle"/>
          </p:nvPr>
        </p:nvSpPr>
        <p:spPr>
          <a:xfrm>
            <a:off x="6086875" y="36385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1">
  <p:cSld name="CUSTOM_2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07" name="Shape 1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8" name="Google Shape;1808;p184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809" name="Google Shape;1809;p184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810" name="Google Shape;1810;p184"/>
          <p:cNvSpPr/>
          <p:nvPr/>
        </p:nvSpPr>
        <p:spPr>
          <a:xfrm>
            <a:off x="1186000" y="1323316"/>
            <a:ext cx="8239600" cy="3957500"/>
          </a:xfrm>
          <a:custGeom>
            <a:rect b="b" l="l" r="r" t="t"/>
            <a:pathLst>
              <a:path extrusionOk="0" h="158300" w="329584">
                <a:moveTo>
                  <a:pt x="0" y="0"/>
                </a:moveTo>
                <a:lnTo>
                  <a:pt x="117851" y="158300"/>
                </a:lnTo>
                <a:lnTo>
                  <a:pt x="329584" y="154305"/>
                </a:lnTo>
                <a:lnTo>
                  <a:pt x="320595" y="56929"/>
                </a:lnTo>
                <a:lnTo>
                  <a:pt x="145316" y="60923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811" name="Google Shape;1811;p18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2" name="Google Shape;1812;p184"/>
          <p:cNvSpPr txBox="1"/>
          <p:nvPr>
            <p:ph idx="1" type="body"/>
          </p:nvPr>
        </p:nvSpPr>
        <p:spPr>
          <a:xfrm>
            <a:off x="4968035" y="2381425"/>
            <a:ext cx="2547000" cy="7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13" name="Google Shape;1813;p18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814" name="Google Shape;1814;p18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5" name="Google Shape;1815;p18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16" name="Shape 1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17" name="Google Shape;1817;p185"/>
          <p:cNvGrpSpPr/>
          <p:nvPr/>
        </p:nvGrpSpPr>
        <p:grpSpPr>
          <a:xfrm>
            <a:off x="-299629" y="-137325"/>
            <a:ext cx="9550450" cy="5418141"/>
            <a:chOff x="-124850" y="-137325"/>
            <a:chExt cx="9550450" cy="5418141"/>
          </a:xfrm>
        </p:grpSpPr>
        <p:sp>
          <p:nvSpPr>
            <p:cNvPr id="1818" name="Google Shape;1818;p185"/>
            <p:cNvSpPr/>
            <p:nvPr/>
          </p:nvSpPr>
          <p:spPr>
            <a:xfrm flipH="1">
              <a:off x="5180950" y="-137325"/>
              <a:ext cx="4244650" cy="5405675"/>
            </a:xfrm>
            <a:custGeom>
              <a:rect b="b" l="l" r="r" t="t"/>
              <a:pathLst>
                <a:path extrusionOk="0" h="216227" w="169786">
                  <a:moveTo>
                    <a:pt x="57428" y="0"/>
                  </a:moveTo>
                  <a:lnTo>
                    <a:pt x="0" y="0"/>
                  </a:lnTo>
                  <a:lnTo>
                    <a:pt x="0" y="216227"/>
                  </a:lnTo>
                  <a:lnTo>
                    <a:pt x="169786" y="216227"/>
                  </a:lnTo>
                  <a:lnTo>
                    <a:pt x="53433" y="60424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1819" name="Google Shape;1819;p185"/>
            <p:cNvSpPr/>
            <p:nvPr/>
          </p:nvSpPr>
          <p:spPr>
            <a:xfrm flipH="1">
              <a:off x="-124850" y="1323316"/>
              <a:ext cx="8239600" cy="3957500"/>
            </a:xfrm>
            <a:custGeom>
              <a:rect b="b" l="l" r="r" t="t"/>
              <a:pathLst>
                <a:path extrusionOk="0" h="158300" w="329584">
                  <a:moveTo>
                    <a:pt x="0" y="0"/>
                  </a:moveTo>
                  <a:lnTo>
                    <a:pt x="117851" y="158300"/>
                  </a:lnTo>
                  <a:lnTo>
                    <a:pt x="329584" y="154305"/>
                  </a:lnTo>
                  <a:lnTo>
                    <a:pt x="320595" y="56929"/>
                  </a:lnTo>
                  <a:lnTo>
                    <a:pt x="145316" y="60923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1820" name="Google Shape;1820;p185"/>
            <p:cNvSpPr/>
            <p:nvPr/>
          </p:nvSpPr>
          <p:spPr>
            <a:xfrm flipH="1">
              <a:off x="87400" y="-112350"/>
              <a:ext cx="4419400" cy="2958750"/>
            </a:xfrm>
            <a:custGeom>
              <a:rect b="b" l="l" r="r" t="t"/>
              <a:pathLst>
                <a:path extrusionOk="0" h="118350" w="176776">
                  <a:moveTo>
                    <a:pt x="33957" y="0"/>
                  </a:moveTo>
                  <a:lnTo>
                    <a:pt x="176776" y="0"/>
                  </a:lnTo>
                  <a:lnTo>
                    <a:pt x="176776" y="114355"/>
                  </a:lnTo>
                  <a:lnTo>
                    <a:pt x="0" y="11835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1821" name="Google Shape;1821;p18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2" name="Google Shape;1822;p18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823" name="Google Shape;1823;p18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4" name="Google Shape;1824;p18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25" name="Shape 1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6" name="Google Shape;1826;p186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827" name="Google Shape;1827;p186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828" name="Google Shape;1828;p186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829" name="Google Shape;1829;p18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0" name="Google Shape;1830;p186"/>
          <p:cNvSpPr txBox="1"/>
          <p:nvPr>
            <p:ph type="title"/>
          </p:nvPr>
        </p:nvSpPr>
        <p:spPr>
          <a:xfrm>
            <a:off x="2048424" y="15718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831" name="Google Shape;1831;p186"/>
          <p:cNvSpPr txBox="1"/>
          <p:nvPr>
            <p:ph idx="1" type="subTitle"/>
          </p:nvPr>
        </p:nvSpPr>
        <p:spPr>
          <a:xfrm>
            <a:off x="1557925" y="1849666"/>
            <a:ext cx="2639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2" name="Google Shape;1832;p186"/>
          <p:cNvSpPr txBox="1"/>
          <p:nvPr>
            <p:ph idx="2" type="title"/>
          </p:nvPr>
        </p:nvSpPr>
        <p:spPr>
          <a:xfrm>
            <a:off x="5663855" y="15718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833" name="Google Shape;1833;p186"/>
          <p:cNvSpPr txBox="1"/>
          <p:nvPr>
            <p:ph idx="3" type="subTitle"/>
          </p:nvPr>
        </p:nvSpPr>
        <p:spPr>
          <a:xfrm>
            <a:off x="5173352" y="1849660"/>
            <a:ext cx="2639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4" name="Google Shape;1834;p186"/>
          <p:cNvSpPr txBox="1"/>
          <p:nvPr>
            <p:ph idx="4" type="title"/>
          </p:nvPr>
        </p:nvSpPr>
        <p:spPr>
          <a:xfrm>
            <a:off x="3742650" y="294096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835" name="Google Shape;1835;p186"/>
          <p:cNvSpPr txBox="1"/>
          <p:nvPr>
            <p:ph idx="5" type="subTitle"/>
          </p:nvPr>
        </p:nvSpPr>
        <p:spPr>
          <a:xfrm>
            <a:off x="3252150" y="3219961"/>
            <a:ext cx="2639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6" name="Google Shape;1836;p186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837" name="Google Shape;1837;p18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8" name="Google Shape;1838;p18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5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39" name="Shape 1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0" name="Google Shape;1840;p187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841" name="Google Shape;1841;p187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842" name="Google Shape;1842;p187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843" name="Google Shape;1843;p18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4" name="Google Shape;1844;p187">
            <a:hlinkClick/>
          </p:cNvPr>
          <p:cNvSpPr txBox="1"/>
          <p:nvPr>
            <p:ph type="title"/>
          </p:nvPr>
        </p:nvSpPr>
        <p:spPr>
          <a:xfrm>
            <a:off x="713236" y="2503799"/>
            <a:ext cx="2332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845" name="Google Shape;1845;p187"/>
          <p:cNvSpPr txBox="1"/>
          <p:nvPr>
            <p:ph idx="1" type="subTitle"/>
          </p:nvPr>
        </p:nvSpPr>
        <p:spPr>
          <a:xfrm>
            <a:off x="713235" y="2996207"/>
            <a:ext cx="23328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6" name="Google Shape;1846;p187"/>
          <p:cNvSpPr txBox="1"/>
          <p:nvPr>
            <p:ph idx="2" type="title"/>
          </p:nvPr>
        </p:nvSpPr>
        <p:spPr>
          <a:xfrm>
            <a:off x="6097308" y="2503800"/>
            <a:ext cx="2332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847" name="Google Shape;1847;p187"/>
          <p:cNvSpPr txBox="1"/>
          <p:nvPr>
            <p:ph idx="3" type="subTitle"/>
          </p:nvPr>
        </p:nvSpPr>
        <p:spPr>
          <a:xfrm>
            <a:off x="6097311" y="2996202"/>
            <a:ext cx="23328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8" name="Google Shape;1848;p187"/>
          <p:cNvSpPr txBox="1"/>
          <p:nvPr>
            <p:ph idx="4" type="title"/>
          </p:nvPr>
        </p:nvSpPr>
        <p:spPr>
          <a:xfrm>
            <a:off x="3405610" y="2503801"/>
            <a:ext cx="2332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849" name="Google Shape;1849;p187"/>
          <p:cNvSpPr txBox="1"/>
          <p:nvPr>
            <p:ph idx="5" type="subTitle"/>
          </p:nvPr>
        </p:nvSpPr>
        <p:spPr>
          <a:xfrm>
            <a:off x="3405609" y="3000768"/>
            <a:ext cx="23328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0" name="Google Shape;1850;p187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851" name="Google Shape;1851;p18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2" name="Google Shape;1852;p18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5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53" name="Shape 1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Google Shape;1854;p188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855" name="Google Shape;1855;p188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856" name="Google Shape;1856;p188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857" name="Google Shape;1857;p18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188"/>
          <p:cNvSpPr txBox="1"/>
          <p:nvPr>
            <p:ph type="title"/>
          </p:nvPr>
        </p:nvSpPr>
        <p:spPr>
          <a:xfrm>
            <a:off x="5200938" y="3459472"/>
            <a:ext cx="3229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859" name="Google Shape;1859;p188"/>
          <p:cNvSpPr txBox="1"/>
          <p:nvPr>
            <p:ph idx="1" type="subTitle"/>
          </p:nvPr>
        </p:nvSpPr>
        <p:spPr>
          <a:xfrm>
            <a:off x="5200924" y="3799476"/>
            <a:ext cx="3229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0" name="Google Shape;1860;p188"/>
          <p:cNvSpPr txBox="1"/>
          <p:nvPr>
            <p:ph idx="2" type="title"/>
          </p:nvPr>
        </p:nvSpPr>
        <p:spPr>
          <a:xfrm>
            <a:off x="5200935" y="1353000"/>
            <a:ext cx="3229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861" name="Google Shape;1861;p188"/>
          <p:cNvSpPr txBox="1"/>
          <p:nvPr>
            <p:ph idx="3" type="subTitle"/>
          </p:nvPr>
        </p:nvSpPr>
        <p:spPr>
          <a:xfrm>
            <a:off x="5200924" y="1693001"/>
            <a:ext cx="3229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2" name="Google Shape;1862;p188"/>
          <p:cNvSpPr txBox="1"/>
          <p:nvPr>
            <p:ph idx="4" type="title"/>
          </p:nvPr>
        </p:nvSpPr>
        <p:spPr>
          <a:xfrm>
            <a:off x="5200938" y="2427412"/>
            <a:ext cx="3229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863" name="Google Shape;1863;p188"/>
          <p:cNvSpPr txBox="1"/>
          <p:nvPr>
            <p:ph idx="5" type="subTitle"/>
          </p:nvPr>
        </p:nvSpPr>
        <p:spPr>
          <a:xfrm>
            <a:off x="5200921" y="2769273"/>
            <a:ext cx="3229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4" name="Google Shape;1864;p188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865" name="Google Shape;1865;p18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6" name="Google Shape;1866;p18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67" name="Shape 1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8" name="Google Shape;1868;p189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869" name="Google Shape;1869;p189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870" name="Google Shape;1870;p189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871" name="Google Shape;1871;p18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189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73" name="Google Shape;1873;p189"/>
          <p:cNvSpPr txBox="1"/>
          <p:nvPr>
            <p:ph idx="2" type="title"/>
          </p:nvPr>
        </p:nvSpPr>
        <p:spPr>
          <a:xfrm>
            <a:off x="2271525" y="158527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874" name="Google Shape;1874;p189"/>
          <p:cNvSpPr txBox="1"/>
          <p:nvPr>
            <p:ph idx="1" type="subTitle"/>
          </p:nvPr>
        </p:nvSpPr>
        <p:spPr>
          <a:xfrm>
            <a:off x="1496175" y="1871730"/>
            <a:ext cx="27327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5" name="Google Shape;1875;p189"/>
          <p:cNvSpPr txBox="1"/>
          <p:nvPr>
            <p:ph idx="3" type="title"/>
          </p:nvPr>
        </p:nvSpPr>
        <p:spPr>
          <a:xfrm>
            <a:off x="2271525" y="309697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876" name="Google Shape;1876;p189"/>
          <p:cNvSpPr txBox="1"/>
          <p:nvPr>
            <p:ph idx="4" type="subTitle"/>
          </p:nvPr>
        </p:nvSpPr>
        <p:spPr>
          <a:xfrm>
            <a:off x="1496175" y="3391207"/>
            <a:ext cx="27327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7" name="Google Shape;1877;p189"/>
          <p:cNvSpPr txBox="1"/>
          <p:nvPr>
            <p:ph idx="5" type="title"/>
          </p:nvPr>
        </p:nvSpPr>
        <p:spPr>
          <a:xfrm>
            <a:off x="5601525" y="158527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878" name="Google Shape;1878;p189"/>
          <p:cNvSpPr txBox="1"/>
          <p:nvPr>
            <p:ph idx="6" type="subTitle"/>
          </p:nvPr>
        </p:nvSpPr>
        <p:spPr>
          <a:xfrm>
            <a:off x="4915125" y="1871730"/>
            <a:ext cx="27327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9" name="Google Shape;1879;p189"/>
          <p:cNvSpPr txBox="1"/>
          <p:nvPr>
            <p:ph idx="7" type="title"/>
          </p:nvPr>
        </p:nvSpPr>
        <p:spPr>
          <a:xfrm>
            <a:off x="5601525" y="309712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880" name="Google Shape;1880;p189"/>
          <p:cNvSpPr txBox="1"/>
          <p:nvPr>
            <p:ph idx="8" type="subTitle"/>
          </p:nvPr>
        </p:nvSpPr>
        <p:spPr>
          <a:xfrm>
            <a:off x="4915125" y="3389946"/>
            <a:ext cx="27327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881" name="Google Shape;1881;p18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2" name="Google Shape;1882;p18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83" name="Shape 1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" name="Google Shape;1884;p190"/>
          <p:cNvSpPr/>
          <p:nvPr/>
        </p:nvSpPr>
        <p:spPr>
          <a:xfrm flipH="1" rot="10800000">
            <a:off x="-74900" y="1635441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885" name="Google Shape;1885;p190"/>
          <p:cNvSpPr/>
          <p:nvPr/>
        </p:nvSpPr>
        <p:spPr>
          <a:xfrm flipH="1" rot="10800000">
            <a:off x="-74909" y="-74900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886" name="Google Shape;1886;p190"/>
          <p:cNvSpPr/>
          <p:nvPr/>
        </p:nvSpPr>
        <p:spPr>
          <a:xfrm flipH="1" rot="10800000">
            <a:off x="1672891" y="1385757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887" name="Google Shape;1887;p19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8" name="Google Shape;1888;p190"/>
          <p:cNvSpPr txBox="1"/>
          <p:nvPr>
            <p:ph type="title"/>
          </p:nvPr>
        </p:nvSpPr>
        <p:spPr>
          <a:xfrm>
            <a:off x="1695750" y="1784933"/>
            <a:ext cx="575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9" name="Google Shape;1889;p190"/>
          <p:cNvSpPr txBox="1"/>
          <p:nvPr>
            <p:ph idx="1" type="subTitle"/>
          </p:nvPr>
        </p:nvSpPr>
        <p:spPr>
          <a:xfrm>
            <a:off x="2607250" y="2837758"/>
            <a:ext cx="3699300" cy="2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890" name="Google Shape;1890;p19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1" name="Google Shape;1891;p19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6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92" name="Shape 1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3" name="Google Shape;1893;p191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894" name="Google Shape;1894;p191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895" name="Google Shape;1895;p19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191"/>
          <p:cNvSpPr txBox="1"/>
          <p:nvPr>
            <p:ph type="title"/>
          </p:nvPr>
        </p:nvSpPr>
        <p:spPr>
          <a:xfrm>
            <a:off x="4215400" y="1558650"/>
            <a:ext cx="38883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7" name="Google Shape;1897;p191"/>
          <p:cNvSpPr txBox="1"/>
          <p:nvPr>
            <p:ph idx="1" type="subTitle"/>
          </p:nvPr>
        </p:nvSpPr>
        <p:spPr>
          <a:xfrm>
            <a:off x="4215396" y="3247925"/>
            <a:ext cx="3888300" cy="2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898" name="Google Shape;1898;p19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9" name="Google Shape;1899;p19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00" name="Shape 1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1" name="Google Shape;1901;p192"/>
          <p:cNvSpPr/>
          <p:nvPr/>
        </p:nvSpPr>
        <p:spPr>
          <a:xfrm>
            <a:off x="-112366" y="-74900"/>
            <a:ext cx="4455825" cy="3945000"/>
          </a:xfrm>
          <a:custGeom>
            <a:rect b="b" l="l" r="r" t="t"/>
            <a:pathLst>
              <a:path extrusionOk="0" h="157800" w="178233">
                <a:moveTo>
                  <a:pt x="128338" y="0"/>
                </a:moveTo>
                <a:lnTo>
                  <a:pt x="0" y="0"/>
                </a:lnTo>
                <a:lnTo>
                  <a:pt x="0" y="157800"/>
                </a:lnTo>
                <a:lnTo>
                  <a:pt x="178233" y="110043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902" name="Google Shape;1902;p192"/>
          <p:cNvSpPr/>
          <p:nvPr/>
        </p:nvSpPr>
        <p:spPr>
          <a:xfrm>
            <a:off x="3096091" y="-74900"/>
            <a:ext cx="6204650" cy="4232150"/>
          </a:xfrm>
          <a:custGeom>
            <a:rect b="b" l="l" r="r" t="t"/>
            <a:pathLst>
              <a:path extrusionOk="0" h="169286" w="248186">
                <a:moveTo>
                  <a:pt x="0" y="0"/>
                </a:moveTo>
                <a:lnTo>
                  <a:pt x="248186" y="0"/>
                </a:lnTo>
                <a:lnTo>
                  <a:pt x="247687" y="169286"/>
                </a:lnTo>
                <a:lnTo>
                  <a:pt x="48938" y="11135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903" name="Google Shape;1903;p192"/>
          <p:cNvSpPr/>
          <p:nvPr/>
        </p:nvSpPr>
        <p:spPr>
          <a:xfrm>
            <a:off x="-124825" y="2696600"/>
            <a:ext cx="6564300" cy="2559275"/>
          </a:xfrm>
          <a:custGeom>
            <a:rect b="b" l="l" r="r" t="t"/>
            <a:pathLst>
              <a:path extrusionOk="0" h="102371" w="262572">
                <a:moveTo>
                  <a:pt x="0" y="46941"/>
                </a:moveTo>
                <a:lnTo>
                  <a:pt x="0" y="102371"/>
                </a:lnTo>
                <a:lnTo>
                  <a:pt x="262572" y="102362"/>
                </a:lnTo>
                <a:lnTo>
                  <a:pt x="242678" y="19120"/>
                </a:lnTo>
                <a:lnTo>
                  <a:pt x="177276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904" name="Google Shape;1904;p192"/>
          <p:cNvSpPr/>
          <p:nvPr/>
        </p:nvSpPr>
        <p:spPr>
          <a:xfrm>
            <a:off x="5930009" y="3160026"/>
            <a:ext cx="3395700" cy="2134800"/>
          </a:xfrm>
          <a:custGeom>
            <a:rect b="b" l="l" r="r" t="t"/>
            <a:pathLst>
              <a:path extrusionOk="0" h="85392" w="135828">
                <a:moveTo>
                  <a:pt x="0" y="0"/>
                </a:moveTo>
                <a:lnTo>
                  <a:pt x="135828" y="40449"/>
                </a:lnTo>
                <a:lnTo>
                  <a:pt x="135828" y="85392"/>
                </a:lnTo>
                <a:lnTo>
                  <a:pt x="20973" y="85392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905" name="Google Shape;1905;p19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6" name="Google Shape;1906;p192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1907" name="Google Shape;1907;p19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8" name="Google Shape;1908;p19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09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0" name="Google Shape;1910;p193"/>
          <p:cNvGrpSpPr/>
          <p:nvPr/>
        </p:nvGrpSpPr>
        <p:grpSpPr>
          <a:xfrm flipH="1">
            <a:off x="-136250" y="-74900"/>
            <a:ext cx="9461959" cy="5380700"/>
            <a:chOff x="-124834" y="-74900"/>
            <a:chExt cx="9461959" cy="5380700"/>
          </a:xfrm>
        </p:grpSpPr>
        <p:sp>
          <p:nvSpPr>
            <p:cNvPr id="1911" name="Google Shape;1911;p193"/>
            <p:cNvSpPr/>
            <p:nvPr/>
          </p:nvSpPr>
          <p:spPr>
            <a:xfrm>
              <a:off x="-112366" y="-74900"/>
              <a:ext cx="4455825" cy="3945000"/>
            </a:xfrm>
            <a:custGeom>
              <a:rect b="b" l="l" r="r" t="t"/>
              <a:pathLst>
                <a:path extrusionOk="0" h="157800" w="178233">
                  <a:moveTo>
                    <a:pt x="128338" y="0"/>
                  </a:moveTo>
                  <a:lnTo>
                    <a:pt x="0" y="0"/>
                  </a:lnTo>
                  <a:lnTo>
                    <a:pt x="0" y="157800"/>
                  </a:lnTo>
                  <a:lnTo>
                    <a:pt x="178233" y="110043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  <p:sp>
          <p:nvSpPr>
            <p:cNvPr id="1912" name="Google Shape;1912;p193"/>
            <p:cNvSpPr/>
            <p:nvPr/>
          </p:nvSpPr>
          <p:spPr>
            <a:xfrm>
              <a:off x="3096091" y="-74900"/>
              <a:ext cx="6204650" cy="4232150"/>
            </a:xfrm>
            <a:custGeom>
              <a:rect b="b" l="l" r="r" t="t"/>
              <a:pathLst>
                <a:path extrusionOk="0" h="169286" w="248186">
                  <a:moveTo>
                    <a:pt x="0" y="0"/>
                  </a:moveTo>
                  <a:lnTo>
                    <a:pt x="248186" y="0"/>
                  </a:lnTo>
                  <a:lnTo>
                    <a:pt x="247687" y="169286"/>
                  </a:lnTo>
                  <a:lnTo>
                    <a:pt x="48938" y="111359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1913" name="Google Shape;1913;p193"/>
            <p:cNvSpPr/>
            <p:nvPr/>
          </p:nvSpPr>
          <p:spPr>
            <a:xfrm>
              <a:off x="-124834" y="2696591"/>
              <a:ext cx="6579175" cy="2559275"/>
            </a:xfrm>
            <a:custGeom>
              <a:rect b="b" l="l" r="r" t="t"/>
              <a:pathLst>
                <a:path extrusionOk="0" h="102371" w="263167">
                  <a:moveTo>
                    <a:pt x="0" y="46941"/>
                  </a:moveTo>
                  <a:lnTo>
                    <a:pt x="0" y="102371"/>
                  </a:lnTo>
                  <a:lnTo>
                    <a:pt x="263167" y="102371"/>
                  </a:lnTo>
                  <a:lnTo>
                    <a:pt x="241195" y="18976"/>
                  </a:lnTo>
                  <a:lnTo>
                    <a:pt x="177276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1914" name="Google Shape;1914;p193"/>
            <p:cNvSpPr/>
            <p:nvPr/>
          </p:nvSpPr>
          <p:spPr>
            <a:xfrm>
              <a:off x="5887625" y="3176625"/>
              <a:ext cx="3449500" cy="2129175"/>
            </a:xfrm>
            <a:custGeom>
              <a:rect b="b" l="l" r="r" t="t"/>
              <a:pathLst>
                <a:path extrusionOk="0" h="85167" w="137980">
                  <a:moveTo>
                    <a:pt x="0" y="0"/>
                  </a:moveTo>
                  <a:lnTo>
                    <a:pt x="137980" y="39627"/>
                  </a:lnTo>
                  <a:lnTo>
                    <a:pt x="137523" y="85167"/>
                  </a:lnTo>
                  <a:lnTo>
                    <a:pt x="22885" y="83685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</p:grpSp>
      <p:sp>
        <p:nvSpPr>
          <p:cNvPr id="1915" name="Google Shape;1915;p19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6" name="Google Shape;1916;p193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1917" name="Google Shape;1917;p19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18" name="Google Shape;1918;p19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194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921" name="Google Shape;1921;p194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922" name="Google Shape;1922;p194"/>
          <p:cNvSpPr/>
          <p:nvPr/>
        </p:nvSpPr>
        <p:spPr>
          <a:xfrm>
            <a:off x="3387250" y="-62425"/>
            <a:ext cx="5826100" cy="5343250"/>
          </a:xfrm>
          <a:custGeom>
            <a:rect b="b" l="l" r="r" t="t"/>
            <a:pathLst>
              <a:path extrusionOk="0" h="213730" w="233044">
                <a:moveTo>
                  <a:pt x="187102" y="0"/>
                </a:moveTo>
                <a:lnTo>
                  <a:pt x="233044" y="0"/>
                </a:lnTo>
                <a:lnTo>
                  <a:pt x="233044" y="213730"/>
                </a:lnTo>
                <a:lnTo>
                  <a:pt x="28920" y="208579"/>
                </a:lnTo>
                <a:lnTo>
                  <a:pt x="0" y="18603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923" name="Google Shape;1923;p19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4" name="Google Shape;1924;p19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925" name="Google Shape;1925;p19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6" name="Google Shape;1926;p19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27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195"/>
          <p:cNvSpPr/>
          <p:nvPr/>
        </p:nvSpPr>
        <p:spPr>
          <a:xfrm>
            <a:off x="4919975" y="-87400"/>
            <a:ext cx="4293375" cy="5280825"/>
          </a:xfrm>
          <a:custGeom>
            <a:rect b="b" l="l" r="r" t="t"/>
            <a:pathLst>
              <a:path extrusionOk="0" h="211233" w="171735">
                <a:moveTo>
                  <a:pt x="24921" y="0"/>
                </a:moveTo>
                <a:lnTo>
                  <a:pt x="171735" y="0"/>
                </a:lnTo>
                <a:lnTo>
                  <a:pt x="171735" y="211233"/>
                </a:lnTo>
                <a:lnTo>
                  <a:pt x="0" y="209809"/>
                </a:lnTo>
                <a:lnTo>
                  <a:pt x="127791" y="11585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929" name="Google Shape;1929;p195"/>
          <p:cNvSpPr/>
          <p:nvPr/>
        </p:nvSpPr>
        <p:spPr>
          <a:xfrm flipH="1">
            <a:off x="107364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930" name="Google Shape;1930;p195"/>
          <p:cNvSpPr/>
          <p:nvPr/>
        </p:nvSpPr>
        <p:spPr>
          <a:xfrm>
            <a:off x="-62425" y="-62425"/>
            <a:ext cx="5755225" cy="5343250"/>
          </a:xfrm>
          <a:custGeom>
            <a:rect b="b" l="l" r="r" t="t"/>
            <a:pathLst>
              <a:path extrusionOk="0" h="213730" w="230209">
                <a:moveTo>
                  <a:pt x="45942" y="0"/>
                </a:moveTo>
                <a:lnTo>
                  <a:pt x="0" y="0"/>
                </a:lnTo>
                <a:lnTo>
                  <a:pt x="0" y="213730"/>
                </a:lnTo>
                <a:lnTo>
                  <a:pt x="199078" y="209028"/>
                </a:lnTo>
                <a:lnTo>
                  <a:pt x="230209" y="18576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931" name="Google Shape;1931;p19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2" name="Google Shape;1932;p19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933" name="Google Shape;1933;p19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4" name="Google Shape;1934;p19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35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36" name="Google Shape;1936;p19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7" name="Google Shape;1937;p196"/>
          <p:cNvSpPr/>
          <p:nvPr/>
        </p:nvSpPr>
        <p:spPr>
          <a:xfrm>
            <a:off x="-62416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938" name="Google Shape;1938;p196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939" name="Google Shape;1939;p196"/>
          <p:cNvSpPr/>
          <p:nvPr/>
        </p:nvSpPr>
        <p:spPr>
          <a:xfrm>
            <a:off x="3447275" y="-62425"/>
            <a:ext cx="5766075" cy="5343250"/>
          </a:xfrm>
          <a:custGeom>
            <a:rect b="b" l="l" r="r" t="t"/>
            <a:pathLst>
              <a:path extrusionOk="0" h="213730" w="230643">
                <a:moveTo>
                  <a:pt x="184701" y="0"/>
                </a:moveTo>
                <a:lnTo>
                  <a:pt x="230643" y="0"/>
                </a:lnTo>
                <a:lnTo>
                  <a:pt x="230643" y="213730"/>
                </a:lnTo>
                <a:lnTo>
                  <a:pt x="33163" y="210250"/>
                </a:lnTo>
                <a:lnTo>
                  <a:pt x="0" y="185989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940" name="Google Shape;1940;p19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196"/>
          <p:cNvSpPr txBox="1"/>
          <p:nvPr>
            <p:ph type="title"/>
          </p:nvPr>
        </p:nvSpPr>
        <p:spPr>
          <a:xfrm>
            <a:off x="1051489" y="1754375"/>
            <a:ext cx="21336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42" name="Google Shape;1942;p196"/>
          <p:cNvSpPr txBox="1"/>
          <p:nvPr>
            <p:ph idx="1" type="subTitle"/>
          </p:nvPr>
        </p:nvSpPr>
        <p:spPr>
          <a:xfrm>
            <a:off x="1184989" y="2121233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3" name="Google Shape;1943;p196"/>
          <p:cNvSpPr txBox="1"/>
          <p:nvPr>
            <p:ph idx="2" type="title"/>
          </p:nvPr>
        </p:nvSpPr>
        <p:spPr>
          <a:xfrm>
            <a:off x="1051489" y="3204650"/>
            <a:ext cx="21336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44" name="Google Shape;1944;p196"/>
          <p:cNvSpPr txBox="1"/>
          <p:nvPr>
            <p:ph idx="3" type="subTitle"/>
          </p:nvPr>
        </p:nvSpPr>
        <p:spPr>
          <a:xfrm>
            <a:off x="1184989" y="3595392"/>
            <a:ext cx="18666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5" name="Google Shape;1945;p196"/>
          <p:cNvSpPr txBox="1"/>
          <p:nvPr>
            <p:ph idx="4" type="title"/>
          </p:nvPr>
        </p:nvSpPr>
        <p:spPr>
          <a:xfrm>
            <a:off x="3470378" y="1754375"/>
            <a:ext cx="21162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46" name="Google Shape;1946;p196"/>
          <p:cNvSpPr txBox="1"/>
          <p:nvPr>
            <p:ph idx="5" type="subTitle"/>
          </p:nvPr>
        </p:nvSpPr>
        <p:spPr>
          <a:xfrm>
            <a:off x="3595178" y="2121226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7" name="Google Shape;1947;p196"/>
          <p:cNvSpPr txBox="1"/>
          <p:nvPr>
            <p:ph idx="6" type="title"/>
          </p:nvPr>
        </p:nvSpPr>
        <p:spPr>
          <a:xfrm>
            <a:off x="3470378" y="3204650"/>
            <a:ext cx="21162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48" name="Google Shape;1948;p196"/>
          <p:cNvSpPr txBox="1"/>
          <p:nvPr>
            <p:ph idx="7" type="subTitle"/>
          </p:nvPr>
        </p:nvSpPr>
        <p:spPr>
          <a:xfrm>
            <a:off x="3595178" y="3595392"/>
            <a:ext cx="18666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49" name="Google Shape;1949;p196"/>
          <p:cNvSpPr txBox="1"/>
          <p:nvPr>
            <p:ph idx="8" type="title"/>
          </p:nvPr>
        </p:nvSpPr>
        <p:spPr>
          <a:xfrm>
            <a:off x="5983511" y="1754375"/>
            <a:ext cx="21090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50" name="Google Shape;1950;p196"/>
          <p:cNvSpPr txBox="1"/>
          <p:nvPr>
            <p:ph idx="9" type="subTitle"/>
          </p:nvPr>
        </p:nvSpPr>
        <p:spPr>
          <a:xfrm>
            <a:off x="6104711" y="2121226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1" name="Google Shape;1951;p196"/>
          <p:cNvSpPr txBox="1"/>
          <p:nvPr>
            <p:ph idx="13" type="title"/>
          </p:nvPr>
        </p:nvSpPr>
        <p:spPr>
          <a:xfrm>
            <a:off x="5983511" y="3204650"/>
            <a:ext cx="21090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52" name="Google Shape;1952;p196"/>
          <p:cNvSpPr txBox="1"/>
          <p:nvPr>
            <p:ph idx="14" type="subTitle"/>
          </p:nvPr>
        </p:nvSpPr>
        <p:spPr>
          <a:xfrm>
            <a:off x="6104711" y="3595392"/>
            <a:ext cx="18666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953" name="Google Shape;1953;p19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4" name="Google Shape;1954;p19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5" name="Google Shape;1955;p196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1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p197"/>
          <p:cNvSpPr/>
          <p:nvPr/>
        </p:nvSpPr>
        <p:spPr>
          <a:xfrm>
            <a:off x="-62416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958" name="Google Shape;1958;p197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959" name="Google Shape;1959;p197"/>
          <p:cNvSpPr/>
          <p:nvPr/>
        </p:nvSpPr>
        <p:spPr>
          <a:xfrm>
            <a:off x="3447275" y="-62425"/>
            <a:ext cx="5766075" cy="5343250"/>
          </a:xfrm>
          <a:custGeom>
            <a:rect b="b" l="l" r="r" t="t"/>
            <a:pathLst>
              <a:path extrusionOk="0" h="213730" w="230643">
                <a:moveTo>
                  <a:pt x="184701" y="0"/>
                </a:moveTo>
                <a:lnTo>
                  <a:pt x="230643" y="0"/>
                </a:lnTo>
                <a:lnTo>
                  <a:pt x="230643" y="213730"/>
                </a:lnTo>
                <a:lnTo>
                  <a:pt x="33163" y="210250"/>
                </a:lnTo>
                <a:lnTo>
                  <a:pt x="0" y="185989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960" name="Google Shape;1960;p19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1" name="Google Shape;1961;p197"/>
          <p:cNvSpPr txBox="1"/>
          <p:nvPr>
            <p:ph type="title"/>
          </p:nvPr>
        </p:nvSpPr>
        <p:spPr>
          <a:xfrm>
            <a:off x="713229" y="1392000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62" name="Google Shape;1962;p197"/>
          <p:cNvSpPr txBox="1"/>
          <p:nvPr>
            <p:ph idx="1" type="subTitle"/>
          </p:nvPr>
        </p:nvSpPr>
        <p:spPr>
          <a:xfrm>
            <a:off x="713231" y="1793096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63" name="Google Shape;1963;p197"/>
          <p:cNvSpPr txBox="1"/>
          <p:nvPr>
            <p:ph idx="2" type="title"/>
          </p:nvPr>
        </p:nvSpPr>
        <p:spPr>
          <a:xfrm>
            <a:off x="713244" y="3403806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64" name="Google Shape;1964;p197"/>
          <p:cNvSpPr txBox="1"/>
          <p:nvPr>
            <p:ph idx="3" type="subTitle"/>
          </p:nvPr>
        </p:nvSpPr>
        <p:spPr>
          <a:xfrm>
            <a:off x="713231" y="3804899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65" name="Google Shape;1965;p197"/>
          <p:cNvSpPr txBox="1"/>
          <p:nvPr>
            <p:ph idx="4" type="title"/>
          </p:nvPr>
        </p:nvSpPr>
        <p:spPr>
          <a:xfrm>
            <a:off x="713247" y="2397903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66" name="Google Shape;1966;p197"/>
          <p:cNvSpPr txBox="1"/>
          <p:nvPr>
            <p:ph idx="5" type="subTitle"/>
          </p:nvPr>
        </p:nvSpPr>
        <p:spPr>
          <a:xfrm>
            <a:off x="713250" y="2799005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67" name="Google Shape;1967;p197"/>
          <p:cNvSpPr txBox="1"/>
          <p:nvPr>
            <p:ph idx="6" type="title"/>
          </p:nvPr>
        </p:nvSpPr>
        <p:spPr>
          <a:xfrm>
            <a:off x="5895420" y="2397903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68" name="Google Shape;1968;p197"/>
          <p:cNvSpPr txBox="1"/>
          <p:nvPr>
            <p:ph idx="7" type="subTitle"/>
          </p:nvPr>
        </p:nvSpPr>
        <p:spPr>
          <a:xfrm>
            <a:off x="5895424" y="2798996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69" name="Google Shape;1969;p197"/>
          <p:cNvSpPr txBox="1"/>
          <p:nvPr>
            <p:ph idx="8" type="title"/>
          </p:nvPr>
        </p:nvSpPr>
        <p:spPr>
          <a:xfrm>
            <a:off x="5895437" y="1392000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70" name="Google Shape;1970;p197"/>
          <p:cNvSpPr txBox="1"/>
          <p:nvPr>
            <p:ph idx="9" type="subTitle"/>
          </p:nvPr>
        </p:nvSpPr>
        <p:spPr>
          <a:xfrm>
            <a:off x="5895435" y="1793090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71" name="Google Shape;1971;p197"/>
          <p:cNvSpPr txBox="1"/>
          <p:nvPr>
            <p:ph idx="13" type="title"/>
          </p:nvPr>
        </p:nvSpPr>
        <p:spPr>
          <a:xfrm>
            <a:off x="5895437" y="3403806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72" name="Google Shape;1972;p197"/>
          <p:cNvSpPr txBox="1"/>
          <p:nvPr>
            <p:ph idx="14" type="subTitle"/>
          </p:nvPr>
        </p:nvSpPr>
        <p:spPr>
          <a:xfrm>
            <a:off x="5895435" y="3804899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73" name="Google Shape;1973;p197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974" name="Google Shape;1974;p19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5" name="Google Shape;1975;p19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p198"/>
          <p:cNvSpPr/>
          <p:nvPr/>
        </p:nvSpPr>
        <p:spPr>
          <a:xfrm>
            <a:off x="-55980" y="-27995"/>
            <a:ext cx="5691450" cy="5224950"/>
          </a:xfrm>
          <a:custGeom>
            <a:rect b="b" l="l" r="r" t="t"/>
            <a:pathLst>
              <a:path extrusionOk="0" h="208998" w="227658">
                <a:moveTo>
                  <a:pt x="197428" y="208998"/>
                </a:moveTo>
                <a:lnTo>
                  <a:pt x="0" y="208998"/>
                </a:lnTo>
                <a:lnTo>
                  <a:pt x="0" y="0"/>
                </a:lnTo>
                <a:lnTo>
                  <a:pt x="46651" y="0"/>
                </a:lnTo>
                <a:lnTo>
                  <a:pt x="69417" y="22393"/>
                </a:lnTo>
                <a:lnTo>
                  <a:pt x="226165" y="180261"/>
                </a:lnTo>
                <a:lnTo>
                  <a:pt x="227658" y="18772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978" name="Google Shape;1978;p198"/>
          <p:cNvSpPr/>
          <p:nvPr/>
        </p:nvSpPr>
        <p:spPr>
          <a:xfrm flipH="1">
            <a:off x="4881322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979" name="Google Shape;1979;p198"/>
          <p:cNvSpPr/>
          <p:nvPr/>
        </p:nvSpPr>
        <p:spPr>
          <a:xfrm flipH="1">
            <a:off x="107364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980" name="Google Shape;1980;p19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1" name="Google Shape;1981;p198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82" name="Google Shape;1982;p198"/>
          <p:cNvSpPr txBox="1"/>
          <p:nvPr>
            <p:ph idx="2" type="title"/>
          </p:nvPr>
        </p:nvSpPr>
        <p:spPr>
          <a:xfrm>
            <a:off x="1848226" y="15090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83" name="Google Shape;1983;p198"/>
          <p:cNvSpPr txBox="1"/>
          <p:nvPr>
            <p:ph idx="1" type="subTitle"/>
          </p:nvPr>
        </p:nvSpPr>
        <p:spPr>
          <a:xfrm>
            <a:off x="1608525" y="1799405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84" name="Google Shape;1984;p198"/>
          <p:cNvSpPr txBox="1"/>
          <p:nvPr>
            <p:ph idx="3" type="title"/>
          </p:nvPr>
        </p:nvSpPr>
        <p:spPr>
          <a:xfrm>
            <a:off x="1848226" y="30969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85" name="Google Shape;1985;p198"/>
          <p:cNvSpPr txBox="1"/>
          <p:nvPr>
            <p:ph idx="4" type="subTitle"/>
          </p:nvPr>
        </p:nvSpPr>
        <p:spPr>
          <a:xfrm>
            <a:off x="1608525" y="3483426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86" name="Google Shape;1986;p198"/>
          <p:cNvSpPr txBox="1"/>
          <p:nvPr>
            <p:ph idx="5" type="title"/>
          </p:nvPr>
        </p:nvSpPr>
        <p:spPr>
          <a:xfrm>
            <a:off x="5272526" y="15090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87" name="Google Shape;1987;p198"/>
          <p:cNvSpPr txBox="1"/>
          <p:nvPr>
            <p:ph idx="6" type="subTitle"/>
          </p:nvPr>
        </p:nvSpPr>
        <p:spPr>
          <a:xfrm>
            <a:off x="5032825" y="1799405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988" name="Google Shape;1988;p198"/>
          <p:cNvSpPr txBox="1"/>
          <p:nvPr>
            <p:ph idx="7" type="title"/>
          </p:nvPr>
        </p:nvSpPr>
        <p:spPr>
          <a:xfrm>
            <a:off x="5272526" y="309712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1989" name="Google Shape;1989;p198"/>
          <p:cNvSpPr txBox="1"/>
          <p:nvPr>
            <p:ph idx="8" type="subTitle"/>
          </p:nvPr>
        </p:nvSpPr>
        <p:spPr>
          <a:xfrm>
            <a:off x="5032825" y="3482981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990" name="Google Shape;1990;p19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1" name="Google Shape;1991;p19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92" name="Shape 1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3" name="Google Shape;1993;p199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1994" name="Google Shape;1994;p199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1995" name="Google Shape;1995;p199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1996" name="Google Shape;1996;p199"/>
          <p:cNvSpPr/>
          <p:nvPr/>
        </p:nvSpPr>
        <p:spPr>
          <a:xfrm>
            <a:off x="5867575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1997" name="Google Shape;1997;p19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8" name="Google Shape;1998;p19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999" name="Google Shape;1999;p19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0" name="Google Shape;2000;p19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1" name="Google Shape;2001;p199"/>
          <p:cNvSpPr txBox="1"/>
          <p:nvPr>
            <p:ph idx="1" type="subTitle"/>
          </p:nvPr>
        </p:nvSpPr>
        <p:spPr>
          <a:xfrm>
            <a:off x="2014850" y="1937938"/>
            <a:ext cx="2427600" cy="1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02" name="Shape 2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3" name="Google Shape;2003;p200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004" name="Google Shape;2004;p200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005" name="Google Shape;2005;p20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6" name="Google Shape;2006;p20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007" name="Google Shape;2007;p20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08" name="Google Shape;2008;p20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9" name="Google Shape;2009;p200"/>
          <p:cNvSpPr txBox="1"/>
          <p:nvPr>
            <p:ph idx="1" type="subTitle"/>
          </p:nvPr>
        </p:nvSpPr>
        <p:spPr>
          <a:xfrm>
            <a:off x="5163175" y="1938025"/>
            <a:ext cx="2427600" cy="1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201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012" name="Google Shape;2012;p201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013" name="Google Shape;2013;p20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14" name="Google Shape;2014;p20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5" name="Google Shape;2015;p20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16" name="Google Shape;2016;p201"/>
          <p:cNvSpPr txBox="1"/>
          <p:nvPr>
            <p:ph idx="1" type="body"/>
          </p:nvPr>
        </p:nvSpPr>
        <p:spPr>
          <a:xfrm>
            <a:off x="713225" y="1348475"/>
            <a:ext cx="7717500" cy="28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7" name="Google Shape;2017;p201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18" name="Shape 2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9" name="Google Shape;2019;p202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020" name="Google Shape;2020;p202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021" name="Google Shape;2021;p20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22" name="Google Shape;2022;p20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3" name="Google Shape;2023;p20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24" name="Google Shape;2024;p202"/>
          <p:cNvSpPr txBox="1"/>
          <p:nvPr>
            <p:ph idx="1" type="body"/>
          </p:nvPr>
        </p:nvSpPr>
        <p:spPr>
          <a:xfrm>
            <a:off x="713225" y="1348475"/>
            <a:ext cx="7717500" cy="28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25" name="Google Shape;2025;p202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_1_2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26" name="Shape 2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7" name="Google Shape;2027;p203"/>
          <p:cNvGrpSpPr/>
          <p:nvPr/>
        </p:nvGrpSpPr>
        <p:grpSpPr>
          <a:xfrm>
            <a:off x="-299629" y="-137325"/>
            <a:ext cx="9550450" cy="5418141"/>
            <a:chOff x="-124850" y="-137325"/>
            <a:chExt cx="9550450" cy="5418141"/>
          </a:xfrm>
        </p:grpSpPr>
        <p:sp>
          <p:nvSpPr>
            <p:cNvPr id="2028" name="Google Shape;2028;p203"/>
            <p:cNvSpPr/>
            <p:nvPr/>
          </p:nvSpPr>
          <p:spPr>
            <a:xfrm flipH="1">
              <a:off x="5180950" y="-137325"/>
              <a:ext cx="4244650" cy="5405675"/>
            </a:xfrm>
            <a:custGeom>
              <a:rect b="b" l="l" r="r" t="t"/>
              <a:pathLst>
                <a:path extrusionOk="0" h="216227" w="169786">
                  <a:moveTo>
                    <a:pt x="57428" y="0"/>
                  </a:moveTo>
                  <a:lnTo>
                    <a:pt x="0" y="0"/>
                  </a:lnTo>
                  <a:lnTo>
                    <a:pt x="0" y="216227"/>
                  </a:lnTo>
                  <a:lnTo>
                    <a:pt x="169786" y="216227"/>
                  </a:lnTo>
                  <a:lnTo>
                    <a:pt x="53433" y="60424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2029" name="Google Shape;2029;p203"/>
            <p:cNvSpPr/>
            <p:nvPr/>
          </p:nvSpPr>
          <p:spPr>
            <a:xfrm flipH="1">
              <a:off x="-124850" y="1323316"/>
              <a:ext cx="8239600" cy="3957500"/>
            </a:xfrm>
            <a:custGeom>
              <a:rect b="b" l="l" r="r" t="t"/>
              <a:pathLst>
                <a:path extrusionOk="0" h="158300" w="329584">
                  <a:moveTo>
                    <a:pt x="0" y="0"/>
                  </a:moveTo>
                  <a:lnTo>
                    <a:pt x="117851" y="158300"/>
                  </a:lnTo>
                  <a:lnTo>
                    <a:pt x="329584" y="154305"/>
                  </a:lnTo>
                  <a:lnTo>
                    <a:pt x="320595" y="56929"/>
                  </a:lnTo>
                  <a:lnTo>
                    <a:pt x="145316" y="60923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2030" name="Google Shape;2030;p203"/>
            <p:cNvSpPr/>
            <p:nvPr/>
          </p:nvSpPr>
          <p:spPr>
            <a:xfrm flipH="1">
              <a:off x="87400" y="-112350"/>
              <a:ext cx="4419400" cy="2958750"/>
            </a:xfrm>
            <a:custGeom>
              <a:rect b="b" l="l" r="r" t="t"/>
              <a:pathLst>
                <a:path extrusionOk="0" h="118350" w="176776">
                  <a:moveTo>
                    <a:pt x="33957" y="0"/>
                  </a:moveTo>
                  <a:lnTo>
                    <a:pt x="176776" y="0"/>
                  </a:lnTo>
                  <a:lnTo>
                    <a:pt x="176776" y="114355"/>
                  </a:lnTo>
                  <a:lnTo>
                    <a:pt x="0" y="11835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2031" name="Google Shape;2031;p20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32" name="Google Shape;2032;p20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3" name="Google Shape;2033;p20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4" name="Google Shape;2034;p203"/>
          <p:cNvSpPr txBox="1"/>
          <p:nvPr>
            <p:ph idx="1" type="body"/>
          </p:nvPr>
        </p:nvSpPr>
        <p:spPr>
          <a:xfrm>
            <a:off x="713225" y="1348475"/>
            <a:ext cx="7717500" cy="29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35" name="Google Shape;2035;p203"/>
          <p:cNvSpPr txBox="1"/>
          <p:nvPr>
            <p:ph type="title"/>
          </p:nvPr>
        </p:nvSpPr>
        <p:spPr>
          <a:xfrm>
            <a:off x="713250" y="683125"/>
            <a:ext cx="7717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_1_2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36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p204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038" name="Google Shape;2038;p204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039" name="Google Shape;2039;p204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040" name="Google Shape;2040;p20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041" name="Google Shape;2041;p20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2" name="Google Shape;2042;p20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43" name="Google Shape;2043;p204"/>
          <p:cNvSpPr txBox="1"/>
          <p:nvPr>
            <p:ph idx="1" type="body"/>
          </p:nvPr>
        </p:nvSpPr>
        <p:spPr>
          <a:xfrm>
            <a:off x="713225" y="1348475"/>
            <a:ext cx="7717500" cy="29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4" name="Google Shape;2044;p20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205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047" name="Google Shape;2047;p205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048" name="Google Shape;2048;p205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049" name="Google Shape;2049;p205"/>
          <p:cNvSpPr/>
          <p:nvPr/>
        </p:nvSpPr>
        <p:spPr>
          <a:xfrm>
            <a:off x="5867575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050" name="Google Shape;2050;p20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20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052" name="Google Shape;2052;p20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3" name="Google Shape;2053;p20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1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54" name="Shape 2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Google Shape;2055;p206"/>
          <p:cNvSpPr/>
          <p:nvPr/>
        </p:nvSpPr>
        <p:spPr>
          <a:xfrm>
            <a:off x="1974642" y="3927350"/>
            <a:ext cx="4028750" cy="1428400"/>
          </a:xfrm>
          <a:custGeom>
            <a:rect b="b" l="l" r="r" t="t"/>
            <a:pathLst>
              <a:path extrusionOk="0" h="57136" w="161150">
                <a:moveTo>
                  <a:pt x="161150" y="57136"/>
                </a:moveTo>
                <a:lnTo>
                  <a:pt x="0" y="50398"/>
                </a:lnTo>
                <a:lnTo>
                  <a:pt x="46254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056" name="Google Shape;2056;p206"/>
          <p:cNvSpPr/>
          <p:nvPr/>
        </p:nvSpPr>
        <p:spPr>
          <a:xfrm>
            <a:off x="636700" y="-1622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215727" y="221220"/>
                </a:moveTo>
                <a:lnTo>
                  <a:pt x="344564" y="221220"/>
                </a:lnTo>
                <a:lnTo>
                  <a:pt x="343908" y="103150"/>
                </a:lnTo>
                <a:lnTo>
                  <a:pt x="165790" y="108862"/>
                </a:lnTo>
                <a:lnTo>
                  <a:pt x="0" y="0"/>
                </a:lnTo>
                <a:lnTo>
                  <a:pt x="100872" y="164792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057" name="Google Shape;2057;p206"/>
          <p:cNvSpPr/>
          <p:nvPr/>
        </p:nvSpPr>
        <p:spPr>
          <a:xfrm>
            <a:off x="600075" y="-199725"/>
            <a:ext cx="8638250" cy="2759025"/>
          </a:xfrm>
          <a:custGeom>
            <a:rect b="b" l="l" r="r" t="t"/>
            <a:pathLst>
              <a:path extrusionOk="0" h="110361" w="345530">
                <a:moveTo>
                  <a:pt x="345373" y="104648"/>
                </a:moveTo>
                <a:lnTo>
                  <a:pt x="345530" y="0"/>
                </a:lnTo>
                <a:lnTo>
                  <a:pt x="0" y="534"/>
                </a:lnTo>
                <a:lnTo>
                  <a:pt x="166756" y="11036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058" name="Google Shape;2058;p206"/>
          <p:cNvSpPr/>
          <p:nvPr/>
        </p:nvSpPr>
        <p:spPr>
          <a:xfrm>
            <a:off x="-237200" y="-212225"/>
            <a:ext cx="3422675" cy="5580450"/>
          </a:xfrm>
          <a:custGeom>
            <a:rect b="b" l="l" r="r" t="t"/>
            <a:pathLst>
              <a:path extrusionOk="0" h="223218" w="136907">
                <a:moveTo>
                  <a:pt x="81896" y="223218"/>
                </a:moveTo>
                <a:lnTo>
                  <a:pt x="0" y="223218"/>
                </a:lnTo>
                <a:lnTo>
                  <a:pt x="0" y="0"/>
                </a:lnTo>
                <a:lnTo>
                  <a:pt x="33457" y="0"/>
                </a:lnTo>
                <a:lnTo>
                  <a:pt x="136907" y="163139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059" name="Google Shape;2059;p20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206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061" name="Google Shape;2061;p20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2" name="Google Shape;2062;p20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1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63" name="Shape 2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4" name="Google Shape;2064;p207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065" name="Google Shape;2065;p207"/>
          <p:cNvSpPr/>
          <p:nvPr/>
        </p:nvSpPr>
        <p:spPr>
          <a:xfrm>
            <a:off x="632825" y="2596700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066" name="Google Shape;2066;p207"/>
          <p:cNvSpPr/>
          <p:nvPr/>
        </p:nvSpPr>
        <p:spPr>
          <a:xfrm flipH="1">
            <a:off x="-237191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067" name="Google Shape;2067;p20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20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069" name="Google Shape;2069;p20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0" name="Google Shape;2070;p20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208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073" name="Google Shape;2073;p208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074" name="Google Shape;2074;p208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075" name="Google Shape;2075;p20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208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077" name="Google Shape;2077;p20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8" name="Google Shape;2078;p20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CUSTOM_1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79" name="Shape 2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0" name="Google Shape;2080;p209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081" name="Google Shape;2081;p209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082" name="Google Shape;2082;p209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083" name="Google Shape;2083;p20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4" name="Google Shape;2084;p20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085" name="Google Shape;2085;p20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6" name="Google Shape;2086;p20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CUSTOM_1_1_1_1_1_1_2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87" name="Shape 2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" name="Google Shape;2088;p210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089" name="Google Shape;2089;p210"/>
          <p:cNvSpPr/>
          <p:nvPr/>
        </p:nvSpPr>
        <p:spPr>
          <a:xfrm>
            <a:off x="545550" y="2596700"/>
            <a:ext cx="8694300" cy="2781500"/>
          </a:xfrm>
          <a:custGeom>
            <a:rect b="b" l="l" r="r" t="t"/>
            <a:pathLst>
              <a:path extrusionOk="0" h="111260" w="347772">
                <a:moveTo>
                  <a:pt x="347772" y="6056"/>
                </a:moveTo>
                <a:lnTo>
                  <a:pt x="347711" y="110361"/>
                </a:lnTo>
                <a:lnTo>
                  <a:pt x="0" y="111260"/>
                </a:lnTo>
                <a:lnTo>
                  <a:pt x="168937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090" name="Google Shape;2090;p210"/>
          <p:cNvSpPr/>
          <p:nvPr/>
        </p:nvSpPr>
        <p:spPr>
          <a:xfrm flipH="1">
            <a:off x="1816614" y="-199750"/>
            <a:ext cx="4203083" cy="139822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091" name="Google Shape;2091;p210"/>
          <p:cNvSpPr/>
          <p:nvPr/>
        </p:nvSpPr>
        <p:spPr>
          <a:xfrm>
            <a:off x="-226275" y="-287950"/>
            <a:ext cx="3383225" cy="5656175"/>
          </a:xfrm>
          <a:custGeom>
            <a:rect b="b" l="l" r="r" t="t"/>
            <a:pathLst>
              <a:path extrusionOk="0" h="226247" w="135329">
                <a:moveTo>
                  <a:pt x="78639" y="0"/>
                </a:moveTo>
                <a:lnTo>
                  <a:pt x="0" y="3029"/>
                </a:lnTo>
                <a:lnTo>
                  <a:pt x="0" y="226247"/>
                </a:lnTo>
                <a:lnTo>
                  <a:pt x="33457" y="226247"/>
                </a:lnTo>
                <a:lnTo>
                  <a:pt x="135329" y="60956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092" name="Google Shape;2092;p21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3" name="Google Shape;2093;p21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094" name="Google Shape;2094;p21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5" name="Google Shape;2095;p21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CUSTOM_1_1_1_1_1_1_2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211"/>
          <p:cNvSpPr/>
          <p:nvPr/>
        </p:nvSpPr>
        <p:spPr>
          <a:xfrm flipH="1" rot="10800000">
            <a:off x="-111375" y="-1747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098" name="Google Shape;2098;p211"/>
          <p:cNvSpPr/>
          <p:nvPr/>
        </p:nvSpPr>
        <p:spPr>
          <a:xfrm rot="10800000">
            <a:off x="-98900" y="-212225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099" name="Google Shape;2099;p21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0" name="Google Shape;2100;p211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101" name="Google Shape;2101;p21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2" name="Google Shape;2102;p21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3">
  <p:cSld name="CUSTOM_1_1_1_1_1_1_2_1_1_1_1_1_1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4" name="Google Shape;2104;p212"/>
          <p:cNvGrpSpPr/>
          <p:nvPr/>
        </p:nvGrpSpPr>
        <p:grpSpPr>
          <a:xfrm>
            <a:off x="-149800" y="-124843"/>
            <a:ext cx="9350666" cy="5418150"/>
            <a:chOff x="-149800" y="-124843"/>
            <a:chExt cx="9350666" cy="5418150"/>
          </a:xfrm>
        </p:grpSpPr>
        <p:sp>
          <p:nvSpPr>
            <p:cNvPr id="2105" name="Google Shape;2105;p212"/>
            <p:cNvSpPr/>
            <p:nvPr/>
          </p:nvSpPr>
          <p:spPr>
            <a:xfrm>
              <a:off x="-149800" y="1164482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2106" name="Google Shape;2106;p212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2107" name="Google Shape;2107;p21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8" name="Google Shape;2108;p212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109" name="Google Shape;2109;p21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0" name="Google Shape;2110;p21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4">
  <p:cSld name="CUSTOM_1_1_1_1_1_1_2_1_1_1_1_1_1_1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213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113" name="Google Shape;2113;p213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114" name="Google Shape;2114;p213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115" name="Google Shape;2115;p21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6" name="Google Shape;2116;p213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117" name="Google Shape;2117;p21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8" name="Google Shape;2118;p21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5">
  <p:cSld name="CUSTOM_1_1_1_1_1_1_2_1_1_1_1_1_1_1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214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121" name="Google Shape;2121;p214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122" name="Google Shape;2122;p21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214"/>
          <p:cNvSpPr txBox="1"/>
          <p:nvPr>
            <p:ph type="title"/>
          </p:nvPr>
        </p:nvSpPr>
        <p:spPr>
          <a:xfrm>
            <a:off x="713275" y="683125"/>
            <a:ext cx="7717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124" name="Google Shape;2124;p21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5" name="Google Shape;2125;p21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6">
  <p:cSld name="CUSTOM_1_1_1_1_1_1_2_1_1_1_1_1_1_1_1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p215"/>
          <p:cNvSpPr/>
          <p:nvPr/>
        </p:nvSpPr>
        <p:spPr>
          <a:xfrm flipH="1" rot="10800000">
            <a:off x="-74909" y="-62416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128" name="Google Shape;2128;p215"/>
          <p:cNvSpPr/>
          <p:nvPr/>
        </p:nvSpPr>
        <p:spPr>
          <a:xfrm flipH="1" rot="10800000">
            <a:off x="1672891" y="1398241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129" name="Google Shape;2129;p21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0" name="Google Shape;2130;p21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1" name="Google Shape;2131;p21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2" name="Google Shape;2132;p21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7">
  <p:cSld name="CUSTOM_1_1_1_1_1_1_2_1_1_1_1_1_1_1_1_2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216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135" name="Google Shape;2135;p216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136" name="Google Shape;2136;p21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37" name="Google Shape;2137;p21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8" name="Google Shape;2138;p21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39" name="Google Shape;2139;p216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_1_1_1_1_2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217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142" name="Google Shape;2142;p217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143" name="Google Shape;2143;p21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4" name="Google Shape;2144;p217"/>
          <p:cNvSpPr txBox="1"/>
          <p:nvPr>
            <p:ph type="title"/>
          </p:nvPr>
        </p:nvSpPr>
        <p:spPr>
          <a:xfrm>
            <a:off x="1042450" y="2874242"/>
            <a:ext cx="3702300" cy="62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45" name="Google Shape;2145;p217"/>
          <p:cNvSpPr txBox="1"/>
          <p:nvPr>
            <p:ph hasCustomPrompt="1" idx="2" type="title"/>
          </p:nvPr>
        </p:nvSpPr>
        <p:spPr>
          <a:xfrm>
            <a:off x="1042504" y="1276888"/>
            <a:ext cx="3702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46" name="Google Shape;2146;p217"/>
          <p:cNvSpPr txBox="1"/>
          <p:nvPr>
            <p:ph idx="1" type="subTitle"/>
          </p:nvPr>
        </p:nvSpPr>
        <p:spPr>
          <a:xfrm>
            <a:off x="1042450" y="3718263"/>
            <a:ext cx="3702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47" name="Google Shape;2147;p217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148" name="Google Shape;2148;p21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9" name="Google Shape;2149;p21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_1_1_1_1_1_2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218"/>
          <p:cNvSpPr/>
          <p:nvPr/>
        </p:nvSpPr>
        <p:spPr>
          <a:xfrm>
            <a:off x="636700" y="-1622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215727" y="221220"/>
                </a:moveTo>
                <a:lnTo>
                  <a:pt x="344564" y="221220"/>
                </a:lnTo>
                <a:lnTo>
                  <a:pt x="343908" y="103150"/>
                </a:lnTo>
                <a:lnTo>
                  <a:pt x="165790" y="108862"/>
                </a:lnTo>
                <a:lnTo>
                  <a:pt x="0" y="0"/>
                </a:lnTo>
                <a:lnTo>
                  <a:pt x="100872" y="164792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152" name="Google Shape;2152;p218"/>
          <p:cNvSpPr/>
          <p:nvPr/>
        </p:nvSpPr>
        <p:spPr>
          <a:xfrm>
            <a:off x="600075" y="-199725"/>
            <a:ext cx="8638250" cy="2759025"/>
          </a:xfrm>
          <a:custGeom>
            <a:rect b="b" l="l" r="r" t="t"/>
            <a:pathLst>
              <a:path extrusionOk="0" h="110361" w="345530">
                <a:moveTo>
                  <a:pt x="345373" y="104648"/>
                </a:moveTo>
                <a:lnTo>
                  <a:pt x="345530" y="0"/>
                </a:lnTo>
                <a:lnTo>
                  <a:pt x="0" y="534"/>
                </a:lnTo>
                <a:lnTo>
                  <a:pt x="166756" y="11036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153" name="Google Shape;2153;p21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218"/>
          <p:cNvSpPr txBox="1"/>
          <p:nvPr>
            <p:ph type="title"/>
          </p:nvPr>
        </p:nvSpPr>
        <p:spPr>
          <a:xfrm>
            <a:off x="4444188" y="2874242"/>
            <a:ext cx="3702300" cy="62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55" name="Google Shape;2155;p218"/>
          <p:cNvSpPr txBox="1"/>
          <p:nvPr>
            <p:ph hasCustomPrompt="1" idx="2" type="title"/>
          </p:nvPr>
        </p:nvSpPr>
        <p:spPr>
          <a:xfrm>
            <a:off x="4444242" y="1276888"/>
            <a:ext cx="3702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56" name="Google Shape;2156;p218"/>
          <p:cNvSpPr txBox="1"/>
          <p:nvPr>
            <p:ph idx="1" type="subTitle"/>
          </p:nvPr>
        </p:nvSpPr>
        <p:spPr>
          <a:xfrm>
            <a:off x="4444188" y="3718263"/>
            <a:ext cx="3702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57" name="Google Shape;2157;p218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158" name="Google Shape;2158;p21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9" name="Google Shape;2159;p21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_1_1_1_1_1_2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60" name="Shape 2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1" name="Google Shape;2161;p219"/>
          <p:cNvSpPr/>
          <p:nvPr/>
        </p:nvSpPr>
        <p:spPr>
          <a:xfrm>
            <a:off x="-239800" y="-124825"/>
            <a:ext cx="4422355" cy="5368200"/>
          </a:xfrm>
          <a:custGeom>
            <a:rect b="b" l="l" r="r" t="t"/>
            <a:pathLst>
              <a:path extrusionOk="0" h="214728" w="174280">
                <a:moveTo>
                  <a:pt x="2997" y="0"/>
                </a:moveTo>
                <a:lnTo>
                  <a:pt x="174280" y="125341"/>
                </a:lnTo>
                <a:lnTo>
                  <a:pt x="174280" y="214728"/>
                </a:lnTo>
                <a:lnTo>
                  <a:pt x="0" y="214728"/>
                </a:lnTo>
                <a:lnTo>
                  <a:pt x="0" y="49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162" name="Google Shape;2162;p219"/>
          <p:cNvSpPr/>
          <p:nvPr/>
        </p:nvSpPr>
        <p:spPr>
          <a:xfrm>
            <a:off x="4182502" y="1960030"/>
            <a:ext cx="4219583" cy="3295825"/>
          </a:xfrm>
          <a:custGeom>
            <a:rect b="b" l="l" r="r" t="t"/>
            <a:pathLst>
              <a:path extrusionOk="0" h="131833" w="166289">
                <a:moveTo>
                  <a:pt x="0" y="131833"/>
                </a:moveTo>
                <a:lnTo>
                  <a:pt x="12484" y="131334"/>
                </a:lnTo>
                <a:lnTo>
                  <a:pt x="166289" y="131334"/>
                </a:lnTo>
                <a:lnTo>
                  <a:pt x="95878" y="0"/>
                </a:lnTo>
                <a:lnTo>
                  <a:pt x="0" y="42946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163" name="Google Shape;2163;p219"/>
          <p:cNvSpPr/>
          <p:nvPr/>
        </p:nvSpPr>
        <p:spPr>
          <a:xfrm>
            <a:off x="-151090" y="-99863"/>
            <a:ext cx="6918621" cy="3121050"/>
          </a:xfrm>
          <a:custGeom>
            <a:rect b="b" l="l" r="r" t="t"/>
            <a:pathLst>
              <a:path extrusionOk="0" h="124842" w="272655">
                <a:moveTo>
                  <a:pt x="0" y="0"/>
                </a:moveTo>
                <a:lnTo>
                  <a:pt x="272655" y="0"/>
                </a:lnTo>
                <a:lnTo>
                  <a:pt x="266164" y="82895"/>
                </a:lnTo>
                <a:lnTo>
                  <a:pt x="171284" y="124842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164" name="Google Shape;2164;p219"/>
          <p:cNvSpPr/>
          <p:nvPr/>
        </p:nvSpPr>
        <p:spPr>
          <a:xfrm>
            <a:off x="6626802" y="1954877"/>
            <a:ext cx="2785600" cy="3323000"/>
          </a:xfrm>
          <a:custGeom>
            <a:rect b="b" l="l" r="r" t="t"/>
            <a:pathLst>
              <a:path extrusionOk="0" h="132920" w="111424">
                <a:moveTo>
                  <a:pt x="0" y="878"/>
                </a:moveTo>
                <a:lnTo>
                  <a:pt x="71505" y="132920"/>
                </a:lnTo>
                <a:lnTo>
                  <a:pt x="111424" y="132920"/>
                </a:lnTo>
                <a:lnTo>
                  <a:pt x="107038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165" name="Google Shape;2165;p21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219"/>
          <p:cNvSpPr txBox="1"/>
          <p:nvPr>
            <p:ph type="title"/>
          </p:nvPr>
        </p:nvSpPr>
        <p:spPr>
          <a:xfrm>
            <a:off x="2764312" y="2746230"/>
            <a:ext cx="3615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67" name="Google Shape;2167;p219"/>
          <p:cNvSpPr txBox="1"/>
          <p:nvPr>
            <p:ph hasCustomPrompt="1" idx="2" type="title"/>
          </p:nvPr>
        </p:nvSpPr>
        <p:spPr>
          <a:xfrm>
            <a:off x="2764365" y="1148900"/>
            <a:ext cx="3615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68" name="Google Shape;2168;p219"/>
          <p:cNvSpPr txBox="1"/>
          <p:nvPr>
            <p:ph idx="1" type="subTitle"/>
          </p:nvPr>
        </p:nvSpPr>
        <p:spPr>
          <a:xfrm>
            <a:off x="2764312" y="3590275"/>
            <a:ext cx="3615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69" name="Google Shape;2169;p219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170" name="Google Shape;2170;p21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1" name="Google Shape;2171;p21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1_1_1_1_1_1_2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72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p220"/>
          <p:cNvSpPr/>
          <p:nvPr/>
        </p:nvSpPr>
        <p:spPr>
          <a:xfrm rot="10800000">
            <a:off x="2684116" y="-137325"/>
            <a:ext cx="6629125" cy="2933800"/>
          </a:xfrm>
          <a:custGeom>
            <a:rect b="b" l="l" r="r" t="t"/>
            <a:pathLst>
              <a:path extrusionOk="0" h="117352" w="265165">
                <a:moveTo>
                  <a:pt x="155803" y="0"/>
                </a:moveTo>
                <a:lnTo>
                  <a:pt x="218724" y="40948"/>
                </a:lnTo>
                <a:lnTo>
                  <a:pt x="265165" y="117352"/>
                </a:lnTo>
                <a:lnTo>
                  <a:pt x="0" y="117352"/>
                </a:lnTo>
                <a:lnTo>
                  <a:pt x="0" y="58426"/>
                </a:lnTo>
                <a:lnTo>
                  <a:pt x="57427" y="5842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174" name="Google Shape;2174;p220"/>
          <p:cNvSpPr/>
          <p:nvPr/>
        </p:nvSpPr>
        <p:spPr>
          <a:xfrm>
            <a:off x="2883850" y="3632900"/>
            <a:ext cx="6354475" cy="1598000"/>
          </a:xfrm>
          <a:custGeom>
            <a:rect b="b" l="l" r="r" t="t"/>
            <a:pathLst>
              <a:path extrusionOk="0" h="63920" w="254179">
                <a:moveTo>
                  <a:pt x="153806" y="0"/>
                </a:moveTo>
                <a:lnTo>
                  <a:pt x="0" y="63920"/>
                </a:lnTo>
                <a:lnTo>
                  <a:pt x="254179" y="6392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175" name="Google Shape;2175;p220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176" name="Google Shape;2176;p22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7" name="Google Shape;2177;p220"/>
          <p:cNvSpPr txBox="1"/>
          <p:nvPr>
            <p:ph type="title"/>
          </p:nvPr>
        </p:nvSpPr>
        <p:spPr>
          <a:xfrm>
            <a:off x="4319913" y="2618205"/>
            <a:ext cx="3702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78" name="Google Shape;2178;p220"/>
          <p:cNvSpPr txBox="1"/>
          <p:nvPr>
            <p:ph hasCustomPrompt="1" idx="2" type="title"/>
          </p:nvPr>
        </p:nvSpPr>
        <p:spPr>
          <a:xfrm>
            <a:off x="4319967" y="1148888"/>
            <a:ext cx="3702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79" name="Google Shape;2179;p220"/>
          <p:cNvSpPr txBox="1"/>
          <p:nvPr>
            <p:ph idx="1" type="subTitle"/>
          </p:nvPr>
        </p:nvSpPr>
        <p:spPr>
          <a:xfrm>
            <a:off x="4319913" y="3437863"/>
            <a:ext cx="3702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80" name="Google Shape;2180;p220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181" name="Google Shape;2181;p22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2" name="Google Shape;2182;p22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1_1_1_1_1_1_2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p221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185" name="Google Shape;2185;p221"/>
          <p:cNvSpPr/>
          <p:nvPr/>
        </p:nvSpPr>
        <p:spPr>
          <a:xfrm>
            <a:off x="632825" y="2596700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186" name="Google Shape;2186;p221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187" name="Google Shape;2187;p22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8" name="Google Shape;2188;p221"/>
          <p:cNvSpPr txBox="1"/>
          <p:nvPr>
            <p:ph type="title"/>
          </p:nvPr>
        </p:nvSpPr>
        <p:spPr>
          <a:xfrm>
            <a:off x="839825" y="2798905"/>
            <a:ext cx="35691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89" name="Google Shape;2189;p221"/>
          <p:cNvSpPr txBox="1"/>
          <p:nvPr>
            <p:ph hasCustomPrompt="1" idx="2" type="title"/>
          </p:nvPr>
        </p:nvSpPr>
        <p:spPr>
          <a:xfrm>
            <a:off x="839877" y="1201575"/>
            <a:ext cx="35691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90" name="Google Shape;2190;p221"/>
          <p:cNvSpPr txBox="1"/>
          <p:nvPr>
            <p:ph idx="1" type="subTitle"/>
          </p:nvPr>
        </p:nvSpPr>
        <p:spPr>
          <a:xfrm>
            <a:off x="839825" y="3642950"/>
            <a:ext cx="35691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91" name="Google Shape;2191;p221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192" name="Google Shape;2192;p22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3" name="Google Shape;2193;p22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6">
  <p:cSld name="CUSTOM_1_1_1_1_1_1_2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94" name="Shape 2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5" name="Google Shape;2195;p222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196" name="Google Shape;2196;p222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197" name="Google Shape;2197;p222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198" name="Google Shape;2198;p22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9" name="Google Shape;2199;p222"/>
          <p:cNvSpPr txBox="1"/>
          <p:nvPr>
            <p:ph type="title"/>
          </p:nvPr>
        </p:nvSpPr>
        <p:spPr>
          <a:xfrm>
            <a:off x="3150162" y="2536338"/>
            <a:ext cx="28437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00" name="Google Shape;2200;p222"/>
          <p:cNvSpPr txBox="1"/>
          <p:nvPr>
            <p:ph hasCustomPrompt="1" idx="2" type="title"/>
          </p:nvPr>
        </p:nvSpPr>
        <p:spPr>
          <a:xfrm>
            <a:off x="3150226" y="1104400"/>
            <a:ext cx="28437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01" name="Google Shape;2201;p222"/>
          <p:cNvSpPr txBox="1"/>
          <p:nvPr>
            <p:ph idx="1" type="subTitle"/>
          </p:nvPr>
        </p:nvSpPr>
        <p:spPr>
          <a:xfrm>
            <a:off x="3150162" y="3791875"/>
            <a:ext cx="28437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02" name="Google Shape;2202;p222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203" name="Google Shape;2203;p22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4" name="Google Shape;2204;p22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7">
  <p:cSld name="CUSTOM_1_1_1_1_1_1_2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05" name="Shape 2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6" name="Google Shape;2206;p223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207" name="Google Shape;2207;p223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208" name="Google Shape;2208;p223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209" name="Google Shape;2209;p22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0" name="Google Shape;2210;p223"/>
          <p:cNvSpPr txBox="1"/>
          <p:nvPr>
            <p:ph type="title"/>
          </p:nvPr>
        </p:nvSpPr>
        <p:spPr>
          <a:xfrm>
            <a:off x="3024350" y="2536338"/>
            <a:ext cx="30954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11" name="Google Shape;2211;p223"/>
          <p:cNvSpPr txBox="1"/>
          <p:nvPr>
            <p:ph hasCustomPrompt="1" idx="2" type="title"/>
          </p:nvPr>
        </p:nvSpPr>
        <p:spPr>
          <a:xfrm>
            <a:off x="3024420" y="1104400"/>
            <a:ext cx="30954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12" name="Google Shape;2212;p223"/>
          <p:cNvSpPr txBox="1"/>
          <p:nvPr>
            <p:ph idx="1" type="subTitle"/>
          </p:nvPr>
        </p:nvSpPr>
        <p:spPr>
          <a:xfrm>
            <a:off x="3024350" y="3791875"/>
            <a:ext cx="30954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13" name="Google Shape;2213;p223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214" name="Google Shape;2214;p22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5" name="Google Shape;2215;p22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8">
  <p:cSld name="CUSTOM_1_1_1_1_1_1_2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16" name="Shape 2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7" name="Google Shape;2217;p224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218" name="Google Shape;2218;p224"/>
          <p:cNvSpPr/>
          <p:nvPr/>
        </p:nvSpPr>
        <p:spPr>
          <a:xfrm flipH="1">
            <a:off x="1816614" y="-199750"/>
            <a:ext cx="4203083" cy="139822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219" name="Google Shape;2219;p224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220" name="Google Shape;2220;p22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224"/>
          <p:cNvSpPr txBox="1"/>
          <p:nvPr>
            <p:ph type="title"/>
          </p:nvPr>
        </p:nvSpPr>
        <p:spPr>
          <a:xfrm>
            <a:off x="4416625" y="2536338"/>
            <a:ext cx="40140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22" name="Google Shape;2222;p224"/>
          <p:cNvSpPr txBox="1"/>
          <p:nvPr>
            <p:ph hasCustomPrompt="1" idx="2" type="title"/>
          </p:nvPr>
        </p:nvSpPr>
        <p:spPr>
          <a:xfrm>
            <a:off x="4416715" y="1104400"/>
            <a:ext cx="40140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23" name="Google Shape;2223;p224"/>
          <p:cNvSpPr txBox="1"/>
          <p:nvPr>
            <p:ph idx="1" type="subTitle"/>
          </p:nvPr>
        </p:nvSpPr>
        <p:spPr>
          <a:xfrm>
            <a:off x="4416625" y="3791875"/>
            <a:ext cx="40140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24" name="Google Shape;2224;p224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225" name="Google Shape;2225;p22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26" name="Google Shape;2226;p22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9">
  <p:cSld name="CUSTOM_1_1_1_1_1_1_2_1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27" name="Shape 2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8" name="Google Shape;2228;p225"/>
          <p:cNvSpPr/>
          <p:nvPr/>
        </p:nvSpPr>
        <p:spPr>
          <a:xfrm flipH="1" rot="10800000">
            <a:off x="-74900" y="1635441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229" name="Google Shape;2229;p225"/>
          <p:cNvSpPr/>
          <p:nvPr/>
        </p:nvSpPr>
        <p:spPr>
          <a:xfrm flipH="1" rot="10800000">
            <a:off x="-74909" y="-74900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230" name="Google Shape;2230;p225"/>
          <p:cNvSpPr/>
          <p:nvPr/>
        </p:nvSpPr>
        <p:spPr>
          <a:xfrm flipH="1" rot="10800000">
            <a:off x="1672891" y="1385757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231" name="Google Shape;2231;p22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2" name="Google Shape;2232;p225"/>
          <p:cNvSpPr txBox="1"/>
          <p:nvPr>
            <p:ph type="title"/>
          </p:nvPr>
        </p:nvSpPr>
        <p:spPr>
          <a:xfrm>
            <a:off x="811150" y="2524950"/>
            <a:ext cx="40140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33" name="Google Shape;2233;p225"/>
          <p:cNvSpPr txBox="1"/>
          <p:nvPr>
            <p:ph hasCustomPrompt="1" idx="2" type="title"/>
          </p:nvPr>
        </p:nvSpPr>
        <p:spPr>
          <a:xfrm>
            <a:off x="811240" y="1093013"/>
            <a:ext cx="40140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234" name="Google Shape;2234;p225"/>
          <p:cNvSpPr txBox="1"/>
          <p:nvPr>
            <p:ph idx="1" type="subTitle"/>
          </p:nvPr>
        </p:nvSpPr>
        <p:spPr>
          <a:xfrm>
            <a:off x="811150" y="3780488"/>
            <a:ext cx="40140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35" name="Google Shape;2235;p225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236" name="Google Shape;2236;p22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37" name="Google Shape;2237;p22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38" name="Shape 2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39" name="Google Shape;2239;p226"/>
          <p:cNvGrpSpPr/>
          <p:nvPr/>
        </p:nvGrpSpPr>
        <p:grpSpPr>
          <a:xfrm>
            <a:off x="-149800" y="-124843"/>
            <a:ext cx="9363150" cy="5430643"/>
            <a:chOff x="-149800" y="-124843"/>
            <a:chExt cx="9363150" cy="5430643"/>
          </a:xfrm>
        </p:grpSpPr>
        <p:sp>
          <p:nvSpPr>
            <p:cNvPr id="2240" name="Google Shape;2240;p226"/>
            <p:cNvSpPr/>
            <p:nvPr/>
          </p:nvSpPr>
          <p:spPr>
            <a:xfrm>
              <a:off x="-149800" y="-112350"/>
              <a:ext cx="7428100" cy="2272125"/>
            </a:xfrm>
            <a:custGeom>
              <a:rect b="b" l="l" r="r" t="t"/>
              <a:pathLst>
                <a:path extrusionOk="0" h="90885" w="297124">
                  <a:moveTo>
                    <a:pt x="0" y="90885"/>
                  </a:moveTo>
                  <a:lnTo>
                    <a:pt x="0" y="80897"/>
                  </a:lnTo>
                  <a:lnTo>
                    <a:pt x="0" y="0"/>
                  </a:lnTo>
                  <a:lnTo>
                    <a:pt x="297124" y="0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2241" name="Google Shape;2241;p226"/>
            <p:cNvSpPr/>
            <p:nvPr/>
          </p:nvSpPr>
          <p:spPr>
            <a:xfrm>
              <a:off x="-149800" y="1164482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2242" name="Google Shape;2242;p226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  <p:sp>
          <p:nvSpPr>
            <p:cNvPr id="2243" name="Google Shape;2243;p226"/>
            <p:cNvSpPr/>
            <p:nvPr/>
          </p:nvSpPr>
          <p:spPr>
            <a:xfrm>
              <a:off x="2983725" y="411975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</p:grpSp>
      <p:sp>
        <p:nvSpPr>
          <p:cNvPr id="2244" name="Google Shape;2244;p22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5" name="Google Shape;2245;p226"/>
          <p:cNvSpPr txBox="1"/>
          <p:nvPr>
            <p:ph idx="1" type="subTitle"/>
          </p:nvPr>
        </p:nvSpPr>
        <p:spPr>
          <a:xfrm>
            <a:off x="1367325" y="3680301"/>
            <a:ext cx="3100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46" name="Google Shape;2246;p226"/>
          <p:cNvSpPr txBox="1"/>
          <p:nvPr>
            <p:ph idx="2" type="subTitle"/>
          </p:nvPr>
        </p:nvSpPr>
        <p:spPr>
          <a:xfrm>
            <a:off x="4675875" y="3680301"/>
            <a:ext cx="3100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47" name="Google Shape;2247;p226"/>
          <p:cNvSpPr txBox="1"/>
          <p:nvPr>
            <p:ph type="title"/>
          </p:nvPr>
        </p:nvSpPr>
        <p:spPr>
          <a:xfrm>
            <a:off x="1371550" y="3400650"/>
            <a:ext cx="3100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248" name="Google Shape;2248;p226"/>
          <p:cNvSpPr txBox="1"/>
          <p:nvPr>
            <p:ph idx="3" type="title"/>
          </p:nvPr>
        </p:nvSpPr>
        <p:spPr>
          <a:xfrm>
            <a:off x="4675875" y="3400650"/>
            <a:ext cx="3100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249" name="Google Shape;2249;p226"/>
          <p:cNvSpPr txBox="1"/>
          <p:nvPr>
            <p:ph idx="4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2250" name="Google Shape;2250;p22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1" name="Google Shape;2251;p22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2">
  <p:cSld name="CUSTOM_1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52" name="Shape 2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" name="Google Shape;2253;p227"/>
          <p:cNvSpPr/>
          <p:nvPr/>
        </p:nvSpPr>
        <p:spPr>
          <a:xfrm rot="10800000">
            <a:off x="1791252" y="3021182"/>
            <a:ext cx="7428100" cy="2272125"/>
          </a:xfrm>
          <a:custGeom>
            <a:rect b="b" l="l" r="r" t="t"/>
            <a:pathLst>
              <a:path extrusionOk="0" h="90885" w="297124">
                <a:moveTo>
                  <a:pt x="0" y="90885"/>
                </a:moveTo>
                <a:lnTo>
                  <a:pt x="0" y="80897"/>
                </a:lnTo>
                <a:lnTo>
                  <a:pt x="0" y="0"/>
                </a:lnTo>
                <a:lnTo>
                  <a:pt x="297124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254" name="Google Shape;2254;p227"/>
          <p:cNvSpPr/>
          <p:nvPr/>
        </p:nvSpPr>
        <p:spPr>
          <a:xfrm rot="10800000">
            <a:off x="3710841" y="-90416"/>
            <a:ext cx="5480575" cy="4128825"/>
          </a:xfrm>
          <a:custGeom>
            <a:rect b="b" l="l" r="r" t="t"/>
            <a:pathLst>
              <a:path extrusionOk="0" h="165153" w="219223">
                <a:moveTo>
                  <a:pt x="0" y="40311"/>
                </a:moveTo>
                <a:lnTo>
                  <a:pt x="0" y="165153"/>
                </a:lnTo>
                <a:lnTo>
                  <a:pt x="219223" y="165153"/>
                </a:lnTo>
                <a:lnTo>
                  <a:pt x="123872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255" name="Google Shape;2255;p227"/>
          <p:cNvSpPr/>
          <p:nvPr/>
        </p:nvSpPr>
        <p:spPr>
          <a:xfrm>
            <a:off x="-137325" y="961300"/>
            <a:ext cx="3731225" cy="4344500"/>
          </a:xfrm>
          <a:custGeom>
            <a:rect b="b" l="l" r="r" t="t"/>
            <a:pathLst>
              <a:path extrusionOk="0" h="173780" w="149249">
                <a:moveTo>
                  <a:pt x="96194" y="167653"/>
                </a:moveTo>
                <a:lnTo>
                  <a:pt x="0" y="173780"/>
                </a:lnTo>
                <a:lnTo>
                  <a:pt x="0" y="0"/>
                </a:lnTo>
                <a:lnTo>
                  <a:pt x="149249" y="15132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256" name="Google Shape;2256;p22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7" name="Google Shape;2257;p227"/>
          <p:cNvSpPr txBox="1"/>
          <p:nvPr>
            <p:ph idx="1" type="body"/>
          </p:nvPr>
        </p:nvSpPr>
        <p:spPr>
          <a:xfrm>
            <a:off x="2078825" y="3802375"/>
            <a:ext cx="5229300" cy="6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2258" name="Google Shape;2258;p227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59" name="Google Shape;2259;p227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260" name="Google Shape;2260;p22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1" name="Google Shape;2261;p22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62" name="Shape 2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3" name="Google Shape;2263;p228"/>
          <p:cNvGrpSpPr/>
          <p:nvPr/>
        </p:nvGrpSpPr>
        <p:grpSpPr>
          <a:xfrm>
            <a:off x="-152625" y="-124843"/>
            <a:ext cx="9355008" cy="5419676"/>
            <a:chOff x="-152625" y="-124843"/>
            <a:chExt cx="9355008" cy="5419676"/>
          </a:xfrm>
        </p:grpSpPr>
        <p:sp>
          <p:nvSpPr>
            <p:cNvPr id="2264" name="Google Shape;2264;p228"/>
            <p:cNvSpPr/>
            <p:nvPr/>
          </p:nvSpPr>
          <p:spPr>
            <a:xfrm>
              <a:off x="-149800" y="-112350"/>
              <a:ext cx="7428100" cy="2272125"/>
            </a:xfrm>
            <a:custGeom>
              <a:rect b="b" l="l" r="r" t="t"/>
              <a:pathLst>
                <a:path extrusionOk="0" h="90885" w="297124">
                  <a:moveTo>
                    <a:pt x="0" y="90885"/>
                  </a:moveTo>
                  <a:lnTo>
                    <a:pt x="0" y="80897"/>
                  </a:lnTo>
                  <a:lnTo>
                    <a:pt x="0" y="0"/>
                  </a:lnTo>
                  <a:lnTo>
                    <a:pt x="297124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2265" name="Google Shape;2265;p228"/>
            <p:cNvSpPr/>
            <p:nvPr/>
          </p:nvSpPr>
          <p:spPr>
            <a:xfrm>
              <a:off x="-152625" y="1148825"/>
              <a:ext cx="5483400" cy="4144475"/>
            </a:xfrm>
            <a:custGeom>
              <a:rect b="b" l="l" r="r" t="t"/>
              <a:pathLst>
                <a:path extrusionOk="0" h="165779" w="219336">
                  <a:moveTo>
                    <a:pt x="0" y="40581"/>
                  </a:moveTo>
                  <a:lnTo>
                    <a:pt x="113" y="165779"/>
                  </a:lnTo>
                  <a:lnTo>
                    <a:pt x="219336" y="165779"/>
                  </a:lnTo>
                  <a:lnTo>
                    <a:pt x="125233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2266" name="Google Shape;2266;p228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2267" name="Google Shape;2267;p228"/>
            <p:cNvSpPr/>
            <p:nvPr/>
          </p:nvSpPr>
          <p:spPr>
            <a:xfrm>
              <a:off x="2972758" y="401008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2268" name="Google Shape;2268;p22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9" name="Google Shape;2269;p228"/>
          <p:cNvSpPr txBox="1"/>
          <p:nvPr>
            <p:ph type="title"/>
          </p:nvPr>
        </p:nvSpPr>
        <p:spPr>
          <a:xfrm>
            <a:off x="713250" y="748938"/>
            <a:ext cx="7717500" cy="12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70" name="Google Shape;2270;p228"/>
          <p:cNvSpPr txBox="1"/>
          <p:nvPr>
            <p:ph idx="1" type="body"/>
          </p:nvPr>
        </p:nvSpPr>
        <p:spPr>
          <a:xfrm>
            <a:off x="3068250" y="1958371"/>
            <a:ext cx="3007500" cy="1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400">
                <a:solidFill>
                  <a:srgbClr val="1D262D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200">
                <a:solidFill>
                  <a:srgbClr val="1D262D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200">
                <a:solidFill>
                  <a:srgbClr val="1D262D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9pPr>
          </a:lstStyle>
          <a:p/>
        </p:txBody>
      </p:sp>
      <p:sp>
        <p:nvSpPr>
          <p:cNvPr id="2271" name="Google Shape;2271;p228"/>
          <p:cNvSpPr txBox="1"/>
          <p:nvPr/>
        </p:nvSpPr>
        <p:spPr>
          <a:xfrm>
            <a:off x="2308225" y="3221200"/>
            <a:ext cx="45255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sz="11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272" name="Google Shape;2272;p22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3" name="Google Shape;2273;p22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3">
  <p:cSld name="CUSTOM_1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74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5" name="Google Shape;2275;p229"/>
          <p:cNvGrpSpPr/>
          <p:nvPr/>
        </p:nvGrpSpPr>
        <p:grpSpPr>
          <a:xfrm flipH="1" rot="10800000">
            <a:off x="-138833" y="-124843"/>
            <a:ext cx="9352183" cy="5430643"/>
            <a:chOff x="-138833" y="-124843"/>
            <a:chExt cx="9352183" cy="5430643"/>
          </a:xfrm>
        </p:grpSpPr>
        <p:sp>
          <p:nvSpPr>
            <p:cNvPr id="2276" name="Google Shape;2276;p229"/>
            <p:cNvSpPr/>
            <p:nvPr/>
          </p:nvSpPr>
          <p:spPr>
            <a:xfrm>
              <a:off x="-138833" y="1175449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2277" name="Google Shape;2277;p229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2278" name="Google Shape;2278;p229"/>
            <p:cNvSpPr/>
            <p:nvPr/>
          </p:nvSpPr>
          <p:spPr>
            <a:xfrm>
              <a:off x="2983725" y="411975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2279" name="Google Shape;2279;p22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p229"/>
          <p:cNvSpPr txBox="1"/>
          <p:nvPr>
            <p:ph idx="1" type="body"/>
          </p:nvPr>
        </p:nvSpPr>
        <p:spPr>
          <a:xfrm>
            <a:off x="713225" y="1348475"/>
            <a:ext cx="7717500" cy="32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81" name="Google Shape;2281;p229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282" name="Google Shape;2282;p22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3" name="Google Shape;2283;p22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84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230"/>
          <p:cNvSpPr/>
          <p:nvPr/>
        </p:nvSpPr>
        <p:spPr>
          <a:xfrm>
            <a:off x="-124850" y="-126358"/>
            <a:ext cx="8626600" cy="3433150"/>
          </a:xfrm>
          <a:custGeom>
            <a:rect b="b" l="l" r="r" t="t"/>
            <a:pathLst>
              <a:path extrusionOk="0" h="137326" w="345064">
                <a:moveTo>
                  <a:pt x="0" y="0"/>
                </a:moveTo>
                <a:lnTo>
                  <a:pt x="215728" y="137326"/>
                </a:lnTo>
                <a:lnTo>
                  <a:pt x="345064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286" name="Google Shape;2286;p230"/>
          <p:cNvSpPr/>
          <p:nvPr/>
        </p:nvSpPr>
        <p:spPr>
          <a:xfrm>
            <a:off x="5836207" y="-82490"/>
            <a:ext cx="3445650" cy="5180950"/>
          </a:xfrm>
          <a:custGeom>
            <a:rect b="b" l="l" r="r" t="t"/>
            <a:pathLst>
              <a:path extrusionOk="0" h="207238" w="137826">
                <a:moveTo>
                  <a:pt x="104368" y="0"/>
                </a:moveTo>
                <a:lnTo>
                  <a:pt x="137826" y="0"/>
                </a:lnTo>
                <a:lnTo>
                  <a:pt x="137826" y="207238"/>
                </a:lnTo>
                <a:lnTo>
                  <a:pt x="0" y="111859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287" name="Google Shape;2287;p230"/>
          <p:cNvSpPr/>
          <p:nvPr/>
        </p:nvSpPr>
        <p:spPr>
          <a:xfrm>
            <a:off x="-137325" y="-124850"/>
            <a:ext cx="3770225" cy="3870125"/>
          </a:xfrm>
          <a:custGeom>
            <a:rect b="b" l="l" r="r" t="t"/>
            <a:pathLst>
              <a:path extrusionOk="0" h="154805" w="150809">
                <a:moveTo>
                  <a:pt x="1498" y="0"/>
                </a:moveTo>
                <a:lnTo>
                  <a:pt x="150809" y="95879"/>
                </a:lnTo>
                <a:lnTo>
                  <a:pt x="51435" y="154805"/>
                </a:lnTo>
                <a:lnTo>
                  <a:pt x="0" y="15480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288" name="Google Shape;2288;p230"/>
          <p:cNvSpPr/>
          <p:nvPr/>
        </p:nvSpPr>
        <p:spPr>
          <a:xfrm>
            <a:off x="-65800" y="2281125"/>
            <a:ext cx="5351875" cy="2917200"/>
          </a:xfrm>
          <a:custGeom>
            <a:rect b="b" l="l" r="r" t="t"/>
            <a:pathLst>
              <a:path extrusionOk="0" h="116688" w="214075">
                <a:moveTo>
                  <a:pt x="211881" y="116688"/>
                </a:moveTo>
                <a:lnTo>
                  <a:pt x="0" y="116688"/>
                </a:lnTo>
                <a:lnTo>
                  <a:pt x="0" y="58783"/>
                </a:lnTo>
                <a:lnTo>
                  <a:pt x="48255" y="58783"/>
                </a:lnTo>
                <a:lnTo>
                  <a:pt x="147396" y="0"/>
                </a:lnTo>
                <a:lnTo>
                  <a:pt x="214075" y="4123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231"/>
          <p:cNvSpPr/>
          <p:nvPr/>
        </p:nvSpPr>
        <p:spPr>
          <a:xfrm rot="10800000">
            <a:off x="2684116" y="-137325"/>
            <a:ext cx="6629125" cy="2933800"/>
          </a:xfrm>
          <a:custGeom>
            <a:rect b="b" l="l" r="r" t="t"/>
            <a:pathLst>
              <a:path extrusionOk="0" h="117352" w="265165">
                <a:moveTo>
                  <a:pt x="155803" y="0"/>
                </a:moveTo>
                <a:lnTo>
                  <a:pt x="218724" y="40948"/>
                </a:lnTo>
                <a:lnTo>
                  <a:pt x="265165" y="117352"/>
                </a:lnTo>
                <a:lnTo>
                  <a:pt x="0" y="117352"/>
                </a:lnTo>
                <a:lnTo>
                  <a:pt x="0" y="58426"/>
                </a:lnTo>
                <a:lnTo>
                  <a:pt x="57427" y="5842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291" name="Google Shape;2291;p231"/>
          <p:cNvSpPr/>
          <p:nvPr/>
        </p:nvSpPr>
        <p:spPr>
          <a:xfrm>
            <a:off x="2883850" y="3632900"/>
            <a:ext cx="6354475" cy="1598000"/>
          </a:xfrm>
          <a:custGeom>
            <a:rect b="b" l="l" r="r" t="t"/>
            <a:pathLst>
              <a:path extrusionOk="0" h="63920" w="254179">
                <a:moveTo>
                  <a:pt x="153806" y="0"/>
                </a:moveTo>
                <a:lnTo>
                  <a:pt x="0" y="63920"/>
                </a:lnTo>
                <a:lnTo>
                  <a:pt x="254179" y="6392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292" name="Google Shape;2292;p231"/>
          <p:cNvSpPr/>
          <p:nvPr/>
        </p:nvSpPr>
        <p:spPr>
          <a:xfrm>
            <a:off x="-87400" y="-112350"/>
            <a:ext cx="3932550" cy="5318275"/>
          </a:xfrm>
          <a:custGeom>
            <a:rect b="b" l="l" r="r" t="t"/>
            <a:pathLst>
              <a:path extrusionOk="0" h="212731" w="157302">
                <a:moveTo>
                  <a:pt x="157302" y="75904"/>
                </a:moveTo>
                <a:lnTo>
                  <a:pt x="120848" y="212731"/>
                </a:lnTo>
                <a:lnTo>
                  <a:pt x="0" y="212731"/>
                </a:lnTo>
                <a:lnTo>
                  <a:pt x="0" y="0"/>
                </a:lnTo>
                <a:lnTo>
                  <a:pt x="111859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293" name="Google Shape;2293;p231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94" name="Shape 2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5" name="Google Shape;2295;p232"/>
          <p:cNvSpPr/>
          <p:nvPr/>
        </p:nvSpPr>
        <p:spPr>
          <a:xfrm>
            <a:off x="-239800" y="-124825"/>
            <a:ext cx="4422355" cy="5368200"/>
          </a:xfrm>
          <a:custGeom>
            <a:rect b="b" l="l" r="r" t="t"/>
            <a:pathLst>
              <a:path extrusionOk="0" h="214728" w="174280">
                <a:moveTo>
                  <a:pt x="2997" y="0"/>
                </a:moveTo>
                <a:lnTo>
                  <a:pt x="174280" y="125341"/>
                </a:lnTo>
                <a:lnTo>
                  <a:pt x="174280" y="214728"/>
                </a:lnTo>
                <a:lnTo>
                  <a:pt x="0" y="214728"/>
                </a:lnTo>
                <a:lnTo>
                  <a:pt x="0" y="49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296" name="Google Shape;2296;p232"/>
          <p:cNvSpPr/>
          <p:nvPr/>
        </p:nvSpPr>
        <p:spPr>
          <a:xfrm>
            <a:off x="4182502" y="1960030"/>
            <a:ext cx="4219583" cy="3295825"/>
          </a:xfrm>
          <a:custGeom>
            <a:rect b="b" l="l" r="r" t="t"/>
            <a:pathLst>
              <a:path extrusionOk="0" h="131833" w="166289">
                <a:moveTo>
                  <a:pt x="0" y="131833"/>
                </a:moveTo>
                <a:lnTo>
                  <a:pt x="12484" y="131334"/>
                </a:lnTo>
                <a:lnTo>
                  <a:pt x="166289" y="131334"/>
                </a:lnTo>
                <a:lnTo>
                  <a:pt x="95878" y="0"/>
                </a:lnTo>
                <a:lnTo>
                  <a:pt x="0" y="42946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297" name="Google Shape;2297;p232"/>
          <p:cNvSpPr/>
          <p:nvPr/>
        </p:nvSpPr>
        <p:spPr>
          <a:xfrm>
            <a:off x="-151090" y="-99863"/>
            <a:ext cx="6918621" cy="3121050"/>
          </a:xfrm>
          <a:custGeom>
            <a:rect b="b" l="l" r="r" t="t"/>
            <a:pathLst>
              <a:path extrusionOk="0" h="124842" w="272655">
                <a:moveTo>
                  <a:pt x="0" y="0"/>
                </a:moveTo>
                <a:lnTo>
                  <a:pt x="272655" y="0"/>
                </a:lnTo>
                <a:lnTo>
                  <a:pt x="266164" y="82895"/>
                </a:lnTo>
                <a:lnTo>
                  <a:pt x="171284" y="124842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298" name="Google Shape;2298;p232"/>
          <p:cNvSpPr/>
          <p:nvPr/>
        </p:nvSpPr>
        <p:spPr>
          <a:xfrm>
            <a:off x="6626802" y="1954877"/>
            <a:ext cx="2785600" cy="3323000"/>
          </a:xfrm>
          <a:custGeom>
            <a:rect b="b" l="l" r="r" t="t"/>
            <a:pathLst>
              <a:path extrusionOk="0" h="132920" w="111424">
                <a:moveTo>
                  <a:pt x="0" y="878"/>
                </a:moveTo>
                <a:lnTo>
                  <a:pt x="71505" y="132920"/>
                </a:lnTo>
                <a:lnTo>
                  <a:pt x="111424" y="132920"/>
                </a:lnTo>
                <a:lnTo>
                  <a:pt x="107038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99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03" name="Shape 2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4" name="Google Shape;2304;p235"/>
          <p:cNvSpPr/>
          <p:nvPr/>
        </p:nvSpPr>
        <p:spPr>
          <a:xfrm>
            <a:off x="-48100" y="-53085"/>
            <a:ext cx="4346950" cy="3402450"/>
          </a:xfrm>
          <a:custGeom>
            <a:rect b="b" l="l" r="r" t="t"/>
            <a:pathLst>
              <a:path extrusionOk="0" h="136098" w="173878">
                <a:moveTo>
                  <a:pt x="0" y="0"/>
                </a:moveTo>
                <a:lnTo>
                  <a:pt x="0" y="136098"/>
                </a:lnTo>
                <a:lnTo>
                  <a:pt x="173878" y="98319"/>
                </a:lnTo>
                <a:lnTo>
                  <a:pt x="130636" y="91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305" name="Google Shape;2305;p235"/>
          <p:cNvSpPr/>
          <p:nvPr/>
        </p:nvSpPr>
        <p:spPr>
          <a:xfrm>
            <a:off x="-48100" y="2404900"/>
            <a:ext cx="6793525" cy="3072450"/>
          </a:xfrm>
          <a:custGeom>
            <a:rect b="b" l="l" r="r" t="t"/>
            <a:pathLst>
              <a:path extrusionOk="0" h="122898" w="271741">
                <a:moveTo>
                  <a:pt x="0" y="37780"/>
                </a:moveTo>
                <a:lnTo>
                  <a:pt x="0" y="122898"/>
                </a:lnTo>
                <a:lnTo>
                  <a:pt x="271741" y="122898"/>
                </a:lnTo>
                <a:lnTo>
                  <a:pt x="174333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306" name="Google Shape;2306;p235"/>
          <p:cNvSpPr/>
          <p:nvPr/>
        </p:nvSpPr>
        <p:spPr>
          <a:xfrm>
            <a:off x="3200731" y="-70150"/>
            <a:ext cx="6065225" cy="3322800"/>
          </a:xfrm>
          <a:custGeom>
            <a:rect b="b" l="l" r="r" t="t"/>
            <a:pathLst>
              <a:path extrusionOk="0" h="132912" w="242609">
                <a:moveTo>
                  <a:pt x="0" y="455"/>
                </a:moveTo>
                <a:lnTo>
                  <a:pt x="44607" y="100594"/>
                </a:lnTo>
                <a:lnTo>
                  <a:pt x="242609" y="132912"/>
                </a:lnTo>
                <a:lnTo>
                  <a:pt x="242609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307" name="Google Shape;2307;p23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235"/>
          <p:cNvSpPr txBox="1"/>
          <p:nvPr>
            <p:ph type="ctrTitle"/>
          </p:nvPr>
        </p:nvSpPr>
        <p:spPr>
          <a:xfrm>
            <a:off x="2218775" y="1512863"/>
            <a:ext cx="4706400" cy="150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09" name="Google Shape;2309;p235"/>
          <p:cNvSpPr txBox="1"/>
          <p:nvPr>
            <p:ph idx="1" type="subTitle"/>
          </p:nvPr>
        </p:nvSpPr>
        <p:spPr>
          <a:xfrm>
            <a:off x="2515500" y="3128650"/>
            <a:ext cx="4113000" cy="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310" name="Google Shape;2310;p23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1" name="Google Shape;2311;p23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12" name="Shape 2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3" name="Google Shape;2313;p236"/>
          <p:cNvSpPr/>
          <p:nvPr/>
        </p:nvSpPr>
        <p:spPr>
          <a:xfrm rot="10800000">
            <a:off x="4919006" y="2057835"/>
            <a:ext cx="4346950" cy="3402450"/>
          </a:xfrm>
          <a:custGeom>
            <a:rect b="b" l="l" r="r" t="t"/>
            <a:pathLst>
              <a:path extrusionOk="0" h="136098" w="173878">
                <a:moveTo>
                  <a:pt x="0" y="0"/>
                </a:moveTo>
                <a:lnTo>
                  <a:pt x="0" y="136098"/>
                </a:lnTo>
                <a:lnTo>
                  <a:pt x="173878" y="98319"/>
                </a:lnTo>
                <a:lnTo>
                  <a:pt x="130636" y="91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314" name="Google Shape;2314;p236"/>
          <p:cNvSpPr/>
          <p:nvPr/>
        </p:nvSpPr>
        <p:spPr>
          <a:xfrm rot="10800000">
            <a:off x="2472431" y="-70150"/>
            <a:ext cx="6793525" cy="3072450"/>
          </a:xfrm>
          <a:custGeom>
            <a:rect b="b" l="l" r="r" t="t"/>
            <a:pathLst>
              <a:path extrusionOk="0" h="122898" w="271741">
                <a:moveTo>
                  <a:pt x="0" y="37780"/>
                </a:moveTo>
                <a:lnTo>
                  <a:pt x="0" y="122898"/>
                </a:lnTo>
                <a:lnTo>
                  <a:pt x="271741" y="122898"/>
                </a:lnTo>
                <a:lnTo>
                  <a:pt x="174333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315" name="Google Shape;2315;p236"/>
          <p:cNvSpPr/>
          <p:nvPr/>
        </p:nvSpPr>
        <p:spPr>
          <a:xfrm rot="10800000">
            <a:off x="-48100" y="2154550"/>
            <a:ext cx="6065225" cy="3322800"/>
          </a:xfrm>
          <a:custGeom>
            <a:rect b="b" l="l" r="r" t="t"/>
            <a:pathLst>
              <a:path extrusionOk="0" h="132912" w="242609">
                <a:moveTo>
                  <a:pt x="0" y="455"/>
                </a:moveTo>
                <a:lnTo>
                  <a:pt x="44607" y="100594"/>
                </a:lnTo>
                <a:lnTo>
                  <a:pt x="242609" y="132912"/>
                </a:lnTo>
                <a:lnTo>
                  <a:pt x="242609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316" name="Google Shape;2316;p23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p236"/>
          <p:cNvSpPr txBox="1"/>
          <p:nvPr>
            <p:ph type="title"/>
          </p:nvPr>
        </p:nvSpPr>
        <p:spPr>
          <a:xfrm>
            <a:off x="2860200" y="2746192"/>
            <a:ext cx="34236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318" name="Google Shape;2318;p236"/>
          <p:cNvSpPr txBox="1"/>
          <p:nvPr>
            <p:ph hasCustomPrompt="1" idx="2" type="title"/>
          </p:nvPr>
        </p:nvSpPr>
        <p:spPr>
          <a:xfrm>
            <a:off x="3850375" y="1276877"/>
            <a:ext cx="1443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19" name="Google Shape;2319;p236"/>
          <p:cNvSpPr txBox="1"/>
          <p:nvPr>
            <p:ph idx="1" type="subTitle"/>
          </p:nvPr>
        </p:nvSpPr>
        <p:spPr>
          <a:xfrm>
            <a:off x="2948550" y="3462208"/>
            <a:ext cx="32469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320" name="Google Shape;2320;p236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321" name="Google Shape;2321;p23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2" name="Google Shape;2322;p23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237"/>
          <p:cNvSpPr/>
          <p:nvPr/>
        </p:nvSpPr>
        <p:spPr>
          <a:xfrm flipH="1" rot="10800000">
            <a:off x="2023421" y="1359233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325" name="Google Shape;2325;p237"/>
          <p:cNvSpPr/>
          <p:nvPr/>
        </p:nvSpPr>
        <p:spPr>
          <a:xfrm>
            <a:off x="3956575" y="-131581"/>
            <a:ext cx="5277925" cy="1600100"/>
          </a:xfrm>
          <a:custGeom>
            <a:rect b="b" l="l" r="r" t="t"/>
            <a:pathLst>
              <a:path extrusionOk="0" h="64004" w="211117">
                <a:moveTo>
                  <a:pt x="211117" y="4067"/>
                </a:moveTo>
                <a:lnTo>
                  <a:pt x="211117" y="0"/>
                </a:lnTo>
                <a:lnTo>
                  <a:pt x="36953" y="0"/>
                </a:lnTo>
                <a:lnTo>
                  <a:pt x="0" y="64004"/>
                </a:lnTo>
                <a:lnTo>
                  <a:pt x="177146" y="334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326" name="Google Shape;2326;p237"/>
          <p:cNvSpPr/>
          <p:nvPr/>
        </p:nvSpPr>
        <p:spPr>
          <a:xfrm>
            <a:off x="-77225" y="1390125"/>
            <a:ext cx="5097150" cy="4083025"/>
          </a:xfrm>
          <a:custGeom>
            <a:rect b="b" l="l" r="r" t="t"/>
            <a:pathLst>
              <a:path extrusionOk="0" h="163321" w="203886">
                <a:moveTo>
                  <a:pt x="0" y="161256"/>
                </a:moveTo>
                <a:lnTo>
                  <a:pt x="0" y="61784"/>
                </a:lnTo>
                <a:lnTo>
                  <a:pt x="203886" y="0"/>
                </a:lnTo>
                <a:lnTo>
                  <a:pt x="80633" y="16332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327" name="Google Shape;2327;p237"/>
          <p:cNvSpPr/>
          <p:nvPr/>
        </p:nvSpPr>
        <p:spPr>
          <a:xfrm flipH="1" rot="10800000">
            <a:off x="-61779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328" name="Google Shape;2328;p237"/>
          <p:cNvSpPr/>
          <p:nvPr/>
        </p:nvSpPr>
        <p:spPr>
          <a:xfrm flipH="1" rot="10800000">
            <a:off x="5483300" y="-30896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2329" name="Google Shape;2329;p23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237"/>
          <p:cNvSpPr txBox="1"/>
          <p:nvPr>
            <p:ph idx="1" type="body"/>
          </p:nvPr>
        </p:nvSpPr>
        <p:spPr>
          <a:xfrm>
            <a:off x="713225" y="1300925"/>
            <a:ext cx="7704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AutoNum type="arabicPeriod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31" name="Google Shape;2331;p237"/>
          <p:cNvSpPr txBox="1"/>
          <p:nvPr>
            <p:ph type="title"/>
          </p:nvPr>
        </p:nvSpPr>
        <p:spPr>
          <a:xfrm>
            <a:off x="1455750" y="683125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332" name="Google Shape;2332;p23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3" name="Google Shape;2333;p23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34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p238"/>
          <p:cNvSpPr/>
          <p:nvPr/>
        </p:nvSpPr>
        <p:spPr>
          <a:xfrm>
            <a:off x="-77225" y="-142700"/>
            <a:ext cx="5097150" cy="4065975"/>
          </a:xfrm>
          <a:custGeom>
            <a:rect b="b" l="l" r="r" t="t"/>
            <a:pathLst>
              <a:path extrusionOk="0" h="162639" w="203886">
                <a:moveTo>
                  <a:pt x="0" y="1383"/>
                </a:moveTo>
                <a:lnTo>
                  <a:pt x="0" y="100855"/>
                </a:lnTo>
                <a:lnTo>
                  <a:pt x="203886" y="162639"/>
                </a:lnTo>
                <a:lnTo>
                  <a:pt x="80108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336" name="Google Shape;2336;p238"/>
          <p:cNvSpPr/>
          <p:nvPr/>
        </p:nvSpPr>
        <p:spPr>
          <a:xfrm>
            <a:off x="1884466" y="-196909"/>
            <a:ext cx="4243962" cy="4121888"/>
          </a:xfrm>
          <a:custGeom>
            <a:rect b="b" l="l" r="r" t="t"/>
            <a:pathLst>
              <a:path extrusionOk="0" h="164530" w="169099">
                <a:moveTo>
                  <a:pt x="0" y="0"/>
                </a:moveTo>
                <a:lnTo>
                  <a:pt x="169099" y="4510"/>
                </a:lnTo>
                <a:lnTo>
                  <a:pt x="123379" y="16453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337" name="Google Shape;2337;p238"/>
          <p:cNvSpPr/>
          <p:nvPr/>
        </p:nvSpPr>
        <p:spPr>
          <a:xfrm>
            <a:off x="-61779" y="2378675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338" name="Google Shape;2338;p238"/>
          <p:cNvSpPr/>
          <p:nvPr/>
        </p:nvSpPr>
        <p:spPr>
          <a:xfrm>
            <a:off x="3799696" y="2286004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339" name="Google Shape;2339;p23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0" name="Google Shape;2340;p238"/>
          <p:cNvSpPr txBox="1"/>
          <p:nvPr>
            <p:ph idx="1" type="subTitle"/>
          </p:nvPr>
        </p:nvSpPr>
        <p:spPr>
          <a:xfrm>
            <a:off x="1422550" y="2343550"/>
            <a:ext cx="27345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341" name="Google Shape;2341;p238"/>
          <p:cNvSpPr txBox="1"/>
          <p:nvPr>
            <p:ph idx="2" type="subTitle"/>
          </p:nvPr>
        </p:nvSpPr>
        <p:spPr>
          <a:xfrm>
            <a:off x="5035899" y="2343550"/>
            <a:ext cx="27345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9pPr>
          </a:lstStyle>
          <a:p/>
        </p:txBody>
      </p:sp>
      <p:sp>
        <p:nvSpPr>
          <p:cNvPr id="2342" name="Google Shape;2342;p238"/>
          <p:cNvSpPr txBox="1"/>
          <p:nvPr>
            <p:ph type="title"/>
          </p:nvPr>
        </p:nvSpPr>
        <p:spPr>
          <a:xfrm>
            <a:off x="1416555" y="18766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343" name="Google Shape;2343;p238"/>
          <p:cNvSpPr txBox="1"/>
          <p:nvPr>
            <p:ph idx="3" type="title"/>
          </p:nvPr>
        </p:nvSpPr>
        <p:spPr>
          <a:xfrm>
            <a:off x="5029902" y="18766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344" name="Google Shape;2344;p238"/>
          <p:cNvSpPr txBox="1"/>
          <p:nvPr>
            <p:ph idx="4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345" name="Google Shape;2345;p23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6" name="Google Shape;2346;p23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p239"/>
          <p:cNvSpPr/>
          <p:nvPr/>
        </p:nvSpPr>
        <p:spPr>
          <a:xfrm rot="10800000">
            <a:off x="4185871" y="1390129"/>
            <a:ext cx="5097150" cy="4031400"/>
          </a:xfrm>
          <a:custGeom>
            <a:rect b="b" l="l" r="r" t="t"/>
            <a:pathLst>
              <a:path extrusionOk="0" h="161256" w="203886">
                <a:moveTo>
                  <a:pt x="0" y="0"/>
                </a:moveTo>
                <a:lnTo>
                  <a:pt x="0" y="99472"/>
                </a:lnTo>
                <a:lnTo>
                  <a:pt x="203886" y="161256"/>
                </a:lnTo>
                <a:lnTo>
                  <a:pt x="83408" y="247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349" name="Google Shape;2349;p239"/>
          <p:cNvSpPr/>
          <p:nvPr/>
        </p:nvSpPr>
        <p:spPr>
          <a:xfrm>
            <a:off x="3047333" y="1337291"/>
            <a:ext cx="4169975" cy="4047325"/>
          </a:xfrm>
          <a:custGeom>
            <a:rect b="b" l="l" r="r" t="t"/>
            <a:pathLst>
              <a:path extrusionOk="0" h="161893" w="166799">
                <a:moveTo>
                  <a:pt x="166799" y="161893"/>
                </a:moveTo>
                <a:lnTo>
                  <a:pt x="0" y="160020"/>
                </a:lnTo>
                <a:lnTo>
                  <a:pt x="45720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350" name="Google Shape;2350;p239"/>
          <p:cNvSpPr/>
          <p:nvPr/>
        </p:nvSpPr>
        <p:spPr>
          <a:xfrm rot="10800000">
            <a:off x="4340321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351" name="Google Shape;2351;p239"/>
          <p:cNvSpPr/>
          <p:nvPr/>
        </p:nvSpPr>
        <p:spPr>
          <a:xfrm rot="10800000">
            <a:off x="-77229" y="-108125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352" name="Google Shape;2352;p239"/>
          <p:cNvSpPr/>
          <p:nvPr/>
        </p:nvSpPr>
        <p:spPr>
          <a:xfrm rot="10800000">
            <a:off x="-30883" y="-68915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2353" name="Google Shape;2353;p23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p23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355" name="Google Shape;2355;p23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6" name="Google Shape;2356;p23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57" name="Shape 2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" name="Google Shape;2358;p240"/>
          <p:cNvSpPr/>
          <p:nvPr/>
        </p:nvSpPr>
        <p:spPr>
          <a:xfrm flipH="1" rot="10800000">
            <a:off x="2023421" y="1359233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359" name="Google Shape;2359;p240"/>
          <p:cNvSpPr/>
          <p:nvPr/>
        </p:nvSpPr>
        <p:spPr>
          <a:xfrm>
            <a:off x="3956575" y="-131581"/>
            <a:ext cx="5277925" cy="1600100"/>
          </a:xfrm>
          <a:custGeom>
            <a:rect b="b" l="l" r="r" t="t"/>
            <a:pathLst>
              <a:path extrusionOk="0" h="64004" w="211117">
                <a:moveTo>
                  <a:pt x="211117" y="4067"/>
                </a:moveTo>
                <a:lnTo>
                  <a:pt x="211117" y="0"/>
                </a:lnTo>
                <a:lnTo>
                  <a:pt x="36953" y="0"/>
                </a:lnTo>
                <a:lnTo>
                  <a:pt x="0" y="64004"/>
                </a:lnTo>
                <a:lnTo>
                  <a:pt x="177146" y="334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360" name="Google Shape;2360;p240"/>
          <p:cNvSpPr/>
          <p:nvPr/>
        </p:nvSpPr>
        <p:spPr>
          <a:xfrm>
            <a:off x="-77225" y="1390125"/>
            <a:ext cx="5097150" cy="4083025"/>
          </a:xfrm>
          <a:custGeom>
            <a:rect b="b" l="l" r="r" t="t"/>
            <a:pathLst>
              <a:path extrusionOk="0" h="163321" w="203886">
                <a:moveTo>
                  <a:pt x="0" y="161256"/>
                </a:moveTo>
                <a:lnTo>
                  <a:pt x="0" y="61784"/>
                </a:lnTo>
                <a:lnTo>
                  <a:pt x="203886" y="0"/>
                </a:lnTo>
                <a:lnTo>
                  <a:pt x="80633" y="16332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361" name="Google Shape;2361;p240"/>
          <p:cNvSpPr/>
          <p:nvPr/>
        </p:nvSpPr>
        <p:spPr>
          <a:xfrm flipH="1" rot="10800000">
            <a:off x="-61779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362" name="Google Shape;2362;p240"/>
          <p:cNvSpPr/>
          <p:nvPr/>
        </p:nvSpPr>
        <p:spPr>
          <a:xfrm flipH="1" rot="10800000">
            <a:off x="5483300" y="-30896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2363" name="Google Shape;2363;p24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4" name="Google Shape;2364;p24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2365" name="Google Shape;2365;p240"/>
          <p:cNvSpPr txBox="1"/>
          <p:nvPr>
            <p:ph idx="1" type="body"/>
          </p:nvPr>
        </p:nvSpPr>
        <p:spPr>
          <a:xfrm>
            <a:off x="1195150" y="1660550"/>
            <a:ext cx="34689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2366" name="Google Shape;2366;p24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7" name="Google Shape;2367;p24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p241"/>
          <p:cNvSpPr/>
          <p:nvPr/>
        </p:nvSpPr>
        <p:spPr>
          <a:xfrm>
            <a:off x="3799696" y="2286004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370" name="Google Shape;2370;p241"/>
          <p:cNvSpPr/>
          <p:nvPr/>
        </p:nvSpPr>
        <p:spPr>
          <a:xfrm>
            <a:off x="-61779" y="2378675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371" name="Google Shape;2371;p241"/>
          <p:cNvSpPr/>
          <p:nvPr/>
        </p:nvSpPr>
        <p:spPr>
          <a:xfrm>
            <a:off x="-77229" y="-108125"/>
            <a:ext cx="5097150" cy="4031400"/>
          </a:xfrm>
          <a:custGeom>
            <a:rect b="b" l="l" r="r" t="t"/>
            <a:pathLst>
              <a:path extrusionOk="0" h="161256" w="203886">
                <a:moveTo>
                  <a:pt x="0" y="0"/>
                </a:moveTo>
                <a:lnTo>
                  <a:pt x="0" y="99472"/>
                </a:lnTo>
                <a:lnTo>
                  <a:pt x="203886" y="161256"/>
                </a:lnTo>
                <a:lnTo>
                  <a:pt x="83408" y="247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372" name="Google Shape;2372;p241"/>
          <p:cNvSpPr/>
          <p:nvPr/>
        </p:nvSpPr>
        <p:spPr>
          <a:xfrm>
            <a:off x="2012454" y="-24395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373" name="Google Shape;2373;p241"/>
          <p:cNvSpPr/>
          <p:nvPr/>
        </p:nvSpPr>
        <p:spPr>
          <a:xfrm>
            <a:off x="5472333" y="-13449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2374" name="Google Shape;2374;p241"/>
          <p:cNvSpPr txBox="1"/>
          <p:nvPr>
            <p:ph type="title"/>
          </p:nvPr>
        </p:nvSpPr>
        <p:spPr>
          <a:xfrm>
            <a:off x="2257050" y="1103700"/>
            <a:ext cx="4629900" cy="293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75" name="Google Shape;2375;p24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76" name="Google Shape;2376;p24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7" name="Google Shape;2377;p24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78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79" name="Google Shape;2379;p242"/>
          <p:cNvGrpSpPr/>
          <p:nvPr/>
        </p:nvGrpSpPr>
        <p:grpSpPr>
          <a:xfrm>
            <a:off x="-237175" y="-212225"/>
            <a:ext cx="9488144" cy="5536707"/>
            <a:chOff x="-237175" y="-212225"/>
            <a:chExt cx="9488144" cy="5536707"/>
          </a:xfrm>
        </p:grpSpPr>
        <p:sp>
          <p:nvSpPr>
            <p:cNvPr id="2380" name="Google Shape;2380;p242"/>
            <p:cNvSpPr/>
            <p:nvPr/>
          </p:nvSpPr>
          <p:spPr>
            <a:xfrm>
              <a:off x="-237175" y="2127600"/>
              <a:ext cx="8462695" cy="3196882"/>
            </a:xfrm>
            <a:custGeom>
              <a:rect b="b" l="l" r="r" t="t"/>
              <a:pathLst>
                <a:path extrusionOk="0" h="110361" w="345064">
                  <a:moveTo>
                    <a:pt x="0" y="4994"/>
                  </a:moveTo>
                  <a:lnTo>
                    <a:pt x="0" y="110361"/>
                  </a:lnTo>
                  <a:lnTo>
                    <a:pt x="345064" y="110361"/>
                  </a:lnTo>
                  <a:lnTo>
                    <a:pt x="178774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2381" name="Google Shape;2381;p242"/>
            <p:cNvSpPr/>
            <p:nvPr/>
          </p:nvSpPr>
          <p:spPr>
            <a:xfrm>
              <a:off x="1623100" y="-210720"/>
              <a:ext cx="5122507" cy="1387179"/>
            </a:xfrm>
            <a:custGeom>
              <a:rect b="b" l="l" r="r" t="t"/>
              <a:pathLst>
                <a:path extrusionOk="0" h="55929" w="166789">
                  <a:moveTo>
                    <a:pt x="0" y="0"/>
                  </a:moveTo>
                  <a:lnTo>
                    <a:pt x="166789" y="0"/>
                  </a:lnTo>
                  <a:lnTo>
                    <a:pt x="114355" y="55929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2382" name="Google Shape;2382;p242"/>
            <p:cNvSpPr/>
            <p:nvPr/>
          </p:nvSpPr>
          <p:spPr>
            <a:xfrm>
              <a:off x="5094677" y="-212225"/>
              <a:ext cx="4156292" cy="5536364"/>
            </a:xfrm>
            <a:custGeom>
              <a:rect b="b" l="l" r="r" t="t"/>
              <a:pathLst>
                <a:path extrusionOk="0" h="223218" w="135329">
                  <a:moveTo>
                    <a:pt x="53433" y="0"/>
                  </a:moveTo>
                  <a:lnTo>
                    <a:pt x="135329" y="0"/>
                  </a:lnTo>
                  <a:lnTo>
                    <a:pt x="135329" y="223218"/>
                  </a:lnTo>
                  <a:lnTo>
                    <a:pt x="101872" y="223218"/>
                  </a:lnTo>
                  <a:lnTo>
                    <a:pt x="0" y="57927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2383" name="Google Shape;2383;p24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4" name="Google Shape;2384;p242"/>
          <p:cNvSpPr txBox="1"/>
          <p:nvPr>
            <p:ph type="ctrTitle"/>
          </p:nvPr>
        </p:nvSpPr>
        <p:spPr>
          <a:xfrm>
            <a:off x="3082050" y="1564604"/>
            <a:ext cx="2979900" cy="113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85" name="Google Shape;2385;p242"/>
          <p:cNvSpPr txBox="1"/>
          <p:nvPr>
            <p:ph idx="1" type="subTitle"/>
          </p:nvPr>
        </p:nvSpPr>
        <p:spPr>
          <a:xfrm>
            <a:off x="2689650" y="2783829"/>
            <a:ext cx="3764700" cy="7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386" name="Google Shape;2386;p24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7" name="Google Shape;2387;p24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88" name="Shape 2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Google Shape;2389;p243"/>
          <p:cNvSpPr txBox="1"/>
          <p:nvPr>
            <p:ph type="title"/>
          </p:nvPr>
        </p:nvSpPr>
        <p:spPr>
          <a:xfrm>
            <a:off x="1621650" y="1143139"/>
            <a:ext cx="59007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90" name="Shape 2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1" name="Google Shape;2391;p244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392" name="Google Shape;2392;p244"/>
          <p:cNvSpPr/>
          <p:nvPr/>
        </p:nvSpPr>
        <p:spPr>
          <a:xfrm>
            <a:off x="611000" y="2609200"/>
            <a:ext cx="8639800" cy="2759025"/>
          </a:xfrm>
          <a:custGeom>
            <a:rect b="b" l="l" r="r" t="t"/>
            <a:pathLst>
              <a:path extrusionOk="0" h="110361" w="345592">
                <a:moveTo>
                  <a:pt x="345592" y="4994"/>
                </a:moveTo>
                <a:lnTo>
                  <a:pt x="345592" y="110361"/>
                </a:lnTo>
                <a:lnTo>
                  <a:pt x="0" y="108971"/>
                </a:lnTo>
                <a:lnTo>
                  <a:pt x="166818" y="0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2393" name="Google Shape;2393;p244"/>
          <p:cNvSpPr/>
          <p:nvPr/>
        </p:nvSpPr>
        <p:spPr>
          <a:xfrm>
            <a:off x="1810975" y="-199750"/>
            <a:ext cx="4193925" cy="1398225"/>
          </a:xfrm>
          <a:custGeom>
            <a:rect b="b" l="l" r="r" t="t"/>
            <a:pathLst>
              <a:path extrusionOk="0" h="55929" w="167757">
                <a:moveTo>
                  <a:pt x="167757" y="0"/>
                </a:moveTo>
                <a:lnTo>
                  <a:pt x="0" y="99"/>
                </a:lnTo>
                <a:lnTo>
                  <a:pt x="53402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394" name="Google Shape;2394;p244"/>
          <p:cNvSpPr/>
          <p:nvPr/>
        </p:nvSpPr>
        <p:spPr>
          <a:xfrm flipH="1">
            <a:off x="-237191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395" name="Google Shape;2395;p24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6" name="Google Shape;2396;p244"/>
          <p:cNvSpPr txBox="1"/>
          <p:nvPr>
            <p:ph hasCustomPrompt="1" type="title"/>
          </p:nvPr>
        </p:nvSpPr>
        <p:spPr>
          <a:xfrm>
            <a:off x="713250" y="1324600"/>
            <a:ext cx="77175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397" name="Google Shape;2397;p244"/>
          <p:cNvSpPr txBox="1"/>
          <p:nvPr>
            <p:ph idx="1" type="body"/>
          </p:nvPr>
        </p:nvSpPr>
        <p:spPr>
          <a:xfrm>
            <a:off x="713250" y="3370700"/>
            <a:ext cx="7717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98" name="Google Shape;2398;p244"/>
          <p:cNvSpPr txBox="1"/>
          <p:nvPr/>
        </p:nvSpPr>
        <p:spPr>
          <a:xfrm>
            <a:off x="2991700" y="1512225"/>
            <a:ext cx="55479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2399" name="Google Shape;2399;p24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0" name="Google Shape;2400;p24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401" name="Shape 2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02" name="Shape 2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3" name="Google Shape;2403;p246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404" name="Google Shape;2404;p246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405" name="Google Shape;2405;p246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406" name="Google Shape;2406;p24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7" name="Google Shape;2407;p246"/>
          <p:cNvSpPr txBox="1"/>
          <p:nvPr>
            <p:ph type="title"/>
          </p:nvPr>
        </p:nvSpPr>
        <p:spPr>
          <a:xfrm>
            <a:off x="1484927" y="3341975"/>
            <a:ext cx="2290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408" name="Google Shape;2408;p246"/>
          <p:cNvSpPr txBox="1"/>
          <p:nvPr>
            <p:ph hasCustomPrompt="1" idx="2" type="title"/>
          </p:nvPr>
        </p:nvSpPr>
        <p:spPr>
          <a:xfrm>
            <a:off x="2309177" y="1672125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2409" name="Google Shape;2409;p246"/>
          <p:cNvSpPr txBox="1"/>
          <p:nvPr>
            <p:ph hasCustomPrompt="1" idx="3" type="title"/>
          </p:nvPr>
        </p:nvSpPr>
        <p:spPr>
          <a:xfrm>
            <a:off x="2309177" y="2991451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2410" name="Google Shape;2410;p246"/>
          <p:cNvSpPr txBox="1"/>
          <p:nvPr>
            <p:ph idx="4" type="title"/>
          </p:nvPr>
        </p:nvSpPr>
        <p:spPr>
          <a:xfrm>
            <a:off x="5405023" y="3341975"/>
            <a:ext cx="22179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411" name="Google Shape;2411;p246"/>
          <p:cNvSpPr txBox="1"/>
          <p:nvPr>
            <p:ph idx="5" type="title"/>
          </p:nvPr>
        </p:nvSpPr>
        <p:spPr>
          <a:xfrm>
            <a:off x="1484927" y="2022675"/>
            <a:ext cx="2290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412" name="Google Shape;2412;p246"/>
          <p:cNvSpPr txBox="1"/>
          <p:nvPr>
            <p:ph idx="6" type="title"/>
          </p:nvPr>
        </p:nvSpPr>
        <p:spPr>
          <a:xfrm>
            <a:off x="5405023" y="2022675"/>
            <a:ext cx="22179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413" name="Google Shape;2413;p246"/>
          <p:cNvSpPr txBox="1"/>
          <p:nvPr>
            <p:ph hasCustomPrompt="1" idx="7" type="title"/>
          </p:nvPr>
        </p:nvSpPr>
        <p:spPr>
          <a:xfrm>
            <a:off x="6193123" y="1672125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2414" name="Google Shape;2414;p246"/>
          <p:cNvSpPr txBox="1"/>
          <p:nvPr>
            <p:ph hasCustomPrompt="1" idx="8" type="title"/>
          </p:nvPr>
        </p:nvSpPr>
        <p:spPr>
          <a:xfrm>
            <a:off x="6193123" y="2989672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2415" name="Google Shape;2415;p246"/>
          <p:cNvSpPr txBox="1"/>
          <p:nvPr>
            <p:ph idx="1" type="subTitle"/>
          </p:nvPr>
        </p:nvSpPr>
        <p:spPr>
          <a:xfrm>
            <a:off x="1403027" y="2368720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6" name="Google Shape;2416;p246"/>
          <p:cNvSpPr txBox="1"/>
          <p:nvPr>
            <p:ph idx="9" type="subTitle"/>
          </p:nvPr>
        </p:nvSpPr>
        <p:spPr>
          <a:xfrm>
            <a:off x="5286973" y="2368720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7" name="Google Shape;2417;p246"/>
          <p:cNvSpPr txBox="1"/>
          <p:nvPr>
            <p:ph idx="13" type="subTitle"/>
          </p:nvPr>
        </p:nvSpPr>
        <p:spPr>
          <a:xfrm>
            <a:off x="1403027" y="3688123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8" name="Google Shape;2418;p246"/>
          <p:cNvSpPr txBox="1"/>
          <p:nvPr>
            <p:ph idx="14" type="subTitle"/>
          </p:nvPr>
        </p:nvSpPr>
        <p:spPr>
          <a:xfrm>
            <a:off x="5286973" y="3688123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9" name="Google Shape;2419;p246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420" name="Google Shape;2420;p24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1" name="Google Shape;2421;p24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22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Google Shape;2423;p247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424" name="Google Shape;2424;p247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425" name="Google Shape;2425;p247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426" name="Google Shape;2426;p24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7" name="Google Shape;2427;p24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428" name="Google Shape;2428;p24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29" name="Google Shape;2429;p24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30" name="Google Shape;2430;p247"/>
          <p:cNvSpPr txBox="1"/>
          <p:nvPr>
            <p:ph hasCustomPrompt="1" idx="2" type="title"/>
          </p:nvPr>
        </p:nvSpPr>
        <p:spPr>
          <a:xfrm>
            <a:off x="4203751" y="1315750"/>
            <a:ext cx="3577500" cy="4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2431" name="Google Shape;2431;p247"/>
          <p:cNvSpPr txBox="1"/>
          <p:nvPr>
            <p:ph idx="1" type="subTitle"/>
          </p:nvPr>
        </p:nvSpPr>
        <p:spPr>
          <a:xfrm>
            <a:off x="4203751" y="1813683"/>
            <a:ext cx="3577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32" name="Google Shape;2432;p247"/>
          <p:cNvSpPr txBox="1"/>
          <p:nvPr>
            <p:ph hasCustomPrompt="1" idx="3" type="title"/>
          </p:nvPr>
        </p:nvSpPr>
        <p:spPr>
          <a:xfrm>
            <a:off x="4203751" y="2444625"/>
            <a:ext cx="3577500" cy="4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2433" name="Google Shape;2433;p247"/>
          <p:cNvSpPr txBox="1"/>
          <p:nvPr>
            <p:ph idx="4" type="subTitle"/>
          </p:nvPr>
        </p:nvSpPr>
        <p:spPr>
          <a:xfrm>
            <a:off x="4203751" y="2942624"/>
            <a:ext cx="3577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34" name="Google Shape;2434;p247"/>
          <p:cNvSpPr txBox="1"/>
          <p:nvPr>
            <p:ph hasCustomPrompt="1" idx="5" type="title"/>
          </p:nvPr>
        </p:nvSpPr>
        <p:spPr>
          <a:xfrm>
            <a:off x="4203751" y="3573573"/>
            <a:ext cx="3577500" cy="4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2435" name="Google Shape;2435;p247"/>
          <p:cNvSpPr txBox="1"/>
          <p:nvPr>
            <p:ph idx="6" type="subTitle"/>
          </p:nvPr>
        </p:nvSpPr>
        <p:spPr>
          <a:xfrm>
            <a:off x="4203751" y="4071576"/>
            <a:ext cx="3577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36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p248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438" name="Google Shape;2438;p248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439" name="Google Shape;2439;p248"/>
          <p:cNvSpPr/>
          <p:nvPr/>
        </p:nvSpPr>
        <p:spPr>
          <a:xfrm>
            <a:off x="1186000" y="1323316"/>
            <a:ext cx="8239600" cy="3957500"/>
          </a:xfrm>
          <a:custGeom>
            <a:rect b="b" l="l" r="r" t="t"/>
            <a:pathLst>
              <a:path extrusionOk="0" h="158300" w="329584">
                <a:moveTo>
                  <a:pt x="0" y="0"/>
                </a:moveTo>
                <a:lnTo>
                  <a:pt x="117851" y="158300"/>
                </a:lnTo>
                <a:lnTo>
                  <a:pt x="329584" y="154305"/>
                </a:lnTo>
                <a:lnTo>
                  <a:pt x="320595" y="56929"/>
                </a:lnTo>
                <a:lnTo>
                  <a:pt x="145316" y="60923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440" name="Google Shape;2440;p24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248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442" name="Google Shape;2442;p24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43" name="Google Shape;2443;p24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4" name="Google Shape;2444;p248"/>
          <p:cNvSpPr txBox="1"/>
          <p:nvPr>
            <p:ph idx="2" type="title"/>
          </p:nvPr>
        </p:nvSpPr>
        <p:spPr>
          <a:xfrm>
            <a:off x="707656" y="18815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445" name="Google Shape;2445;p248"/>
          <p:cNvSpPr txBox="1"/>
          <p:nvPr>
            <p:ph hasCustomPrompt="1" idx="3" type="title"/>
          </p:nvPr>
        </p:nvSpPr>
        <p:spPr>
          <a:xfrm>
            <a:off x="707650" y="14548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2446" name="Google Shape;2446;p248"/>
          <p:cNvSpPr txBox="1"/>
          <p:nvPr>
            <p:ph idx="1" type="subTitle"/>
          </p:nvPr>
        </p:nvSpPr>
        <p:spPr>
          <a:xfrm>
            <a:off x="707650" y="22276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7" name="Google Shape;2447;p248"/>
          <p:cNvSpPr txBox="1"/>
          <p:nvPr>
            <p:ph idx="4" type="title"/>
          </p:nvPr>
        </p:nvSpPr>
        <p:spPr>
          <a:xfrm>
            <a:off x="3397294" y="18815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448" name="Google Shape;2448;p248"/>
          <p:cNvSpPr txBox="1"/>
          <p:nvPr>
            <p:ph hasCustomPrompt="1" idx="5" type="title"/>
          </p:nvPr>
        </p:nvSpPr>
        <p:spPr>
          <a:xfrm>
            <a:off x="3397288" y="14548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2449" name="Google Shape;2449;p248"/>
          <p:cNvSpPr txBox="1"/>
          <p:nvPr>
            <p:ph idx="6" type="subTitle"/>
          </p:nvPr>
        </p:nvSpPr>
        <p:spPr>
          <a:xfrm>
            <a:off x="3397288" y="22276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0" name="Google Shape;2450;p248"/>
          <p:cNvSpPr txBox="1"/>
          <p:nvPr>
            <p:ph idx="7" type="title"/>
          </p:nvPr>
        </p:nvSpPr>
        <p:spPr>
          <a:xfrm>
            <a:off x="6086882" y="18815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451" name="Google Shape;2451;p248"/>
          <p:cNvSpPr txBox="1"/>
          <p:nvPr>
            <p:ph hasCustomPrompt="1" idx="8" type="title"/>
          </p:nvPr>
        </p:nvSpPr>
        <p:spPr>
          <a:xfrm>
            <a:off x="6086875" y="14548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2452" name="Google Shape;2452;p248"/>
          <p:cNvSpPr txBox="1"/>
          <p:nvPr>
            <p:ph idx="9" type="subTitle"/>
          </p:nvPr>
        </p:nvSpPr>
        <p:spPr>
          <a:xfrm>
            <a:off x="6086875" y="22276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3" name="Google Shape;2453;p248"/>
          <p:cNvSpPr txBox="1"/>
          <p:nvPr>
            <p:ph idx="13" type="title"/>
          </p:nvPr>
        </p:nvSpPr>
        <p:spPr>
          <a:xfrm>
            <a:off x="707656" y="32924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454" name="Google Shape;2454;p248"/>
          <p:cNvSpPr txBox="1"/>
          <p:nvPr>
            <p:ph hasCustomPrompt="1" idx="14" type="title"/>
          </p:nvPr>
        </p:nvSpPr>
        <p:spPr>
          <a:xfrm>
            <a:off x="707650" y="28657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2455" name="Google Shape;2455;p248"/>
          <p:cNvSpPr txBox="1"/>
          <p:nvPr>
            <p:ph idx="15" type="subTitle"/>
          </p:nvPr>
        </p:nvSpPr>
        <p:spPr>
          <a:xfrm>
            <a:off x="707650" y="36385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6" name="Google Shape;2456;p248"/>
          <p:cNvSpPr txBox="1"/>
          <p:nvPr>
            <p:ph idx="16" type="title"/>
          </p:nvPr>
        </p:nvSpPr>
        <p:spPr>
          <a:xfrm>
            <a:off x="3397294" y="32924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457" name="Google Shape;2457;p248"/>
          <p:cNvSpPr txBox="1"/>
          <p:nvPr>
            <p:ph hasCustomPrompt="1" idx="17" type="title"/>
          </p:nvPr>
        </p:nvSpPr>
        <p:spPr>
          <a:xfrm>
            <a:off x="3397288" y="28657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2458" name="Google Shape;2458;p248"/>
          <p:cNvSpPr txBox="1"/>
          <p:nvPr>
            <p:ph idx="18" type="subTitle"/>
          </p:nvPr>
        </p:nvSpPr>
        <p:spPr>
          <a:xfrm>
            <a:off x="3397288" y="36385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9" name="Google Shape;2459;p248"/>
          <p:cNvSpPr txBox="1"/>
          <p:nvPr>
            <p:ph idx="19" type="title"/>
          </p:nvPr>
        </p:nvSpPr>
        <p:spPr>
          <a:xfrm>
            <a:off x="6086882" y="32924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460" name="Google Shape;2460;p248"/>
          <p:cNvSpPr txBox="1"/>
          <p:nvPr>
            <p:ph hasCustomPrompt="1" idx="20" type="title"/>
          </p:nvPr>
        </p:nvSpPr>
        <p:spPr>
          <a:xfrm>
            <a:off x="6086875" y="28657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2461" name="Google Shape;2461;p248"/>
          <p:cNvSpPr txBox="1"/>
          <p:nvPr>
            <p:ph idx="21" type="subTitle"/>
          </p:nvPr>
        </p:nvSpPr>
        <p:spPr>
          <a:xfrm>
            <a:off x="6086875" y="36385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1">
  <p:cSld name="CUSTOM_2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62" name="Shape 2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3" name="Google Shape;2463;p249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464" name="Google Shape;2464;p249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465" name="Google Shape;2465;p249"/>
          <p:cNvSpPr/>
          <p:nvPr/>
        </p:nvSpPr>
        <p:spPr>
          <a:xfrm>
            <a:off x="1186000" y="1323316"/>
            <a:ext cx="8239600" cy="3957500"/>
          </a:xfrm>
          <a:custGeom>
            <a:rect b="b" l="l" r="r" t="t"/>
            <a:pathLst>
              <a:path extrusionOk="0" h="158300" w="329584">
                <a:moveTo>
                  <a:pt x="0" y="0"/>
                </a:moveTo>
                <a:lnTo>
                  <a:pt x="117851" y="158300"/>
                </a:lnTo>
                <a:lnTo>
                  <a:pt x="329584" y="154305"/>
                </a:lnTo>
                <a:lnTo>
                  <a:pt x="320595" y="56929"/>
                </a:lnTo>
                <a:lnTo>
                  <a:pt x="145316" y="60923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466" name="Google Shape;2466;p24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7" name="Google Shape;2467;p249"/>
          <p:cNvSpPr txBox="1"/>
          <p:nvPr>
            <p:ph idx="1" type="body"/>
          </p:nvPr>
        </p:nvSpPr>
        <p:spPr>
          <a:xfrm>
            <a:off x="4968035" y="2381425"/>
            <a:ext cx="2547000" cy="7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8" name="Google Shape;2468;p24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469" name="Google Shape;2469;p24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0" name="Google Shape;2470;p24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7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2" name="Google Shape;2472;p250"/>
          <p:cNvGrpSpPr/>
          <p:nvPr/>
        </p:nvGrpSpPr>
        <p:grpSpPr>
          <a:xfrm>
            <a:off x="-299629" y="-137325"/>
            <a:ext cx="9550450" cy="5418141"/>
            <a:chOff x="-124850" y="-137325"/>
            <a:chExt cx="9550450" cy="5418141"/>
          </a:xfrm>
        </p:grpSpPr>
        <p:sp>
          <p:nvSpPr>
            <p:cNvPr id="2473" name="Google Shape;2473;p250"/>
            <p:cNvSpPr/>
            <p:nvPr/>
          </p:nvSpPr>
          <p:spPr>
            <a:xfrm flipH="1">
              <a:off x="5180950" y="-137325"/>
              <a:ext cx="4244650" cy="5405675"/>
            </a:xfrm>
            <a:custGeom>
              <a:rect b="b" l="l" r="r" t="t"/>
              <a:pathLst>
                <a:path extrusionOk="0" h="216227" w="169786">
                  <a:moveTo>
                    <a:pt x="57428" y="0"/>
                  </a:moveTo>
                  <a:lnTo>
                    <a:pt x="0" y="0"/>
                  </a:lnTo>
                  <a:lnTo>
                    <a:pt x="0" y="216227"/>
                  </a:lnTo>
                  <a:lnTo>
                    <a:pt x="169786" y="216227"/>
                  </a:lnTo>
                  <a:lnTo>
                    <a:pt x="53433" y="60424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2474" name="Google Shape;2474;p250"/>
            <p:cNvSpPr/>
            <p:nvPr/>
          </p:nvSpPr>
          <p:spPr>
            <a:xfrm flipH="1">
              <a:off x="-124850" y="1323316"/>
              <a:ext cx="8239600" cy="3957500"/>
            </a:xfrm>
            <a:custGeom>
              <a:rect b="b" l="l" r="r" t="t"/>
              <a:pathLst>
                <a:path extrusionOk="0" h="158300" w="329584">
                  <a:moveTo>
                    <a:pt x="0" y="0"/>
                  </a:moveTo>
                  <a:lnTo>
                    <a:pt x="117851" y="158300"/>
                  </a:lnTo>
                  <a:lnTo>
                    <a:pt x="329584" y="154305"/>
                  </a:lnTo>
                  <a:lnTo>
                    <a:pt x="320595" y="56929"/>
                  </a:lnTo>
                  <a:lnTo>
                    <a:pt x="145316" y="60923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2475" name="Google Shape;2475;p250"/>
            <p:cNvSpPr/>
            <p:nvPr/>
          </p:nvSpPr>
          <p:spPr>
            <a:xfrm flipH="1">
              <a:off x="87400" y="-112350"/>
              <a:ext cx="4419400" cy="2958750"/>
            </a:xfrm>
            <a:custGeom>
              <a:rect b="b" l="l" r="r" t="t"/>
              <a:pathLst>
                <a:path extrusionOk="0" h="118350" w="176776">
                  <a:moveTo>
                    <a:pt x="33957" y="0"/>
                  </a:moveTo>
                  <a:lnTo>
                    <a:pt x="176776" y="0"/>
                  </a:lnTo>
                  <a:lnTo>
                    <a:pt x="176776" y="114355"/>
                  </a:lnTo>
                  <a:lnTo>
                    <a:pt x="0" y="11835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2476" name="Google Shape;2476;p25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7" name="Google Shape;2477;p25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478" name="Google Shape;2478;p25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79" name="Google Shape;2479;p25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80" name="Shape 2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1" name="Google Shape;2481;p251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482" name="Google Shape;2482;p251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483" name="Google Shape;2483;p251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484" name="Google Shape;2484;p25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5" name="Google Shape;2485;p251"/>
          <p:cNvSpPr txBox="1"/>
          <p:nvPr>
            <p:ph type="title"/>
          </p:nvPr>
        </p:nvSpPr>
        <p:spPr>
          <a:xfrm>
            <a:off x="2048424" y="15718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486" name="Google Shape;2486;p251"/>
          <p:cNvSpPr txBox="1"/>
          <p:nvPr>
            <p:ph idx="1" type="subTitle"/>
          </p:nvPr>
        </p:nvSpPr>
        <p:spPr>
          <a:xfrm>
            <a:off x="1557925" y="1849666"/>
            <a:ext cx="2639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7" name="Google Shape;2487;p251"/>
          <p:cNvSpPr txBox="1"/>
          <p:nvPr>
            <p:ph idx="2" type="title"/>
          </p:nvPr>
        </p:nvSpPr>
        <p:spPr>
          <a:xfrm>
            <a:off x="5663855" y="15718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488" name="Google Shape;2488;p251"/>
          <p:cNvSpPr txBox="1"/>
          <p:nvPr>
            <p:ph idx="3" type="subTitle"/>
          </p:nvPr>
        </p:nvSpPr>
        <p:spPr>
          <a:xfrm>
            <a:off x="5173352" y="1849660"/>
            <a:ext cx="2639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9" name="Google Shape;2489;p251"/>
          <p:cNvSpPr txBox="1"/>
          <p:nvPr>
            <p:ph idx="4" type="title"/>
          </p:nvPr>
        </p:nvSpPr>
        <p:spPr>
          <a:xfrm>
            <a:off x="3742650" y="294096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490" name="Google Shape;2490;p251"/>
          <p:cNvSpPr txBox="1"/>
          <p:nvPr>
            <p:ph idx="5" type="subTitle"/>
          </p:nvPr>
        </p:nvSpPr>
        <p:spPr>
          <a:xfrm>
            <a:off x="3252150" y="3219961"/>
            <a:ext cx="2639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1" name="Google Shape;2491;p251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492" name="Google Shape;2492;p25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93" name="Google Shape;2493;p25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5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94" name="Shape 2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5" name="Google Shape;2495;p252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496" name="Google Shape;2496;p252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497" name="Google Shape;2497;p252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498" name="Google Shape;2498;p25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9" name="Google Shape;2499;p252">
            <a:hlinkClick/>
          </p:cNvPr>
          <p:cNvSpPr txBox="1"/>
          <p:nvPr>
            <p:ph type="title"/>
          </p:nvPr>
        </p:nvSpPr>
        <p:spPr>
          <a:xfrm>
            <a:off x="713236" y="2503799"/>
            <a:ext cx="2332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500" name="Google Shape;2500;p252"/>
          <p:cNvSpPr txBox="1"/>
          <p:nvPr>
            <p:ph idx="1" type="subTitle"/>
          </p:nvPr>
        </p:nvSpPr>
        <p:spPr>
          <a:xfrm>
            <a:off x="713235" y="2996207"/>
            <a:ext cx="23328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1" name="Google Shape;2501;p252"/>
          <p:cNvSpPr txBox="1"/>
          <p:nvPr>
            <p:ph idx="2" type="title"/>
          </p:nvPr>
        </p:nvSpPr>
        <p:spPr>
          <a:xfrm>
            <a:off x="6097308" y="2503800"/>
            <a:ext cx="2332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502" name="Google Shape;2502;p252"/>
          <p:cNvSpPr txBox="1"/>
          <p:nvPr>
            <p:ph idx="3" type="subTitle"/>
          </p:nvPr>
        </p:nvSpPr>
        <p:spPr>
          <a:xfrm>
            <a:off x="6097311" y="2996202"/>
            <a:ext cx="23328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3" name="Google Shape;2503;p252"/>
          <p:cNvSpPr txBox="1"/>
          <p:nvPr>
            <p:ph idx="4" type="title"/>
          </p:nvPr>
        </p:nvSpPr>
        <p:spPr>
          <a:xfrm>
            <a:off x="3405610" y="2503801"/>
            <a:ext cx="2332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504" name="Google Shape;2504;p252"/>
          <p:cNvSpPr txBox="1"/>
          <p:nvPr>
            <p:ph idx="5" type="subTitle"/>
          </p:nvPr>
        </p:nvSpPr>
        <p:spPr>
          <a:xfrm>
            <a:off x="3405609" y="3000768"/>
            <a:ext cx="23328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5" name="Google Shape;2505;p252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506" name="Google Shape;2506;p25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07" name="Google Shape;2507;p25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5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08" name="Shape 2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9" name="Google Shape;2509;p253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510" name="Google Shape;2510;p253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511" name="Google Shape;2511;p253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512" name="Google Shape;2512;p25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3" name="Google Shape;2513;p253"/>
          <p:cNvSpPr txBox="1"/>
          <p:nvPr>
            <p:ph type="title"/>
          </p:nvPr>
        </p:nvSpPr>
        <p:spPr>
          <a:xfrm>
            <a:off x="5200938" y="3459472"/>
            <a:ext cx="3229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514" name="Google Shape;2514;p253"/>
          <p:cNvSpPr txBox="1"/>
          <p:nvPr>
            <p:ph idx="1" type="subTitle"/>
          </p:nvPr>
        </p:nvSpPr>
        <p:spPr>
          <a:xfrm>
            <a:off x="5200924" y="3799476"/>
            <a:ext cx="3229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15" name="Google Shape;2515;p253"/>
          <p:cNvSpPr txBox="1"/>
          <p:nvPr>
            <p:ph idx="2" type="title"/>
          </p:nvPr>
        </p:nvSpPr>
        <p:spPr>
          <a:xfrm>
            <a:off x="5200935" y="1353000"/>
            <a:ext cx="3229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516" name="Google Shape;2516;p253"/>
          <p:cNvSpPr txBox="1"/>
          <p:nvPr>
            <p:ph idx="3" type="subTitle"/>
          </p:nvPr>
        </p:nvSpPr>
        <p:spPr>
          <a:xfrm>
            <a:off x="5200924" y="1693001"/>
            <a:ext cx="3229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17" name="Google Shape;2517;p253"/>
          <p:cNvSpPr txBox="1"/>
          <p:nvPr>
            <p:ph idx="4" type="title"/>
          </p:nvPr>
        </p:nvSpPr>
        <p:spPr>
          <a:xfrm>
            <a:off x="5200938" y="2427412"/>
            <a:ext cx="3229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518" name="Google Shape;2518;p253"/>
          <p:cNvSpPr txBox="1"/>
          <p:nvPr>
            <p:ph idx="5" type="subTitle"/>
          </p:nvPr>
        </p:nvSpPr>
        <p:spPr>
          <a:xfrm>
            <a:off x="5200921" y="2769273"/>
            <a:ext cx="3229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19" name="Google Shape;2519;p253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520" name="Google Shape;2520;p25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21" name="Google Shape;2521;p25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22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254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524" name="Google Shape;2524;p254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525" name="Google Shape;2525;p254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526" name="Google Shape;2526;p25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p254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28" name="Google Shape;2528;p254"/>
          <p:cNvSpPr txBox="1"/>
          <p:nvPr>
            <p:ph idx="2" type="title"/>
          </p:nvPr>
        </p:nvSpPr>
        <p:spPr>
          <a:xfrm>
            <a:off x="2271525" y="158527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529" name="Google Shape;2529;p254"/>
          <p:cNvSpPr txBox="1"/>
          <p:nvPr>
            <p:ph idx="1" type="subTitle"/>
          </p:nvPr>
        </p:nvSpPr>
        <p:spPr>
          <a:xfrm>
            <a:off x="1496175" y="1871730"/>
            <a:ext cx="27327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0" name="Google Shape;2530;p254"/>
          <p:cNvSpPr txBox="1"/>
          <p:nvPr>
            <p:ph idx="3" type="title"/>
          </p:nvPr>
        </p:nvSpPr>
        <p:spPr>
          <a:xfrm>
            <a:off x="2271525" y="309697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531" name="Google Shape;2531;p254"/>
          <p:cNvSpPr txBox="1"/>
          <p:nvPr>
            <p:ph idx="4" type="subTitle"/>
          </p:nvPr>
        </p:nvSpPr>
        <p:spPr>
          <a:xfrm>
            <a:off x="1496175" y="3391207"/>
            <a:ext cx="27327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2" name="Google Shape;2532;p254"/>
          <p:cNvSpPr txBox="1"/>
          <p:nvPr>
            <p:ph idx="5" type="title"/>
          </p:nvPr>
        </p:nvSpPr>
        <p:spPr>
          <a:xfrm>
            <a:off x="5601525" y="158527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533" name="Google Shape;2533;p254"/>
          <p:cNvSpPr txBox="1"/>
          <p:nvPr>
            <p:ph idx="6" type="subTitle"/>
          </p:nvPr>
        </p:nvSpPr>
        <p:spPr>
          <a:xfrm>
            <a:off x="4915125" y="1871730"/>
            <a:ext cx="27327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4" name="Google Shape;2534;p254"/>
          <p:cNvSpPr txBox="1"/>
          <p:nvPr>
            <p:ph idx="7" type="title"/>
          </p:nvPr>
        </p:nvSpPr>
        <p:spPr>
          <a:xfrm>
            <a:off x="5601525" y="309712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535" name="Google Shape;2535;p254"/>
          <p:cNvSpPr txBox="1"/>
          <p:nvPr>
            <p:ph idx="8" type="subTitle"/>
          </p:nvPr>
        </p:nvSpPr>
        <p:spPr>
          <a:xfrm>
            <a:off x="4915125" y="3389946"/>
            <a:ext cx="27327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536" name="Google Shape;2536;p25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7" name="Google Shape;2537;p25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38" name="Shape 2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" name="Google Shape;2539;p255"/>
          <p:cNvSpPr/>
          <p:nvPr/>
        </p:nvSpPr>
        <p:spPr>
          <a:xfrm flipH="1" rot="10800000">
            <a:off x="-74900" y="1635441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540" name="Google Shape;2540;p255"/>
          <p:cNvSpPr/>
          <p:nvPr/>
        </p:nvSpPr>
        <p:spPr>
          <a:xfrm flipH="1" rot="10800000">
            <a:off x="-74909" y="-74900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541" name="Google Shape;2541;p255"/>
          <p:cNvSpPr/>
          <p:nvPr/>
        </p:nvSpPr>
        <p:spPr>
          <a:xfrm flipH="1" rot="10800000">
            <a:off x="1672891" y="1385757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542" name="Google Shape;2542;p25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3" name="Google Shape;2543;p255"/>
          <p:cNvSpPr txBox="1"/>
          <p:nvPr>
            <p:ph type="title"/>
          </p:nvPr>
        </p:nvSpPr>
        <p:spPr>
          <a:xfrm>
            <a:off x="1695750" y="1784933"/>
            <a:ext cx="575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4" name="Google Shape;2544;p255"/>
          <p:cNvSpPr txBox="1"/>
          <p:nvPr>
            <p:ph idx="1" type="subTitle"/>
          </p:nvPr>
        </p:nvSpPr>
        <p:spPr>
          <a:xfrm>
            <a:off x="2607250" y="2837758"/>
            <a:ext cx="3699300" cy="2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545" name="Google Shape;2545;p25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6" name="Google Shape;2546;p25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6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47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8" name="Google Shape;2548;p256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549" name="Google Shape;2549;p256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550" name="Google Shape;2550;p25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1" name="Google Shape;2551;p256"/>
          <p:cNvSpPr txBox="1"/>
          <p:nvPr>
            <p:ph type="title"/>
          </p:nvPr>
        </p:nvSpPr>
        <p:spPr>
          <a:xfrm>
            <a:off x="4215400" y="1558650"/>
            <a:ext cx="38883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52" name="Google Shape;2552;p256"/>
          <p:cNvSpPr txBox="1"/>
          <p:nvPr>
            <p:ph idx="1" type="subTitle"/>
          </p:nvPr>
        </p:nvSpPr>
        <p:spPr>
          <a:xfrm>
            <a:off x="4215396" y="3247925"/>
            <a:ext cx="3888300" cy="2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553" name="Google Shape;2553;p25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4" name="Google Shape;2554;p25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55" name="Shape 2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6" name="Google Shape;2556;p257"/>
          <p:cNvSpPr/>
          <p:nvPr/>
        </p:nvSpPr>
        <p:spPr>
          <a:xfrm>
            <a:off x="-112366" y="-74900"/>
            <a:ext cx="4455825" cy="3945000"/>
          </a:xfrm>
          <a:custGeom>
            <a:rect b="b" l="l" r="r" t="t"/>
            <a:pathLst>
              <a:path extrusionOk="0" h="157800" w="178233">
                <a:moveTo>
                  <a:pt x="128338" y="0"/>
                </a:moveTo>
                <a:lnTo>
                  <a:pt x="0" y="0"/>
                </a:lnTo>
                <a:lnTo>
                  <a:pt x="0" y="157800"/>
                </a:lnTo>
                <a:lnTo>
                  <a:pt x="178233" y="110043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557" name="Google Shape;2557;p257"/>
          <p:cNvSpPr/>
          <p:nvPr/>
        </p:nvSpPr>
        <p:spPr>
          <a:xfrm>
            <a:off x="3096091" y="-74900"/>
            <a:ext cx="6204650" cy="4232150"/>
          </a:xfrm>
          <a:custGeom>
            <a:rect b="b" l="l" r="r" t="t"/>
            <a:pathLst>
              <a:path extrusionOk="0" h="169286" w="248186">
                <a:moveTo>
                  <a:pt x="0" y="0"/>
                </a:moveTo>
                <a:lnTo>
                  <a:pt x="248186" y="0"/>
                </a:lnTo>
                <a:lnTo>
                  <a:pt x="247687" y="169286"/>
                </a:lnTo>
                <a:lnTo>
                  <a:pt x="48938" y="11135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558" name="Google Shape;2558;p257"/>
          <p:cNvSpPr/>
          <p:nvPr/>
        </p:nvSpPr>
        <p:spPr>
          <a:xfrm>
            <a:off x="-124825" y="2696600"/>
            <a:ext cx="6564300" cy="2559275"/>
          </a:xfrm>
          <a:custGeom>
            <a:rect b="b" l="l" r="r" t="t"/>
            <a:pathLst>
              <a:path extrusionOk="0" h="102371" w="262572">
                <a:moveTo>
                  <a:pt x="0" y="46941"/>
                </a:moveTo>
                <a:lnTo>
                  <a:pt x="0" y="102371"/>
                </a:lnTo>
                <a:lnTo>
                  <a:pt x="262572" y="102362"/>
                </a:lnTo>
                <a:lnTo>
                  <a:pt x="242678" y="19120"/>
                </a:lnTo>
                <a:lnTo>
                  <a:pt x="177276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559" name="Google Shape;2559;p257"/>
          <p:cNvSpPr/>
          <p:nvPr/>
        </p:nvSpPr>
        <p:spPr>
          <a:xfrm>
            <a:off x="5930009" y="3160026"/>
            <a:ext cx="3395700" cy="2134800"/>
          </a:xfrm>
          <a:custGeom>
            <a:rect b="b" l="l" r="r" t="t"/>
            <a:pathLst>
              <a:path extrusionOk="0" h="85392" w="135828">
                <a:moveTo>
                  <a:pt x="0" y="0"/>
                </a:moveTo>
                <a:lnTo>
                  <a:pt x="135828" y="40449"/>
                </a:lnTo>
                <a:lnTo>
                  <a:pt x="135828" y="85392"/>
                </a:lnTo>
                <a:lnTo>
                  <a:pt x="20973" y="85392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560" name="Google Shape;2560;p25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1" name="Google Shape;2561;p25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2562" name="Google Shape;2562;p25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3" name="Google Shape;2563;p25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64" name="Shape 2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5" name="Google Shape;2565;p258"/>
          <p:cNvGrpSpPr/>
          <p:nvPr/>
        </p:nvGrpSpPr>
        <p:grpSpPr>
          <a:xfrm flipH="1">
            <a:off x="-136250" y="-74900"/>
            <a:ext cx="9461959" cy="5380700"/>
            <a:chOff x="-124834" y="-74900"/>
            <a:chExt cx="9461959" cy="5380700"/>
          </a:xfrm>
        </p:grpSpPr>
        <p:sp>
          <p:nvSpPr>
            <p:cNvPr id="2566" name="Google Shape;2566;p258"/>
            <p:cNvSpPr/>
            <p:nvPr/>
          </p:nvSpPr>
          <p:spPr>
            <a:xfrm>
              <a:off x="-112366" y="-74900"/>
              <a:ext cx="4455825" cy="3945000"/>
            </a:xfrm>
            <a:custGeom>
              <a:rect b="b" l="l" r="r" t="t"/>
              <a:pathLst>
                <a:path extrusionOk="0" h="157800" w="178233">
                  <a:moveTo>
                    <a:pt x="128338" y="0"/>
                  </a:moveTo>
                  <a:lnTo>
                    <a:pt x="0" y="0"/>
                  </a:lnTo>
                  <a:lnTo>
                    <a:pt x="0" y="157800"/>
                  </a:lnTo>
                  <a:lnTo>
                    <a:pt x="178233" y="110043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  <p:sp>
          <p:nvSpPr>
            <p:cNvPr id="2567" name="Google Shape;2567;p258"/>
            <p:cNvSpPr/>
            <p:nvPr/>
          </p:nvSpPr>
          <p:spPr>
            <a:xfrm>
              <a:off x="3096091" y="-74900"/>
              <a:ext cx="6204650" cy="4232150"/>
            </a:xfrm>
            <a:custGeom>
              <a:rect b="b" l="l" r="r" t="t"/>
              <a:pathLst>
                <a:path extrusionOk="0" h="169286" w="248186">
                  <a:moveTo>
                    <a:pt x="0" y="0"/>
                  </a:moveTo>
                  <a:lnTo>
                    <a:pt x="248186" y="0"/>
                  </a:lnTo>
                  <a:lnTo>
                    <a:pt x="247687" y="169286"/>
                  </a:lnTo>
                  <a:lnTo>
                    <a:pt x="48938" y="111359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2568" name="Google Shape;2568;p258"/>
            <p:cNvSpPr/>
            <p:nvPr/>
          </p:nvSpPr>
          <p:spPr>
            <a:xfrm>
              <a:off x="-124834" y="2696591"/>
              <a:ext cx="6579175" cy="2559275"/>
            </a:xfrm>
            <a:custGeom>
              <a:rect b="b" l="l" r="r" t="t"/>
              <a:pathLst>
                <a:path extrusionOk="0" h="102371" w="263167">
                  <a:moveTo>
                    <a:pt x="0" y="46941"/>
                  </a:moveTo>
                  <a:lnTo>
                    <a:pt x="0" y="102371"/>
                  </a:lnTo>
                  <a:lnTo>
                    <a:pt x="263167" y="102371"/>
                  </a:lnTo>
                  <a:lnTo>
                    <a:pt x="241195" y="18976"/>
                  </a:lnTo>
                  <a:lnTo>
                    <a:pt x="177276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2569" name="Google Shape;2569;p258"/>
            <p:cNvSpPr/>
            <p:nvPr/>
          </p:nvSpPr>
          <p:spPr>
            <a:xfrm>
              <a:off x="5887625" y="3176625"/>
              <a:ext cx="3449500" cy="2129175"/>
            </a:xfrm>
            <a:custGeom>
              <a:rect b="b" l="l" r="r" t="t"/>
              <a:pathLst>
                <a:path extrusionOk="0" h="85167" w="137980">
                  <a:moveTo>
                    <a:pt x="0" y="0"/>
                  </a:moveTo>
                  <a:lnTo>
                    <a:pt x="137980" y="39627"/>
                  </a:lnTo>
                  <a:lnTo>
                    <a:pt x="137523" y="85167"/>
                  </a:lnTo>
                  <a:lnTo>
                    <a:pt x="22885" y="83685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</p:grpSp>
      <p:sp>
        <p:nvSpPr>
          <p:cNvPr id="2570" name="Google Shape;2570;p25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1" name="Google Shape;2571;p258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2572" name="Google Shape;2572;p25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3" name="Google Shape;2573;p25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74" name="Shape 2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Google Shape;2575;p259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576" name="Google Shape;2576;p259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577" name="Google Shape;2577;p259"/>
          <p:cNvSpPr/>
          <p:nvPr/>
        </p:nvSpPr>
        <p:spPr>
          <a:xfrm>
            <a:off x="3387250" y="-62425"/>
            <a:ext cx="5826100" cy="5343250"/>
          </a:xfrm>
          <a:custGeom>
            <a:rect b="b" l="l" r="r" t="t"/>
            <a:pathLst>
              <a:path extrusionOk="0" h="213730" w="233044">
                <a:moveTo>
                  <a:pt x="187102" y="0"/>
                </a:moveTo>
                <a:lnTo>
                  <a:pt x="233044" y="0"/>
                </a:lnTo>
                <a:lnTo>
                  <a:pt x="233044" y="213730"/>
                </a:lnTo>
                <a:lnTo>
                  <a:pt x="28920" y="208579"/>
                </a:lnTo>
                <a:lnTo>
                  <a:pt x="0" y="18603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578" name="Google Shape;2578;p25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9" name="Google Shape;2579;p25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580" name="Google Shape;2580;p25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1" name="Google Shape;2581;p25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82" name="Shape 2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3" name="Google Shape;2583;p260"/>
          <p:cNvSpPr/>
          <p:nvPr/>
        </p:nvSpPr>
        <p:spPr>
          <a:xfrm>
            <a:off x="4919975" y="-87400"/>
            <a:ext cx="4293375" cy="5280825"/>
          </a:xfrm>
          <a:custGeom>
            <a:rect b="b" l="l" r="r" t="t"/>
            <a:pathLst>
              <a:path extrusionOk="0" h="211233" w="171735">
                <a:moveTo>
                  <a:pt x="24921" y="0"/>
                </a:moveTo>
                <a:lnTo>
                  <a:pt x="171735" y="0"/>
                </a:lnTo>
                <a:lnTo>
                  <a:pt x="171735" y="211233"/>
                </a:lnTo>
                <a:lnTo>
                  <a:pt x="0" y="209809"/>
                </a:lnTo>
                <a:lnTo>
                  <a:pt x="127791" y="11585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584" name="Google Shape;2584;p260"/>
          <p:cNvSpPr/>
          <p:nvPr/>
        </p:nvSpPr>
        <p:spPr>
          <a:xfrm flipH="1">
            <a:off x="107364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585" name="Google Shape;2585;p260"/>
          <p:cNvSpPr/>
          <p:nvPr/>
        </p:nvSpPr>
        <p:spPr>
          <a:xfrm>
            <a:off x="-62425" y="-62425"/>
            <a:ext cx="5755225" cy="5343250"/>
          </a:xfrm>
          <a:custGeom>
            <a:rect b="b" l="l" r="r" t="t"/>
            <a:pathLst>
              <a:path extrusionOk="0" h="213730" w="230209">
                <a:moveTo>
                  <a:pt x="45942" y="0"/>
                </a:moveTo>
                <a:lnTo>
                  <a:pt x="0" y="0"/>
                </a:lnTo>
                <a:lnTo>
                  <a:pt x="0" y="213730"/>
                </a:lnTo>
                <a:lnTo>
                  <a:pt x="199078" y="209028"/>
                </a:lnTo>
                <a:lnTo>
                  <a:pt x="230209" y="18576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586" name="Google Shape;2586;p26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7" name="Google Shape;2587;p26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588" name="Google Shape;2588;p26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89" name="Google Shape;2589;p26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90" name="Shape 2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91" name="Google Shape;2591;p26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2" name="Google Shape;2592;p261"/>
          <p:cNvSpPr/>
          <p:nvPr/>
        </p:nvSpPr>
        <p:spPr>
          <a:xfrm>
            <a:off x="-62416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593" name="Google Shape;2593;p261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594" name="Google Shape;2594;p261"/>
          <p:cNvSpPr/>
          <p:nvPr/>
        </p:nvSpPr>
        <p:spPr>
          <a:xfrm>
            <a:off x="3447275" y="-62425"/>
            <a:ext cx="5766075" cy="5343250"/>
          </a:xfrm>
          <a:custGeom>
            <a:rect b="b" l="l" r="r" t="t"/>
            <a:pathLst>
              <a:path extrusionOk="0" h="213730" w="230643">
                <a:moveTo>
                  <a:pt x="184701" y="0"/>
                </a:moveTo>
                <a:lnTo>
                  <a:pt x="230643" y="0"/>
                </a:lnTo>
                <a:lnTo>
                  <a:pt x="230643" y="213730"/>
                </a:lnTo>
                <a:lnTo>
                  <a:pt x="33163" y="210250"/>
                </a:lnTo>
                <a:lnTo>
                  <a:pt x="0" y="185989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595" name="Google Shape;2595;p26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p261"/>
          <p:cNvSpPr txBox="1"/>
          <p:nvPr>
            <p:ph type="title"/>
          </p:nvPr>
        </p:nvSpPr>
        <p:spPr>
          <a:xfrm>
            <a:off x="1051489" y="1754375"/>
            <a:ext cx="21336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597" name="Google Shape;2597;p261"/>
          <p:cNvSpPr txBox="1"/>
          <p:nvPr>
            <p:ph idx="1" type="subTitle"/>
          </p:nvPr>
        </p:nvSpPr>
        <p:spPr>
          <a:xfrm>
            <a:off x="1184989" y="2121233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98" name="Google Shape;2598;p261"/>
          <p:cNvSpPr txBox="1"/>
          <p:nvPr>
            <p:ph idx="2" type="title"/>
          </p:nvPr>
        </p:nvSpPr>
        <p:spPr>
          <a:xfrm>
            <a:off x="1051489" y="3204650"/>
            <a:ext cx="21336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599" name="Google Shape;2599;p261"/>
          <p:cNvSpPr txBox="1"/>
          <p:nvPr>
            <p:ph idx="3" type="subTitle"/>
          </p:nvPr>
        </p:nvSpPr>
        <p:spPr>
          <a:xfrm>
            <a:off x="1184989" y="3595392"/>
            <a:ext cx="18666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00" name="Google Shape;2600;p261"/>
          <p:cNvSpPr txBox="1"/>
          <p:nvPr>
            <p:ph idx="4" type="title"/>
          </p:nvPr>
        </p:nvSpPr>
        <p:spPr>
          <a:xfrm>
            <a:off x="3470378" y="1754375"/>
            <a:ext cx="21162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601" name="Google Shape;2601;p261"/>
          <p:cNvSpPr txBox="1"/>
          <p:nvPr>
            <p:ph idx="5" type="subTitle"/>
          </p:nvPr>
        </p:nvSpPr>
        <p:spPr>
          <a:xfrm>
            <a:off x="3595178" y="2121226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02" name="Google Shape;2602;p261"/>
          <p:cNvSpPr txBox="1"/>
          <p:nvPr>
            <p:ph idx="6" type="title"/>
          </p:nvPr>
        </p:nvSpPr>
        <p:spPr>
          <a:xfrm>
            <a:off x="3470378" y="3204650"/>
            <a:ext cx="21162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603" name="Google Shape;2603;p261"/>
          <p:cNvSpPr txBox="1"/>
          <p:nvPr>
            <p:ph idx="7" type="subTitle"/>
          </p:nvPr>
        </p:nvSpPr>
        <p:spPr>
          <a:xfrm>
            <a:off x="3595178" y="3595392"/>
            <a:ext cx="18666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04" name="Google Shape;2604;p261"/>
          <p:cNvSpPr txBox="1"/>
          <p:nvPr>
            <p:ph idx="8" type="title"/>
          </p:nvPr>
        </p:nvSpPr>
        <p:spPr>
          <a:xfrm>
            <a:off x="5983511" y="1754375"/>
            <a:ext cx="21090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605" name="Google Shape;2605;p261"/>
          <p:cNvSpPr txBox="1"/>
          <p:nvPr>
            <p:ph idx="9" type="subTitle"/>
          </p:nvPr>
        </p:nvSpPr>
        <p:spPr>
          <a:xfrm>
            <a:off x="6104711" y="2121226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06" name="Google Shape;2606;p261"/>
          <p:cNvSpPr txBox="1"/>
          <p:nvPr>
            <p:ph idx="13" type="title"/>
          </p:nvPr>
        </p:nvSpPr>
        <p:spPr>
          <a:xfrm>
            <a:off x="5983511" y="3204650"/>
            <a:ext cx="21090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607" name="Google Shape;2607;p261"/>
          <p:cNvSpPr txBox="1"/>
          <p:nvPr>
            <p:ph idx="14" type="subTitle"/>
          </p:nvPr>
        </p:nvSpPr>
        <p:spPr>
          <a:xfrm>
            <a:off x="6104711" y="3595392"/>
            <a:ext cx="18666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608" name="Google Shape;2608;p26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09" name="Google Shape;2609;p26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10" name="Google Shape;2610;p261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1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11" name="Shape 2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2" name="Google Shape;2612;p262"/>
          <p:cNvSpPr/>
          <p:nvPr/>
        </p:nvSpPr>
        <p:spPr>
          <a:xfrm>
            <a:off x="-62416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613" name="Google Shape;2613;p262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614" name="Google Shape;2614;p262"/>
          <p:cNvSpPr/>
          <p:nvPr/>
        </p:nvSpPr>
        <p:spPr>
          <a:xfrm>
            <a:off x="3447275" y="-62425"/>
            <a:ext cx="5766075" cy="5343250"/>
          </a:xfrm>
          <a:custGeom>
            <a:rect b="b" l="l" r="r" t="t"/>
            <a:pathLst>
              <a:path extrusionOk="0" h="213730" w="230643">
                <a:moveTo>
                  <a:pt x="184701" y="0"/>
                </a:moveTo>
                <a:lnTo>
                  <a:pt x="230643" y="0"/>
                </a:lnTo>
                <a:lnTo>
                  <a:pt x="230643" y="213730"/>
                </a:lnTo>
                <a:lnTo>
                  <a:pt x="33163" y="210250"/>
                </a:lnTo>
                <a:lnTo>
                  <a:pt x="0" y="185989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615" name="Google Shape;2615;p26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6" name="Google Shape;2616;p262"/>
          <p:cNvSpPr txBox="1"/>
          <p:nvPr>
            <p:ph type="title"/>
          </p:nvPr>
        </p:nvSpPr>
        <p:spPr>
          <a:xfrm>
            <a:off x="713229" y="1392000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617" name="Google Shape;2617;p262"/>
          <p:cNvSpPr txBox="1"/>
          <p:nvPr>
            <p:ph idx="1" type="subTitle"/>
          </p:nvPr>
        </p:nvSpPr>
        <p:spPr>
          <a:xfrm>
            <a:off x="713231" y="1793096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18" name="Google Shape;2618;p262"/>
          <p:cNvSpPr txBox="1"/>
          <p:nvPr>
            <p:ph idx="2" type="title"/>
          </p:nvPr>
        </p:nvSpPr>
        <p:spPr>
          <a:xfrm>
            <a:off x="713244" y="3403806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619" name="Google Shape;2619;p262"/>
          <p:cNvSpPr txBox="1"/>
          <p:nvPr>
            <p:ph idx="3" type="subTitle"/>
          </p:nvPr>
        </p:nvSpPr>
        <p:spPr>
          <a:xfrm>
            <a:off x="713231" y="3804899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20" name="Google Shape;2620;p262"/>
          <p:cNvSpPr txBox="1"/>
          <p:nvPr>
            <p:ph idx="4" type="title"/>
          </p:nvPr>
        </p:nvSpPr>
        <p:spPr>
          <a:xfrm>
            <a:off x="713247" y="2397903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621" name="Google Shape;2621;p262"/>
          <p:cNvSpPr txBox="1"/>
          <p:nvPr>
            <p:ph idx="5" type="subTitle"/>
          </p:nvPr>
        </p:nvSpPr>
        <p:spPr>
          <a:xfrm>
            <a:off x="713250" y="2799005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22" name="Google Shape;2622;p262"/>
          <p:cNvSpPr txBox="1"/>
          <p:nvPr>
            <p:ph idx="6" type="title"/>
          </p:nvPr>
        </p:nvSpPr>
        <p:spPr>
          <a:xfrm>
            <a:off x="5895420" y="2397903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623" name="Google Shape;2623;p262"/>
          <p:cNvSpPr txBox="1"/>
          <p:nvPr>
            <p:ph idx="7" type="subTitle"/>
          </p:nvPr>
        </p:nvSpPr>
        <p:spPr>
          <a:xfrm>
            <a:off x="5895424" y="2798996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24" name="Google Shape;2624;p262"/>
          <p:cNvSpPr txBox="1"/>
          <p:nvPr>
            <p:ph idx="8" type="title"/>
          </p:nvPr>
        </p:nvSpPr>
        <p:spPr>
          <a:xfrm>
            <a:off x="5895437" y="1392000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625" name="Google Shape;2625;p262"/>
          <p:cNvSpPr txBox="1"/>
          <p:nvPr>
            <p:ph idx="9" type="subTitle"/>
          </p:nvPr>
        </p:nvSpPr>
        <p:spPr>
          <a:xfrm>
            <a:off x="5895435" y="1793090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26" name="Google Shape;2626;p262"/>
          <p:cNvSpPr txBox="1"/>
          <p:nvPr>
            <p:ph idx="13" type="title"/>
          </p:nvPr>
        </p:nvSpPr>
        <p:spPr>
          <a:xfrm>
            <a:off x="5895437" y="3403806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627" name="Google Shape;2627;p262"/>
          <p:cNvSpPr txBox="1"/>
          <p:nvPr>
            <p:ph idx="14" type="subTitle"/>
          </p:nvPr>
        </p:nvSpPr>
        <p:spPr>
          <a:xfrm>
            <a:off x="5895435" y="3804899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28" name="Google Shape;2628;p262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629" name="Google Shape;2629;p26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30" name="Google Shape;2630;p26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31" name="Shape 2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2" name="Google Shape;2632;p263"/>
          <p:cNvSpPr/>
          <p:nvPr/>
        </p:nvSpPr>
        <p:spPr>
          <a:xfrm>
            <a:off x="-55980" y="-27995"/>
            <a:ext cx="5691450" cy="5224950"/>
          </a:xfrm>
          <a:custGeom>
            <a:rect b="b" l="l" r="r" t="t"/>
            <a:pathLst>
              <a:path extrusionOk="0" h="208998" w="227658">
                <a:moveTo>
                  <a:pt x="197428" y="208998"/>
                </a:moveTo>
                <a:lnTo>
                  <a:pt x="0" y="208998"/>
                </a:lnTo>
                <a:lnTo>
                  <a:pt x="0" y="0"/>
                </a:lnTo>
                <a:lnTo>
                  <a:pt x="46651" y="0"/>
                </a:lnTo>
                <a:lnTo>
                  <a:pt x="69417" y="22393"/>
                </a:lnTo>
                <a:lnTo>
                  <a:pt x="226165" y="180261"/>
                </a:lnTo>
                <a:lnTo>
                  <a:pt x="227658" y="18772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633" name="Google Shape;2633;p263"/>
          <p:cNvSpPr/>
          <p:nvPr/>
        </p:nvSpPr>
        <p:spPr>
          <a:xfrm flipH="1">
            <a:off x="4881322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634" name="Google Shape;2634;p263"/>
          <p:cNvSpPr/>
          <p:nvPr/>
        </p:nvSpPr>
        <p:spPr>
          <a:xfrm flipH="1">
            <a:off x="107364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635" name="Google Shape;2635;p26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6" name="Google Shape;2636;p263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37" name="Google Shape;2637;p263"/>
          <p:cNvSpPr txBox="1"/>
          <p:nvPr>
            <p:ph idx="2" type="title"/>
          </p:nvPr>
        </p:nvSpPr>
        <p:spPr>
          <a:xfrm>
            <a:off x="1848226" y="15090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638" name="Google Shape;2638;p263"/>
          <p:cNvSpPr txBox="1"/>
          <p:nvPr>
            <p:ph idx="1" type="subTitle"/>
          </p:nvPr>
        </p:nvSpPr>
        <p:spPr>
          <a:xfrm>
            <a:off x="1608525" y="1799405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39" name="Google Shape;2639;p263"/>
          <p:cNvSpPr txBox="1"/>
          <p:nvPr>
            <p:ph idx="3" type="title"/>
          </p:nvPr>
        </p:nvSpPr>
        <p:spPr>
          <a:xfrm>
            <a:off x="1848226" y="30969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640" name="Google Shape;2640;p263"/>
          <p:cNvSpPr txBox="1"/>
          <p:nvPr>
            <p:ph idx="4" type="subTitle"/>
          </p:nvPr>
        </p:nvSpPr>
        <p:spPr>
          <a:xfrm>
            <a:off x="1608525" y="3483426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41" name="Google Shape;2641;p263"/>
          <p:cNvSpPr txBox="1"/>
          <p:nvPr>
            <p:ph idx="5" type="title"/>
          </p:nvPr>
        </p:nvSpPr>
        <p:spPr>
          <a:xfrm>
            <a:off x="5272526" y="15090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642" name="Google Shape;2642;p263"/>
          <p:cNvSpPr txBox="1"/>
          <p:nvPr>
            <p:ph idx="6" type="subTitle"/>
          </p:nvPr>
        </p:nvSpPr>
        <p:spPr>
          <a:xfrm>
            <a:off x="5032825" y="1799405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43" name="Google Shape;2643;p263"/>
          <p:cNvSpPr txBox="1"/>
          <p:nvPr>
            <p:ph idx="7" type="title"/>
          </p:nvPr>
        </p:nvSpPr>
        <p:spPr>
          <a:xfrm>
            <a:off x="5272526" y="309712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2644" name="Google Shape;2644;p263"/>
          <p:cNvSpPr txBox="1"/>
          <p:nvPr>
            <p:ph idx="8" type="subTitle"/>
          </p:nvPr>
        </p:nvSpPr>
        <p:spPr>
          <a:xfrm>
            <a:off x="5032825" y="3482981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645" name="Google Shape;2645;p26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46" name="Google Shape;2646;p26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47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p264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649" name="Google Shape;2649;p264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650" name="Google Shape;2650;p264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651" name="Google Shape;2651;p264"/>
          <p:cNvSpPr/>
          <p:nvPr/>
        </p:nvSpPr>
        <p:spPr>
          <a:xfrm>
            <a:off x="5867575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652" name="Google Shape;2652;p26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3" name="Google Shape;2653;p26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654" name="Google Shape;2654;p26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55" name="Google Shape;2655;p26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6" name="Google Shape;2656;p264"/>
          <p:cNvSpPr txBox="1"/>
          <p:nvPr>
            <p:ph idx="1" type="subTitle"/>
          </p:nvPr>
        </p:nvSpPr>
        <p:spPr>
          <a:xfrm>
            <a:off x="2014850" y="1937938"/>
            <a:ext cx="2427600" cy="1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57" name="Shape 2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8" name="Google Shape;2658;p265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659" name="Google Shape;2659;p265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660" name="Google Shape;2660;p26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26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662" name="Google Shape;2662;p26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63" name="Google Shape;2663;p26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64" name="Google Shape;2664;p265"/>
          <p:cNvSpPr txBox="1"/>
          <p:nvPr>
            <p:ph idx="1" type="subTitle"/>
          </p:nvPr>
        </p:nvSpPr>
        <p:spPr>
          <a:xfrm>
            <a:off x="5163175" y="1938025"/>
            <a:ext cx="2427600" cy="1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65" name="Shape 2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6" name="Google Shape;2666;p266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667" name="Google Shape;2667;p266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668" name="Google Shape;2668;p26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69" name="Google Shape;2669;p26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0" name="Google Shape;2670;p26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1" name="Google Shape;2671;p266"/>
          <p:cNvSpPr txBox="1"/>
          <p:nvPr>
            <p:ph idx="1" type="body"/>
          </p:nvPr>
        </p:nvSpPr>
        <p:spPr>
          <a:xfrm>
            <a:off x="713225" y="1348475"/>
            <a:ext cx="7717500" cy="28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72" name="Google Shape;2672;p266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73" name="Shape 2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4" name="Google Shape;2674;p267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675" name="Google Shape;2675;p267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676" name="Google Shape;2676;p26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77" name="Google Shape;2677;p26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8" name="Google Shape;2678;p26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9" name="Google Shape;2679;p267"/>
          <p:cNvSpPr txBox="1"/>
          <p:nvPr>
            <p:ph idx="1" type="body"/>
          </p:nvPr>
        </p:nvSpPr>
        <p:spPr>
          <a:xfrm>
            <a:off x="713225" y="1348475"/>
            <a:ext cx="7717500" cy="28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80" name="Google Shape;2680;p26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_1_2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81" name="Shape 2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2" name="Google Shape;2682;p268"/>
          <p:cNvGrpSpPr/>
          <p:nvPr/>
        </p:nvGrpSpPr>
        <p:grpSpPr>
          <a:xfrm>
            <a:off x="-299629" y="-137325"/>
            <a:ext cx="9550450" cy="5418141"/>
            <a:chOff x="-124850" y="-137325"/>
            <a:chExt cx="9550450" cy="5418141"/>
          </a:xfrm>
        </p:grpSpPr>
        <p:sp>
          <p:nvSpPr>
            <p:cNvPr id="2683" name="Google Shape;2683;p268"/>
            <p:cNvSpPr/>
            <p:nvPr/>
          </p:nvSpPr>
          <p:spPr>
            <a:xfrm flipH="1">
              <a:off x="5180950" y="-137325"/>
              <a:ext cx="4244650" cy="5405675"/>
            </a:xfrm>
            <a:custGeom>
              <a:rect b="b" l="l" r="r" t="t"/>
              <a:pathLst>
                <a:path extrusionOk="0" h="216227" w="169786">
                  <a:moveTo>
                    <a:pt x="57428" y="0"/>
                  </a:moveTo>
                  <a:lnTo>
                    <a:pt x="0" y="0"/>
                  </a:lnTo>
                  <a:lnTo>
                    <a:pt x="0" y="216227"/>
                  </a:lnTo>
                  <a:lnTo>
                    <a:pt x="169786" y="216227"/>
                  </a:lnTo>
                  <a:lnTo>
                    <a:pt x="53433" y="60424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2684" name="Google Shape;2684;p268"/>
            <p:cNvSpPr/>
            <p:nvPr/>
          </p:nvSpPr>
          <p:spPr>
            <a:xfrm flipH="1">
              <a:off x="-124850" y="1323316"/>
              <a:ext cx="8239600" cy="3957500"/>
            </a:xfrm>
            <a:custGeom>
              <a:rect b="b" l="l" r="r" t="t"/>
              <a:pathLst>
                <a:path extrusionOk="0" h="158300" w="329584">
                  <a:moveTo>
                    <a:pt x="0" y="0"/>
                  </a:moveTo>
                  <a:lnTo>
                    <a:pt x="117851" y="158300"/>
                  </a:lnTo>
                  <a:lnTo>
                    <a:pt x="329584" y="154305"/>
                  </a:lnTo>
                  <a:lnTo>
                    <a:pt x="320595" y="56929"/>
                  </a:lnTo>
                  <a:lnTo>
                    <a:pt x="145316" y="60923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2685" name="Google Shape;2685;p268"/>
            <p:cNvSpPr/>
            <p:nvPr/>
          </p:nvSpPr>
          <p:spPr>
            <a:xfrm flipH="1">
              <a:off x="87400" y="-112350"/>
              <a:ext cx="4419400" cy="2958750"/>
            </a:xfrm>
            <a:custGeom>
              <a:rect b="b" l="l" r="r" t="t"/>
              <a:pathLst>
                <a:path extrusionOk="0" h="118350" w="176776">
                  <a:moveTo>
                    <a:pt x="33957" y="0"/>
                  </a:moveTo>
                  <a:lnTo>
                    <a:pt x="176776" y="0"/>
                  </a:lnTo>
                  <a:lnTo>
                    <a:pt x="176776" y="114355"/>
                  </a:lnTo>
                  <a:lnTo>
                    <a:pt x="0" y="11835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2686" name="Google Shape;2686;p26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87" name="Google Shape;2687;p26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88" name="Google Shape;2688;p26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9" name="Google Shape;2689;p268"/>
          <p:cNvSpPr txBox="1"/>
          <p:nvPr>
            <p:ph idx="1" type="body"/>
          </p:nvPr>
        </p:nvSpPr>
        <p:spPr>
          <a:xfrm>
            <a:off x="713225" y="1348475"/>
            <a:ext cx="7717500" cy="29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90" name="Google Shape;2690;p268"/>
          <p:cNvSpPr txBox="1"/>
          <p:nvPr>
            <p:ph type="title"/>
          </p:nvPr>
        </p:nvSpPr>
        <p:spPr>
          <a:xfrm>
            <a:off x="713250" y="683125"/>
            <a:ext cx="7717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_1_2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91" name="Shape 2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2" name="Google Shape;2692;p269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693" name="Google Shape;2693;p269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694" name="Google Shape;2694;p269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695" name="Google Shape;2695;p26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96" name="Google Shape;2696;p26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7" name="Google Shape;2697;p26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8" name="Google Shape;2698;p269"/>
          <p:cNvSpPr txBox="1"/>
          <p:nvPr>
            <p:ph idx="1" type="body"/>
          </p:nvPr>
        </p:nvSpPr>
        <p:spPr>
          <a:xfrm>
            <a:off x="713225" y="1348475"/>
            <a:ext cx="7717500" cy="29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99" name="Google Shape;2699;p26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00" name="Shape 2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1" name="Google Shape;2701;p270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702" name="Google Shape;2702;p270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703" name="Google Shape;2703;p270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704" name="Google Shape;2704;p270"/>
          <p:cNvSpPr/>
          <p:nvPr/>
        </p:nvSpPr>
        <p:spPr>
          <a:xfrm>
            <a:off x="5867575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705" name="Google Shape;2705;p27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6" name="Google Shape;2706;p27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707" name="Google Shape;2707;p27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08" name="Google Shape;2708;p27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1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09" name="Shape 2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0" name="Google Shape;2710;p271"/>
          <p:cNvSpPr/>
          <p:nvPr/>
        </p:nvSpPr>
        <p:spPr>
          <a:xfrm>
            <a:off x="1974642" y="3927350"/>
            <a:ext cx="4028750" cy="1428400"/>
          </a:xfrm>
          <a:custGeom>
            <a:rect b="b" l="l" r="r" t="t"/>
            <a:pathLst>
              <a:path extrusionOk="0" h="57136" w="161150">
                <a:moveTo>
                  <a:pt x="161150" y="57136"/>
                </a:moveTo>
                <a:lnTo>
                  <a:pt x="0" y="50398"/>
                </a:lnTo>
                <a:lnTo>
                  <a:pt x="46254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711" name="Google Shape;2711;p271"/>
          <p:cNvSpPr/>
          <p:nvPr/>
        </p:nvSpPr>
        <p:spPr>
          <a:xfrm>
            <a:off x="636700" y="-1622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215727" y="221220"/>
                </a:moveTo>
                <a:lnTo>
                  <a:pt x="344564" y="221220"/>
                </a:lnTo>
                <a:lnTo>
                  <a:pt x="343908" y="103150"/>
                </a:lnTo>
                <a:lnTo>
                  <a:pt x="165790" y="108862"/>
                </a:lnTo>
                <a:lnTo>
                  <a:pt x="0" y="0"/>
                </a:lnTo>
                <a:lnTo>
                  <a:pt x="100872" y="164792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712" name="Google Shape;2712;p271"/>
          <p:cNvSpPr/>
          <p:nvPr/>
        </p:nvSpPr>
        <p:spPr>
          <a:xfrm>
            <a:off x="600075" y="-199725"/>
            <a:ext cx="8638250" cy="2759025"/>
          </a:xfrm>
          <a:custGeom>
            <a:rect b="b" l="l" r="r" t="t"/>
            <a:pathLst>
              <a:path extrusionOk="0" h="110361" w="345530">
                <a:moveTo>
                  <a:pt x="345373" y="104648"/>
                </a:moveTo>
                <a:lnTo>
                  <a:pt x="345530" y="0"/>
                </a:lnTo>
                <a:lnTo>
                  <a:pt x="0" y="534"/>
                </a:lnTo>
                <a:lnTo>
                  <a:pt x="166756" y="11036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713" name="Google Shape;2713;p271"/>
          <p:cNvSpPr/>
          <p:nvPr/>
        </p:nvSpPr>
        <p:spPr>
          <a:xfrm>
            <a:off x="-237200" y="-212225"/>
            <a:ext cx="3422675" cy="5580450"/>
          </a:xfrm>
          <a:custGeom>
            <a:rect b="b" l="l" r="r" t="t"/>
            <a:pathLst>
              <a:path extrusionOk="0" h="223218" w="136907">
                <a:moveTo>
                  <a:pt x="81896" y="223218"/>
                </a:moveTo>
                <a:lnTo>
                  <a:pt x="0" y="223218"/>
                </a:lnTo>
                <a:lnTo>
                  <a:pt x="0" y="0"/>
                </a:lnTo>
                <a:lnTo>
                  <a:pt x="33457" y="0"/>
                </a:lnTo>
                <a:lnTo>
                  <a:pt x="136907" y="163139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714" name="Google Shape;2714;p27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5" name="Google Shape;2715;p271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716" name="Google Shape;2716;p27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17" name="Google Shape;2717;p27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1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18" name="Shape 2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9" name="Google Shape;2719;p272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720" name="Google Shape;2720;p272"/>
          <p:cNvSpPr/>
          <p:nvPr/>
        </p:nvSpPr>
        <p:spPr>
          <a:xfrm>
            <a:off x="632825" y="2596700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721" name="Google Shape;2721;p272"/>
          <p:cNvSpPr/>
          <p:nvPr/>
        </p:nvSpPr>
        <p:spPr>
          <a:xfrm flipH="1">
            <a:off x="-237191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722" name="Google Shape;2722;p27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3" name="Google Shape;2723;p272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724" name="Google Shape;2724;p27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25" name="Google Shape;2725;p27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26" name="Shape 2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7" name="Google Shape;2727;p273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728" name="Google Shape;2728;p273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729" name="Google Shape;2729;p273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730" name="Google Shape;2730;p27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1" name="Google Shape;2731;p273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732" name="Google Shape;2732;p27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3" name="Google Shape;2733;p27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CUSTOM_1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34" name="Shape 2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p274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736" name="Google Shape;2736;p274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737" name="Google Shape;2737;p274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738" name="Google Shape;2738;p27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9" name="Google Shape;2739;p27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740" name="Google Shape;2740;p27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41" name="Google Shape;2741;p27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CUSTOM_1_1_1_1_1_1_2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42" name="Shape 2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3" name="Google Shape;2743;p275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744" name="Google Shape;2744;p275"/>
          <p:cNvSpPr/>
          <p:nvPr/>
        </p:nvSpPr>
        <p:spPr>
          <a:xfrm>
            <a:off x="545550" y="2596700"/>
            <a:ext cx="8694300" cy="2781500"/>
          </a:xfrm>
          <a:custGeom>
            <a:rect b="b" l="l" r="r" t="t"/>
            <a:pathLst>
              <a:path extrusionOk="0" h="111260" w="347772">
                <a:moveTo>
                  <a:pt x="347772" y="6056"/>
                </a:moveTo>
                <a:lnTo>
                  <a:pt x="347711" y="110361"/>
                </a:lnTo>
                <a:lnTo>
                  <a:pt x="0" y="111260"/>
                </a:lnTo>
                <a:lnTo>
                  <a:pt x="168937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745" name="Google Shape;2745;p275"/>
          <p:cNvSpPr/>
          <p:nvPr/>
        </p:nvSpPr>
        <p:spPr>
          <a:xfrm flipH="1">
            <a:off x="1816614" y="-199750"/>
            <a:ext cx="4203083" cy="139822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746" name="Google Shape;2746;p275"/>
          <p:cNvSpPr/>
          <p:nvPr/>
        </p:nvSpPr>
        <p:spPr>
          <a:xfrm>
            <a:off x="-226275" y="-287950"/>
            <a:ext cx="3383225" cy="5656175"/>
          </a:xfrm>
          <a:custGeom>
            <a:rect b="b" l="l" r="r" t="t"/>
            <a:pathLst>
              <a:path extrusionOk="0" h="226247" w="135329">
                <a:moveTo>
                  <a:pt x="78639" y="0"/>
                </a:moveTo>
                <a:lnTo>
                  <a:pt x="0" y="3029"/>
                </a:lnTo>
                <a:lnTo>
                  <a:pt x="0" y="226247"/>
                </a:lnTo>
                <a:lnTo>
                  <a:pt x="33457" y="226247"/>
                </a:lnTo>
                <a:lnTo>
                  <a:pt x="135329" y="60956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747" name="Google Shape;2747;p27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8" name="Google Shape;2748;p27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749" name="Google Shape;2749;p27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0" name="Google Shape;2750;p27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CUSTOM_1_1_1_1_1_1_2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51" name="Shape 2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2" name="Google Shape;2752;p276"/>
          <p:cNvSpPr/>
          <p:nvPr/>
        </p:nvSpPr>
        <p:spPr>
          <a:xfrm flipH="1" rot="10800000">
            <a:off x="-111375" y="-1747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753" name="Google Shape;2753;p276"/>
          <p:cNvSpPr/>
          <p:nvPr/>
        </p:nvSpPr>
        <p:spPr>
          <a:xfrm rot="10800000">
            <a:off x="-98900" y="-212225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754" name="Google Shape;2754;p27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5" name="Google Shape;2755;p276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756" name="Google Shape;2756;p27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57" name="Google Shape;2757;p27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3">
  <p:cSld name="CUSTOM_1_1_1_1_1_1_2_1_1_1_1_1_1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58" name="Shape 2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59" name="Google Shape;2759;p277"/>
          <p:cNvGrpSpPr/>
          <p:nvPr/>
        </p:nvGrpSpPr>
        <p:grpSpPr>
          <a:xfrm>
            <a:off x="-149800" y="-124843"/>
            <a:ext cx="9350666" cy="5418150"/>
            <a:chOff x="-149800" y="-124843"/>
            <a:chExt cx="9350666" cy="5418150"/>
          </a:xfrm>
        </p:grpSpPr>
        <p:sp>
          <p:nvSpPr>
            <p:cNvPr id="2760" name="Google Shape;2760;p277"/>
            <p:cNvSpPr/>
            <p:nvPr/>
          </p:nvSpPr>
          <p:spPr>
            <a:xfrm>
              <a:off x="-149800" y="1164482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2761" name="Google Shape;2761;p277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2762" name="Google Shape;2762;p27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3" name="Google Shape;2763;p27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764" name="Google Shape;2764;p27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65" name="Google Shape;2765;p27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4">
  <p:cSld name="CUSTOM_1_1_1_1_1_1_2_1_1_1_1_1_1_1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66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p278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768" name="Google Shape;2768;p278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769" name="Google Shape;2769;p278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770" name="Google Shape;2770;p27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1" name="Google Shape;2771;p278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772" name="Google Shape;2772;p27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73" name="Google Shape;2773;p27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5">
  <p:cSld name="CUSTOM_1_1_1_1_1_1_2_1_1_1_1_1_1_1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74" name="Shape 2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" name="Google Shape;2775;p279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776" name="Google Shape;2776;p279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777" name="Google Shape;2777;p27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8" name="Google Shape;2778;p279"/>
          <p:cNvSpPr txBox="1"/>
          <p:nvPr>
            <p:ph type="title"/>
          </p:nvPr>
        </p:nvSpPr>
        <p:spPr>
          <a:xfrm>
            <a:off x="713275" y="683125"/>
            <a:ext cx="7717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779" name="Google Shape;2779;p27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0" name="Google Shape;2780;p27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6">
  <p:cSld name="CUSTOM_1_1_1_1_1_1_2_1_1_1_1_1_1_1_1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81" name="Shape 2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2" name="Google Shape;2782;p280"/>
          <p:cNvSpPr/>
          <p:nvPr/>
        </p:nvSpPr>
        <p:spPr>
          <a:xfrm flipH="1" rot="10800000">
            <a:off x="-74909" y="-62416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783" name="Google Shape;2783;p280"/>
          <p:cNvSpPr/>
          <p:nvPr/>
        </p:nvSpPr>
        <p:spPr>
          <a:xfrm flipH="1" rot="10800000">
            <a:off x="1672891" y="1398241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784" name="Google Shape;2784;p28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85" name="Google Shape;2785;p28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86" name="Google Shape;2786;p28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87" name="Google Shape;2787;p28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7">
  <p:cSld name="CUSTOM_1_1_1_1_1_1_2_1_1_1_1_1_1_1_1_2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88" name="Shape 2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9" name="Google Shape;2789;p281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790" name="Google Shape;2790;p281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791" name="Google Shape;2791;p28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792" name="Google Shape;2792;p28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93" name="Google Shape;2793;p28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94" name="Google Shape;2794;p281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_1_1_1_1_2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95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282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797" name="Google Shape;2797;p282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798" name="Google Shape;2798;p28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9" name="Google Shape;2799;p282"/>
          <p:cNvSpPr txBox="1"/>
          <p:nvPr>
            <p:ph type="title"/>
          </p:nvPr>
        </p:nvSpPr>
        <p:spPr>
          <a:xfrm>
            <a:off x="1042450" y="2874242"/>
            <a:ext cx="3702300" cy="62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00" name="Google Shape;2800;p282"/>
          <p:cNvSpPr txBox="1"/>
          <p:nvPr>
            <p:ph hasCustomPrompt="1" idx="2" type="title"/>
          </p:nvPr>
        </p:nvSpPr>
        <p:spPr>
          <a:xfrm>
            <a:off x="1042504" y="1276888"/>
            <a:ext cx="3702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01" name="Google Shape;2801;p282"/>
          <p:cNvSpPr txBox="1"/>
          <p:nvPr>
            <p:ph idx="1" type="subTitle"/>
          </p:nvPr>
        </p:nvSpPr>
        <p:spPr>
          <a:xfrm>
            <a:off x="1042450" y="3718263"/>
            <a:ext cx="3702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02" name="Google Shape;2802;p282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803" name="Google Shape;2803;p28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04" name="Google Shape;2804;p28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_1_1_1_1_1_2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05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p283"/>
          <p:cNvSpPr/>
          <p:nvPr/>
        </p:nvSpPr>
        <p:spPr>
          <a:xfrm>
            <a:off x="636700" y="-1622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215727" y="221220"/>
                </a:moveTo>
                <a:lnTo>
                  <a:pt x="344564" y="221220"/>
                </a:lnTo>
                <a:lnTo>
                  <a:pt x="343908" y="103150"/>
                </a:lnTo>
                <a:lnTo>
                  <a:pt x="165790" y="108862"/>
                </a:lnTo>
                <a:lnTo>
                  <a:pt x="0" y="0"/>
                </a:lnTo>
                <a:lnTo>
                  <a:pt x="100872" y="164792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807" name="Google Shape;2807;p283"/>
          <p:cNvSpPr/>
          <p:nvPr/>
        </p:nvSpPr>
        <p:spPr>
          <a:xfrm>
            <a:off x="600075" y="-199725"/>
            <a:ext cx="8638250" cy="2759025"/>
          </a:xfrm>
          <a:custGeom>
            <a:rect b="b" l="l" r="r" t="t"/>
            <a:pathLst>
              <a:path extrusionOk="0" h="110361" w="345530">
                <a:moveTo>
                  <a:pt x="345373" y="104648"/>
                </a:moveTo>
                <a:lnTo>
                  <a:pt x="345530" y="0"/>
                </a:lnTo>
                <a:lnTo>
                  <a:pt x="0" y="534"/>
                </a:lnTo>
                <a:lnTo>
                  <a:pt x="166756" y="11036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808" name="Google Shape;2808;p28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9" name="Google Shape;2809;p283"/>
          <p:cNvSpPr txBox="1"/>
          <p:nvPr>
            <p:ph type="title"/>
          </p:nvPr>
        </p:nvSpPr>
        <p:spPr>
          <a:xfrm>
            <a:off x="4444188" y="2874242"/>
            <a:ext cx="3702300" cy="62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10" name="Google Shape;2810;p283"/>
          <p:cNvSpPr txBox="1"/>
          <p:nvPr>
            <p:ph hasCustomPrompt="1" idx="2" type="title"/>
          </p:nvPr>
        </p:nvSpPr>
        <p:spPr>
          <a:xfrm>
            <a:off x="4444242" y="1276888"/>
            <a:ext cx="3702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11" name="Google Shape;2811;p283"/>
          <p:cNvSpPr txBox="1"/>
          <p:nvPr>
            <p:ph idx="1" type="subTitle"/>
          </p:nvPr>
        </p:nvSpPr>
        <p:spPr>
          <a:xfrm>
            <a:off x="4444188" y="3718263"/>
            <a:ext cx="3702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12" name="Google Shape;2812;p283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813" name="Google Shape;2813;p28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14" name="Google Shape;2814;p28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_1_1_1_1_1_2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15" name="Shape 2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" name="Google Shape;2816;p284"/>
          <p:cNvSpPr/>
          <p:nvPr/>
        </p:nvSpPr>
        <p:spPr>
          <a:xfrm>
            <a:off x="-239800" y="-124825"/>
            <a:ext cx="4422355" cy="5368200"/>
          </a:xfrm>
          <a:custGeom>
            <a:rect b="b" l="l" r="r" t="t"/>
            <a:pathLst>
              <a:path extrusionOk="0" h="214728" w="174280">
                <a:moveTo>
                  <a:pt x="2997" y="0"/>
                </a:moveTo>
                <a:lnTo>
                  <a:pt x="174280" y="125341"/>
                </a:lnTo>
                <a:lnTo>
                  <a:pt x="174280" y="214728"/>
                </a:lnTo>
                <a:lnTo>
                  <a:pt x="0" y="214728"/>
                </a:lnTo>
                <a:lnTo>
                  <a:pt x="0" y="49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817" name="Google Shape;2817;p284"/>
          <p:cNvSpPr/>
          <p:nvPr/>
        </p:nvSpPr>
        <p:spPr>
          <a:xfrm>
            <a:off x="4182502" y="1960030"/>
            <a:ext cx="4219583" cy="3295825"/>
          </a:xfrm>
          <a:custGeom>
            <a:rect b="b" l="l" r="r" t="t"/>
            <a:pathLst>
              <a:path extrusionOk="0" h="131833" w="166289">
                <a:moveTo>
                  <a:pt x="0" y="131833"/>
                </a:moveTo>
                <a:lnTo>
                  <a:pt x="12484" y="131334"/>
                </a:lnTo>
                <a:lnTo>
                  <a:pt x="166289" y="131334"/>
                </a:lnTo>
                <a:lnTo>
                  <a:pt x="95878" y="0"/>
                </a:lnTo>
                <a:lnTo>
                  <a:pt x="0" y="42946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818" name="Google Shape;2818;p284"/>
          <p:cNvSpPr/>
          <p:nvPr/>
        </p:nvSpPr>
        <p:spPr>
          <a:xfrm>
            <a:off x="-151090" y="-99863"/>
            <a:ext cx="6918621" cy="3121050"/>
          </a:xfrm>
          <a:custGeom>
            <a:rect b="b" l="l" r="r" t="t"/>
            <a:pathLst>
              <a:path extrusionOk="0" h="124842" w="272655">
                <a:moveTo>
                  <a:pt x="0" y="0"/>
                </a:moveTo>
                <a:lnTo>
                  <a:pt x="272655" y="0"/>
                </a:lnTo>
                <a:lnTo>
                  <a:pt x="266164" y="82895"/>
                </a:lnTo>
                <a:lnTo>
                  <a:pt x="171284" y="124842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819" name="Google Shape;2819;p284"/>
          <p:cNvSpPr/>
          <p:nvPr/>
        </p:nvSpPr>
        <p:spPr>
          <a:xfrm>
            <a:off x="6626802" y="1954877"/>
            <a:ext cx="2785600" cy="3323000"/>
          </a:xfrm>
          <a:custGeom>
            <a:rect b="b" l="l" r="r" t="t"/>
            <a:pathLst>
              <a:path extrusionOk="0" h="132920" w="111424">
                <a:moveTo>
                  <a:pt x="0" y="878"/>
                </a:moveTo>
                <a:lnTo>
                  <a:pt x="71505" y="132920"/>
                </a:lnTo>
                <a:lnTo>
                  <a:pt x="111424" y="132920"/>
                </a:lnTo>
                <a:lnTo>
                  <a:pt x="107038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820" name="Google Shape;2820;p28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1" name="Google Shape;2821;p284"/>
          <p:cNvSpPr txBox="1"/>
          <p:nvPr>
            <p:ph type="title"/>
          </p:nvPr>
        </p:nvSpPr>
        <p:spPr>
          <a:xfrm>
            <a:off x="2764312" y="2746230"/>
            <a:ext cx="3615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22" name="Google Shape;2822;p284"/>
          <p:cNvSpPr txBox="1"/>
          <p:nvPr>
            <p:ph hasCustomPrompt="1" idx="2" type="title"/>
          </p:nvPr>
        </p:nvSpPr>
        <p:spPr>
          <a:xfrm>
            <a:off x="2764365" y="1148900"/>
            <a:ext cx="3615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23" name="Google Shape;2823;p284"/>
          <p:cNvSpPr txBox="1"/>
          <p:nvPr>
            <p:ph idx="1" type="subTitle"/>
          </p:nvPr>
        </p:nvSpPr>
        <p:spPr>
          <a:xfrm>
            <a:off x="2764312" y="3590275"/>
            <a:ext cx="3615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24" name="Google Shape;2824;p284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825" name="Google Shape;2825;p28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6" name="Google Shape;2826;p28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1_1_1_1_1_1_2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27" name="Shape 2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8" name="Google Shape;2828;p285"/>
          <p:cNvSpPr/>
          <p:nvPr/>
        </p:nvSpPr>
        <p:spPr>
          <a:xfrm rot="10800000">
            <a:off x="2684116" y="-137325"/>
            <a:ext cx="6629125" cy="2933800"/>
          </a:xfrm>
          <a:custGeom>
            <a:rect b="b" l="l" r="r" t="t"/>
            <a:pathLst>
              <a:path extrusionOk="0" h="117352" w="265165">
                <a:moveTo>
                  <a:pt x="155803" y="0"/>
                </a:moveTo>
                <a:lnTo>
                  <a:pt x="218724" y="40948"/>
                </a:lnTo>
                <a:lnTo>
                  <a:pt x="265165" y="117352"/>
                </a:lnTo>
                <a:lnTo>
                  <a:pt x="0" y="117352"/>
                </a:lnTo>
                <a:lnTo>
                  <a:pt x="0" y="58426"/>
                </a:lnTo>
                <a:lnTo>
                  <a:pt x="57427" y="5842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829" name="Google Shape;2829;p285"/>
          <p:cNvSpPr/>
          <p:nvPr/>
        </p:nvSpPr>
        <p:spPr>
          <a:xfrm>
            <a:off x="2883850" y="3632900"/>
            <a:ext cx="6354475" cy="1598000"/>
          </a:xfrm>
          <a:custGeom>
            <a:rect b="b" l="l" r="r" t="t"/>
            <a:pathLst>
              <a:path extrusionOk="0" h="63920" w="254179">
                <a:moveTo>
                  <a:pt x="153806" y="0"/>
                </a:moveTo>
                <a:lnTo>
                  <a:pt x="0" y="63920"/>
                </a:lnTo>
                <a:lnTo>
                  <a:pt x="254179" y="6392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830" name="Google Shape;2830;p285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831" name="Google Shape;2831;p28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2" name="Google Shape;2832;p285"/>
          <p:cNvSpPr txBox="1"/>
          <p:nvPr>
            <p:ph type="title"/>
          </p:nvPr>
        </p:nvSpPr>
        <p:spPr>
          <a:xfrm>
            <a:off x="4319913" y="2618205"/>
            <a:ext cx="3702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33" name="Google Shape;2833;p285"/>
          <p:cNvSpPr txBox="1"/>
          <p:nvPr>
            <p:ph hasCustomPrompt="1" idx="2" type="title"/>
          </p:nvPr>
        </p:nvSpPr>
        <p:spPr>
          <a:xfrm>
            <a:off x="4319967" y="1148888"/>
            <a:ext cx="3702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34" name="Google Shape;2834;p285"/>
          <p:cNvSpPr txBox="1"/>
          <p:nvPr>
            <p:ph idx="1" type="subTitle"/>
          </p:nvPr>
        </p:nvSpPr>
        <p:spPr>
          <a:xfrm>
            <a:off x="4319913" y="3437863"/>
            <a:ext cx="3702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35" name="Google Shape;2835;p285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836" name="Google Shape;2836;p28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7" name="Google Shape;2837;p28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1_1_1_1_1_1_2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38" name="Shape 2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9" name="Google Shape;2839;p286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840" name="Google Shape;2840;p286"/>
          <p:cNvSpPr/>
          <p:nvPr/>
        </p:nvSpPr>
        <p:spPr>
          <a:xfrm>
            <a:off x="632825" y="2596700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841" name="Google Shape;2841;p286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842" name="Google Shape;2842;p28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3" name="Google Shape;2843;p286"/>
          <p:cNvSpPr txBox="1"/>
          <p:nvPr>
            <p:ph type="title"/>
          </p:nvPr>
        </p:nvSpPr>
        <p:spPr>
          <a:xfrm>
            <a:off x="839825" y="2798905"/>
            <a:ext cx="35691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44" name="Google Shape;2844;p286"/>
          <p:cNvSpPr txBox="1"/>
          <p:nvPr>
            <p:ph hasCustomPrompt="1" idx="2" type="title"/>
          </p:nvPr>
        </p:nvSpPr>
        <p:spPr>
          <a:xfrm>
            <a:off x="839877" y="1201575"/>
            <a:ext cx="35691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5" name="Google Shape;2845;p286"/>
          <p:cNvSpPr txBox="1"/>
          <p:nvPr>
            <p:ph idx="1" type="subTitle"/>
          </p:nvPr>
        </p:nvSpPr>
        <p:spPr>
          <a:xfrm>
            <a:off x="839825" y="3642950"/>
            <a:ext cx="35691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46" name="Google Shape;2846;p286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847" name="Google Shape;2847;p28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8" name="Google Shape;2848;p28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6">
  <p:cSld name="CUSTOM_1_1_1_1_1_1_2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49" name="Shape 2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0" name="Google Shape;2850;p287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851" name="Google Shape;2851;p287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852" name="Google Shape;2852;p287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853" name="Google Shape;2853;p28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4" name="Google Shape;2854;p287"/>
          <p:cNvSpPr txBox="1"/>
          <p:nvPr>
            <p:ph type="title"/>
          </p:nvPr>
        </p:nvSpPr>
        <p:spPr>
          <a:xfrm>
            <a:off x="3150162" y="2536338"/>
            <a:ext cx="28437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55" name="Google Shape;2855;p287"/>
          <p:cNvSpPr txBox="1"/>
          <p:nvPr>
            <p:ph hasCustomPrompt="1" idx="2" type="title"/>
          </p:nvPr>
        </p:nvSpPr>
        <p:spPr>
          <a:xfrm>
            <a:off x="3150226" y="1104400"/>
            <a:ext cx="28437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56" name="Google Shape;2856;p287"/>
          <p:cNvSpPr txBox="1"/>
          <p:nvPr>
            <p:ph idx="1" type="subTitle"/>
          </p:nvPr>
        </p:nvSpPr>
        <p:spPr>
          <a:xfrm>
            <a:off x="3150162" y="3791875"/>
            <a:ext cx="28437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57" name="Google Shape;2857;p287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858" name="Google Shape;2858;p28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59" name="Google Shape;2859;p28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7">
  <p:cSld name="CUSTOM_1_1_1_1_1_1_2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60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p288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862" name="Google Shape;2862;p288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863" name="Google Shape;2863;p288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864" name="Google Shape;2864;p28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5" name="Google Shape;2865;p288"/>
          <p:cNvSpPr txBox="1"/>
          <p:nvPr>
            <p:ph type="title"/>
          </p:nvPr>
        </p:nvSpPr>
        <p:spPr>
          <a:xfrm>
            <a:off x="3024350" y="2536338"/>
            <a:ext cx="30954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66" name="Google Shape;2866;p288"/>
          <p:cNvSpPr txBox="1"/>
          <p:nvPr>
            <p:ph hasCustomPrompt="1" idx="2" type="title"/>
          </p:nvPr>
        </p:nvSpPr>
        <p:spPr>
          <a:xfrm>
            <a:off x="3024420" y="1104400"/>
            <a:ext cx="30954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67" name="Google Shape;2867;p288"/>
          <p:cNvSpPr txBox="1"/>
          <p:nvPr>
            <p:ph idx="1" type="subTitle"/>
          </p:nvPr>
        </p:nvSpPr>
        <p:spPr>
          <a:xfrm>
            <a:off x="3024350" y="3791875"/>
            <a:ext cx="30954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68" name="Google Shape;2868;p288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869" name="Google Shape;2869;p28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0" name="Google Shape;2870;p28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8">
  <p:cSld name="CUSTOM_1_1_1_1_1_1_2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71" name="Shape 2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2" name="Google Shape;2872;p289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873" name="Google Shape;2873;p289"/>
          <p:cNvSpPr/>
          <p:nvPr/>
        </p:nvSpPr>
        <p:spPr>
          <a:xfrm flipH="1">
            <a:off x="1816614" y="-199750"/>
            <a:ext cx="4203083" cy="139822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874" name="Google Shape;2874;p289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875" name="Google Shape;2875;p28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6" name="Google Shape;2876;p289"/>
          <p:cNvSpPr txBox="1"/>
          <p:nvPr>
            <p:ph type="title"/>
          </p:nvPr>
        </p:nvSpPr>
        <p:spPr>
          <a:xfrm>
            <a:off x="4416625" y="2536338"/>
            <a:ext cx="40140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77" name="Google Shape;2877;p289"/>
          <p:cNvSpPr txBox="1"/>
          <p:nvPr>
            <p:ph hasCustomPrompt="1" idx="2" type="title"/>
          </p:nvPr>
        </p:nvSpPr>
        <p:spPr>
          <a:xfrm>
            <a:off x="4416715" y="1104400"/>
            <a:ext cx="40140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78" name="Google Shape;2878;p289"/>
          <p:cNvSpPr txBox="1"/>
          <p:nvPr>
            <p:ph idx="1" type="subTitle"/>
          </p:nvPr>
        </p:nvSpPr>
        <p:spPr>
          <a:xfrm>
            <a:off x="4416625" y="3791875"/>
            <a:ext cx="40140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79" name="Google Shape;2879;p289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880" name="Google Shape;2880;p28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1" name="Google Shape;2881;p28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9">
  <p:cSld name="CUSTOM_1_1_1_1_1_1_2_1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82" name="Shape 2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3" name="Google Shape;2883;p290"/>
          <p:cNvSpPr/>
          <p:nvPr/>
        </p:nvSpPr>
        <p:spPr>
          <a:xfrm flipH="1" rot="10800000">
            <a:off x="-74900" y="1635441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884" name="Google Shape;2884;p290"/>
          <p:cNvSpPr/>
          <p:nvPr/>
        </p:nvSpPr>
        <p:spPr>
          <a:xfrm flipH="1" rot="10800000">
            <a:off x="-74909" y="-74900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885" name="Google Shape;2885;p290"/>
          <p:cNvSpPr/>
          <p:nvPr/>
        </p:nvSpPr>
        <p:spPr>
          <a:xfrm flipH="1" rot="10800000">
            <a:off x="1672891" y="1385757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886" name="Google Shape;2886;p29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7" name="Google Shape;2887;p290"/>
          <p:cNvSpPr txBox="1"/>
          <p:nvPr>
            <p:ph type="title"/>
          </p:nvPr>
        </p:nvSpPr>
        <p:spPr>
          <a:xfrm>
            <a:off x="811150" y="2524950"/>
            <a:ext cx="40140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88" name="Google Shape;2888;p290"/>
          <p:cNvSpPr txBox="1"/>
          <p:nvPr>
            <p:ph hasCustomPrompt="1" idx="2" type="title"/>
          </p:nvPr>
        </p:nvSpPr>
        <p:spPr>
          <a:xfrm>
            <a:off x="811240" y="1093013"/>
            <a:ext cx="40140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89" name="Google Shape;2889;p290"/>
          <p:cNvSpPr txBox="1"/>
          <p:nvPr>
            <p:ph idx="1" type="subTitle"/>
          </p:nvPr>
        </p:nvSpPr>
        <p:spPr>
          <a:xfrm>
            <a:off x="811150" y="3780488"/>
            <a:ext cx="40140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890" name="Google Shape;2890;p290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891" name="Google Shape;2891;p29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2" name="Google Shape;2892;p29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93" name="Shape 2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94" name="Google Shape;2894;p291"/>
          <p:cNvGrpSpPr/>
          <p:nvPr/>
        </p:nvGrpSpPr>
        <p:grpSpPr>
          <a:xfrm>
            <a:off x="-149800" y="-124843"/>
            <a:ext cx="9363150" cy="5430643"/>
            <a:chOff x="-149800" y="-124843"/>
            <a:chExt cx="9363150" cy="5430643"/>
          </a:xfrm>
        </p:grpSpPr>
        <p:sp>
          <p:nvSpPr>
            <p:cNvPr id="2895" name="Google Shape;2895;p291"/>
            <p:cNvSpPr/>
            <p:nvPr/>
          </p:nvSpPr>
          <p:spPr>
            <a:xfrm>
              <a:off x="-149800" y="-112350"/>
              <a:ext cx="7428100" cy="2272125"/>
            </a:xfrm>
            <a:custGeom>
              <a:rect b="b" l="l" r="r" t="t"/>
              <a:pathLst>
                <a:path extrusionOk="0" h="90885" w="297124">
                  <a:moveTo>
                    <a:pt x="0" y="90885"/>
                  </a:moveTo>
                  <a:lnTo>
                    <a:pt x="0" y="80897"/>
                  </a:lnTo>
                  <a:lnTo>
                    <a:pt x="0" y="0"/>
                  </a:lnTo>
                  <a:lnTo>
                    <a:pt x="297124" y="0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2896" name="Google Shape;2896;p291"/>
            <p:cNvSpPr/>
            <p:nvPr/>
          </p:nvSpPr>
          <p:spPr>
            <a:xfrm>
              <a:off x="-149800" y="1164482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2897" name="Google Shape;2897;p291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  <p:sp>
          <p:nvSpPr>
            <p:cNvPr id="2898" name="Google Shape;2898;p291"/>
            <p:cNvSpPr/>
            <p:nvPr/>
          </p:nvSpPr>
          <p:spPr>
            <a:xfrm>
              <a:off x="2983725" y="411975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</p:grpSp>
      <p:sp>
        <p:nvSpPr>
          <p:cNvPr id="2899" name="Google Shape;2899;p29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0" name="Google Shape;2900;p291"/>
          <p:cNvSpPr txBox="1"/>
          <p:nvPr>
            <p:ph idx="1" type="subTitle"/>
          </p:nvPr>
        </p:nvSpPr>
        <p:spPr>
          <a:xfrm>
            <a:off x="1367325" y="3680301"/>
            <a:ext cx="3100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01" name="Google Shape;2901;p291"/>
          <p:cNvSpPr txBox="1"/>
          <p:nvPr>
            <p:ph idx="2" type="subTitle"/>
          </p:nvPr>
        </p:nvSpPr>
        <p:spPr>
          <a:xfrm>
            <a:off x="4675875" y="3680301"/>
            <a:ext cx="3100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02" name="Google Shape;2902;p291"/>
          <p:cNvSpPr txBox="1"/>
          <p:nvPr>
            <p:ph type="title"/>
          </p:nvPr>
        </p:nvSpPr>
        <p:spPr>
          <a:xfrm>
            <a:off x="1371550" y="3400650"/>
            <a:ext cx="3100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903" name="Google Shape;2903;p291"/>
          <p:cNvSpPr txBox="1"/>
          <p:nvPr>
            <p:ph idx="3" type="title"/>
          </p:nvPr>
        </p:nvSpPr>
        <p:spPr>
          <a:xfrm>
            <a:off x="4675875" y="3400650"/>
            <a:ext cx="3100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904" name="Google Shape;2904;p291"/>
          <p:cNvSpPr txBox="1"/>
          <p:nvPr>
            <p:ph idx="4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2905" name="Google Shape;2905;p29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6" name="Google Shape;2906;p29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2">
  <p:cSld name="CUSTOM_1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07" name="Shape 2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" name="Google Shape;2908;p292"/>
          <p:cNvSpPr/>
          <p:nvPr/>
        </p:nvSpPr>
        <p:spPr>
          <a:xfrm rot="10800000">
            <a:off x="1791252" y="3021182"/>
            <a:ext cx="7428100" cy="2272125"/>
          </a:xfrm>
          <a:custGeom>
            <a:rect b="b" l="l" r="r" t="t"/>
            <a:pathLst>
              <a:path extrusionOk="0" h="90885" w="297124">
                <a:moveTo>
                  <a:pt x="0" y="90885"/>
                </a:moveTo>
                <a:lnTo>
                  <a:pt x="0" y="80897"/>
                </a:lnTo>
                <a:lnTo>
                  <a:pt x="0" y="0"/>
                </a:lnTo>
                <a:lnTo>
                  <a:pt x="297124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909" name="Google Shape;2909;p292"/>
          <p:cNvSpPr/>
          <p:nvPr/>
        </p:nvSpPr>
        <p:spPr>
          <a:xfrm rot="10800000">
            <a:off x="3710841" y="-90416"/>
            <a:ext cx="5480575" cy="4128825"/>
          </a:xfrm>
          <a:custGeom>
            <a:rect b="b" l="l" r="r" t="t"/>
            <a:pathLst>
              <a:path extrusionOk="0" h="165153" w="219223">
                <a:moveTo>
                  <a:pt x="0" y="40311"/>
                </a:moveTo>
                <a:lnTo>
                  <a:pt x="0" y="165153"/>
                </a:lnTo>
                <a:lnTo>
                  <a:pt x="219223" y="165153"/>
                </a:lnTo>
                <a:lnTo>
                  <a:pt x="123872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910" name="Google Shape;2910;p292"/>
          <p:cNvSpPr/>
          <p:nvPr/>
        </p:nvSpPr>
        <p:spPr>
          <a:xfrm>
            <a:off x="-137325" y="961300"/>
            <a:ext cx="3731225" cy="4344500"/>
          </a:xfrm>
          <a:custGeom>
            <a:rect b="b" l="l" r="r" t="t"/>
            <a:pathLst>
              <a:path extrusionOk="0" h="173780" w="149249">
                <a:moveTo>
                  <a:pt x="96194" y="167653"/>
                </a:moveTo>
                <a:lnTo>
                  <a:pt x="0" y="173780"/>
                </a:lnTo>
                <a:lnTo>
                  <a:pt x="0" y="0"/>
                </a:lnTo>
                <a:lnTo>
                  <a:pt x="149249" y="15132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911" name="Google Shape;2911;p29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2" name="Google Shape;2912;p292"/>
          <p:cNvSpPr txBox="1"/>
          <p:nvPr>
            <p:ph idx="1" type="body"/>
          </p:nvPr>
        </p:nvSpPr>
        <p:spPr>
          <a:xfrm>
            <a:off x="2078825" y="3802375"/>
            <a:ext cx="5229300" cy="6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2913" name="Google Shape;2913;p292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14" name="Google Shape;2914;p292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915" name="Google Shape;2915;p29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16" name="Google Shape;2916;p29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17" name="Shape 2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8" name="Google Shape;2918;p293"/>
          <p:cNvGrpSpPr/>
          <p:nvPr/>
        </p:nvGrpSpPr>
        <p:grpSpPr>
          <a:xfrm>
            <a:off x="-152625" y="-124843"/>
            <a:ext cx="9355008" cy="5419676"/>
            <a:chOff x="-152625" y="-124843"/>
            <a:chExt cx="9355008" cy="5419676"/>
          </a:xfrm>
        </p:grpSpPr>
        <p:sp>
          <p:nvSpPr>
            <p:cNvPr id="2919" name="Google Shape;2919;p293"/>
            <p:cNvSpPr/>
            <p:nvPr/>
          </p:nvSpPr>
          <p:spPr>
            <a:xfrm>
              <a:off x="-149800" y="-112350"/>
              <a:ext cx="7428100" cy="2272125"/>
            </a:xfrm>
            <a:custGeom>
              <a:rect b="b" l="l" r="r" t="t"/>
              <a:pathLst>
                <a:path extrusionOk="0" h="90885" w="297124">
                  <a:moveTo>
                    <a:pt x="0" y="90885"/>
                  </a:moveTo>
                  <a:lnTo>
                    <a:pt x="0" y="80897"/>
                  </a:lnTo>
                  <a:lnTo>
                    <a:pt x="0" y="0"/>
                  </a:lnTo>
                  <a:lnTo>
                    <a:pt x="297124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2920" name="Google Shape;2920;p293"/>
            <p:cNvSpPr/>
            <p:nvPr/>
          </p:nvSpPr>
          <p:spPr>
            <a:xfrm>
              <a:off x="-152625" y="1148825"/>
              <a:ext cx="5483400" cy="4144475"/>
            </a:xfrm>
            <a:custGeom>
              <a:rect b="b" l="l" r="r" t="t"/>
              <a:pathLst>
                <a:path extrusionOk="0" h="165779" w="219336">
                  <a:moveTo>
                    <a:pt x="0" y="40581"/>
                  </a:moveTo>
                  <a:lnTo>
                    <a:pt x="113" y="165779"/>
                  </a:lnTo>
                  <a:lnTo>
                    <a:pt x="219336" y="165779"/>
                  </a:lnTo>
                  <a:lnTo>
                    <a:pt x="125233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2921" name="Google Shape;2921;p293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2922" name="Google Shape;2922;p293"/>
            <p:cNvSpPr/>
            <p:nvPr/>
          </p:nvSpPr>
          <p:spPr>
            <a:xfrm>
              <a:off x="2972758" y="401008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2923" name="Google Shape;2923;p29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4" name="Google Shape;2924;p293"/>
          <p:cNvSpPr txBox="1"/>
          <p:nvPr>
            <p:ph type="title"/>
          </p:nvPr>
        </p:nvSpPr>
        <p:spPr>
          <a:xfrm>
            <a:off x="713250" y="748938"/>
            <a:ext cx="7717500" cy="12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25" name="Google Shape;2925;p293"/>
          <p:cNvSpPr txBox="1"/>
          <p:nvPr>
            <p:ph idx="1" type="body"/>
          </p:nvPr>
        </p:nvSpPr>
        <p:spPr>
          <a:xfrm>
            <a:off x="3068250" y="1958371"/>
            <a:ext cx="3007500" cy="1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400">
                <a:solidFill>
                  <a:srgbClr val="1D262D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200">
                <a:solidFill>
                  <a:srgbClr val="1D262D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200">
                <a:solidFill>
                  <a:srgbClr val="1D262D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9pPr>
          </a:lstStyle>
          <a:p/>
        </p:txBody>
      </p:sp>
      <p:sp>
        <p:nvSpPr>
          <p:cNvPr id="2926" name="Google Shape;2926;p293"/>
          <p:cNvSpPr txBox="1"/>
          <p:nvPr/>
        </p:nvSpPr>
        <p:spPr>
          <a:xfrm>
            <a:off x="2308225" y="3221200"/>
            <a:ext cx="45255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sz="11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2927" name="Google Shape;2927;p29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28" name="Google Shape;2928;p29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3">
  <p:cSld name="CUSTOM_1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29" name="Shape 2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0" name="Google Shape;2930;p294"/>
          <p:cNvGrpSpPr/>
          <p:nvPr/>
        </p:nvGrpSpPr>
        <p:grpSpPr>
          <a:xfrm flipH="1" rot="10800000">
            <a:off x="-138833" y="-124843"/>
            <a:ext cx="9352183" cy="5430643"/>
            <a:chOff x="-138833" y="-124843"/>
            <a:chExt cx="9352183" cy="5430643"/>
          </a:xfrm>
        </p:grpSpPr>
        <p:sp>
          <p:nvSpPr>
            <p:cNvPr id="2931" name="Google Shape;2931;p294"/>
            <p:cNvSpPr/>
            <p:nvPr/>
          </p:nvSpPr>
          <p:spPr>
            <a:xfrm>
              <a:off x="-138833" y="1175449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2932" name="Google Shape;2932;p294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2933" name="Google Shape;2933;p294"/>
            <p:cNvSpPr/>
            <p:nvPr/>
          </p:nvSpPr>
          <p:spPr>
            <a:xfrm>
              <a:off x="2983725" y="411975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2934" name="Google Shape;2934;p29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5" name="Google Shape;2935;p294"/>
          <p:cNvSpPr txBox="1"/>
          <p:nvPr>
            <p:ph idx="1" type="body"/>
          </p:nvPr>
        </p:nvSpPr>
        <p:spPr>
          <a:xfrm>
            <a:off x="713225" y="1348475"/>
            <a:ext cx="7717500" cy="32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36" name="Google Shape;2936;p294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937" name="Google Shape;2937;p29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8" name="Google Shape;2938;p29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39" name="Shape 2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0" name="Google Shape;2940;p295"/>
          <p:cNvSpPr/>
          <p:nvPr/>
        </p:nvSpPr>
        <p:spPr>
          <a:xfrm>
            <a:off x="-124850" y="-126358"/>
            <a:ext cx="8626600" cy="3433150"/>
          </a:xfrm>
          <a:custGeom>
            <a:rect b="b" l="l" r="r" t="t"/>
            <a:pathLst>
              <a:path extrusionOk="0" h="137326" w="345064">
                <a:moveTo>
                  <a:pt x="0" y="0"/>
                </a:moveTo>
                <a:lnTo>
                  <a:pt x="215728" y="137326"/>
                </a:lnTo>
                <a:lnTo>
                  <a:pt x="345064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941" name="Google Shape;2941;p295"/>
          <p:cNvSpPr/>
          <p:nvPr/>
        </p:nvSpPr>
        <p:spPr>
          <a:xfrm>
            <a:off x="5836207" y="-82490"/>
            <a:ext cx="3445650" cy="5180950"/>
          </a:xfrm>
          <a:custGeom>
            <a:rect b="b" l="l" r="r" t="t"/>
            <a:pathLst>
              <a:path extrusionOk="0" h="207238" w="137826">
                <a:moveTo>
                  <a:pt x="104368" y="0"/>
                </a:moveTo>
                <a:lnTo>
                  <a:pt x="137826" y="0"/>
                </a:lnTo>
                <a:lnTo>
                  <a:pt x="137826" y="207238"/>
                </a:lnTo>
                <a:lnTo>
                  <a:pt x="0" y="111859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942" name="Google Shape;2942;p295"/>
          <p:cNvSpPr/>
          <p:nvPr/>
        </p:nvSpPr>
        <p:spPr>
          <a:xfrm>
            <a:off x="-137325" y="-124850"/>
            <a:ext cx="3770225" cy="3870125"/>
          </a:xfrm>
          <a:custGeom>
            <a:rect b="b" l="l" r="r" t="t"/>
            <a:pathLst>
              <a:path extrusionOk="0" h="154805" w="150809">
                <a:moveTo>
                  <a:pt x="1498" y="0"/>
                </a:moveTo>
                <a:lnTo>
                  <a:pt x="150809" y="95879"/>
                </a:lnTo>
                <a:lnTo>
                  <a:pt x="51435" y="154805"/>
                </a:lnTo>
                <a:lnTo>
                  <a:pt x="0" y="15480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943" name="Google Shape;2943;p295"/>
          <p:cNvSpPr/>
          <p:nvPr/>
        </p:nvSpPr>
        <p:spPr>
          <a:xfrm>
            <a:off x="-65800" y="2281125"/>
            <a:ext cx="5351875" cy="2917200"/>
          </a:xfrm>
          <a:custGeom>
            <a:rect b="b" l="l" r="r" t="t"/>
            <a:pathLst>
              <a:path extrusionOk="0" h="116688" w="214075">
                <a:moveTo>
                  <a:pt x="211881" y="116688"/>
                </a:moveTo>
                <a:lnTo>
                  <a:pt x="0" y="116688"/>
                </a:lnTo>
                <a:lnTo>
                  <a:pt x="0" y="58783"/>
                </a:lnTo>
                <a:lnTo>
                  <a:pt x="48255" y="58783"/>
                </a:lnTo>
                <a:lnTo>
                  <a:pt x="147396" y="0"/>
                </a:lnTo>
                <a:lnTo>
                  <a:pt x="214075" y="4123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44" name="Shape 2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5" name="Google Shape;2945;p296"/>
          <p:cNvSpPr/>
          <p:nvPr/>
        </p:nvSpPr>
        <p:spPr>
          <a:xfrm rot="10800000">
            <a:off x="2684116" y="-137325"/>
            <a:ext cx="6629125" cy="2933800"/>
          </a:xfrm>
          <a:custGeom>
            <a:rect b="b" l="l" r="r" t="t"/>
            <a:pathLst>
              <a:path extrusionOk="0" h="117352" w="265165">
                <a:moveTo>
                  <a:pt x="155803" y="0"/>
                </a:moveTo>
                <a:lnTo>
                  <a:pt x="218724" y="40948"/>
                </a:lnTo>
                <a:lnTo>
                  <a:pt x="265165" y="117352"/>
                </a:lnTo>
                <a:lnTo>
                  <a:pt x="0" y="117352"/>
                </a:lnTo>
                <a:lnTo>
                  <a:pt x="0" y="58426"/>
                </a:lnTo>
                <a:lnTo>
                  <a:pt x="57427" y="5842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946" name="Google Shape;2946;p296"/>
          <p:cNvSpPr/>
          <p:nvPr/>
        </p:nvSpPr>
        <p:spPr>
          <a:xfrm>
            <a:off x="2883850" y="3632900"/>
            <a:ext cx="6354475" cy="1598000"/>
          </a:xfrm>
          <a:custGeom>
            <a:rect b="b" l="l" r="r" t="t"/>
            <a:pathLst>
              <a:path extrusionOk="0" h="63920" w="254179">
                <a:moveTo>
                  <a:pt x="153806" y="0"/>
                </a:moveTo>
                <a:lnTo>
                  <a:pt x="0" y="63920"/>
                </a:lnTo>
                <a:lnTo>
                  <a:pt x="254179" y="6392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947" name="Google Shape;2947;p296"/>
          <p:cNvSpPr/>
          <p:nvPr/>
        </p:nvSpPr>
        <p:spPr>
          <a:xfrm>
            <a:off x="-87400" y="-112350"/>
            <a:ext cx="3932550" cy="5318275"/>
          </a:xfrm>
          <a:custGeom>
            <a:rect b="b" l="l" r="r" t="t"/>
            <a:pathLst>
              <a:path extrusionOk="0" h="212731" w="157302">
                <a:moveTo>
                  <a:pt x="157302" y="75904"/>
                </a:moveTo>
                <a:lnTo>
                  <a:pt x="120848" y="212731"/>
                </a:lnTo>
                <a:lnTo>
                  <a:pt x="0" y="212731"/>
                </a:lnTo>
                <a:lnTo>
                  <a:pt x="0" y="0"/>
                </a:lnTo>
                <a:lnTo>
                  <a:pt x="111859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2948" name="Google Shape;2948;p296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49" name="Shape 2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0" name="Google Shape;2950;p297"/>
          <p:cNvSpPr/>
          <p:nvPr/>
        </p:nvSpPr>
        <p:spPr>
          <a:xfrm>
            <a:off x="-239800" y="-124825"/>
            <a:ext cx="4422355" cy="5368200"/>
          </a:xfrm>
          <a:custGeom>
            <a:rect b="b" l="l" r="r" t="t"/>
            <a:pathLst>
              <a:path extrusionOk="0" h="214728" w="174280">
                <a:moveTo>
                  <a:pt x="2997" y="0"/>
                </a:moveTo>
                <a:lnTo>
                  <a:pt x="174280" y="125341"/>
                </a:lnTo>
                <a:lnTo>
                  <a:pt x="174280" y="214728"/>
                </a:lnTo>
                <a:lnTo>
                  <a:pt x="0" y="214728"/>
                </a:lnTo>
                <a:lnTo>
                  <a:pt x="0" y="49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951" name="Google Shape;2951;p297"/>
          <p:cNvSpPr/>
          <p:nvPr/>
        </p:nvSpPr>
        <p:spPr>
          <a:xfrm>
            <a:off x="4182502" y="1960030"/>
            <a:ext cx="4219583" cy="3295825"/>
          </a:xfrm>
          <a:custGeom>
            <a:rect b="b" l="l" r="r" t="t"/>
            <a:pathLst>
              <a:path extrusionOk="0" h="131833" w="166289">
                <a:moveTo>
                  <a:pt x="0" y="131833"/>
                </a:moveTo>
                <a:lnTo>
                  <a:pt x="12484" y="131334"/>
                </a:lnTo>
                <a:lnTo>
                  <a:pt x="166289" y="131334"/>
                </a:lnTo>
                <a:lnTo>
                  <a:pt x="95878" y="0"/>
                </a:lnTo>
                <a:lnTo>
                  <a:pt x="0" y="42946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952" name="Google Shape;2952;p297"/>
          <p:cNvSpPr/>
          <p:nvPr/>
        </p:nvSpPr>
        <p:spPr>
          <a:xfrm>
            <a:off x="-151090" y="-99863"/>
            <a:ext cx="6918621" cy="3121050"/>
          </a:xfrm>
          <a:custGeom>
            <a:rect b="b" l="l" r="r" t="t"/>
            <a:pathLst>
              <a:path extrusionOk="0" h="124842" w="272655">
                <a:moveTo>
                  <a:pt x="0" y="0"/>
                </a:moveTo>
                <a:lnTo>
                  <a:pt x="272655" y="0"/>
                </a:lnTo>
                <a:lnTo>
                  <a:pt x="266164" y="82895"/>
                </a:lnTo>
                <a:lnTo>
                  <a:pt x="171284" y="124842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953" name="Google Shape;2953;p297"/>
          <p:cNvSpPr/>
          <p:nvPr/>
        </p:nvSpPr>
        <p:spPr>
          <a:xfrm>
            <a:off x="6626802" y="1954877"/>
            <a:ext cx="2785600" cy="3323000"/>
          </a:xfrm>
          <a:custGeom>
            <a:rect b="b" l="l" r="r" t="t"/>
            <a:pathLst>
              <a:path extrusionOk="0" h="132920" w="111424">
                <a:moveTo>
                  <a:pt x="0" y="878"/>
                </a:moveTo>
                <a:lnTo>
                  <a:pt x="71505" y="132920"/>
                </a:lnTo>
                <a:lnTo>
                  <a:pt x="111424" y="132920"/>
                </a:lnTo>
                <a:lnTo>
                  <a:pt x="107038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54" name="Shape 29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58" name="Shape 2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" name="Google Shape;2959;p300"/>
          <p:cNvSpPr/>
          <p:nvPr/>
        </p:nvSpPr>
        <p:spPr>
          <a:xfrm>
            <a:off x="-48100" y="-53085"/>
            <a:ext cx="4346950" cy="3402450"/>
          </a:xfrm>
          <a:custGeom>
            <a:rect b="b" l="l" r="r" t="t"/>
            <a:pathLst>
              <a:path extrusionOk="0" h="136098" w="173878">
                <a:moveTo>
                  <a:pt x="0" y="0"/>
                </a:moveTo>
                <a:lnTo>
                  <a:pt x="0" y="136098"/>
                </a:lnTo>
                <a:lnTo>
                  <a:pt x="173878" y="98319"/>
                </a:lnTo>
                <a:lnTo>
                  <a:pt x="130636" y="91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960" name="Google Shape;2960;p300"/>
          <p:cNvSpPr/>
          <p:nvPr/>
        </p:nvSpPr>
        <p:spPr>
          <a:xfrm>
            <a:off x="-48100" y="2404900"/>
            <a:ext cx="6793525" cy="3072450"/>
          </a:xfrm>
          <a:custGeom>
            <a:rect b="b" l="l" r="r" t="t"/>
            <a:pathLst>
              <a:path extrusionOk="0" h="122898" w="271741">
                <a:moveTo>
                  <a:pt x="0" y="37780"/>
                </a:moveTo>
                <a:lnTo>
                  <a:pt x="0" y="122898"/>
                </a:lnTo>
                <a:lnTo>
                  <a:pt x="271741" y="122898"/>
                </a:lnTo>
                <a:lnTo>
                  <a:pt x="174333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961" name="Google Shape;2961;p300"/>
          <p:cNvSpPr/>
          <p:nvPr/>
        </p:nvSpPr>
        <p:spPr>
          <a:xfrm>
            <a:off x="3200731" y="-70150"/>
            <a:ext cx="6065225" cy="3322800"/>
          </a:xfrm>
          <a:custGeom>
            <a:rect b="b" l="l" r="r" t="t"/>
            <a:pathLst>
              <a:path extrusionOk="0" h="132912" w="242609">
                <a:moveTo>
                  <a:pt x="0" y="455"/>
                </a:moveTo>
                <a:lnTo>
                  <a:pt x="44607" y="100594"/>
                </a:lnTo>
                <a:lnTo>
                  <a:pt x="242609" y="132912"/>
                </a:lnTo>
                <a:lnTo>
                  <a:pt x="242609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962" name="Google Shape;2962;p30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3" name="Google Shape;2963;p300"/>
          <p:cNvSpPr txBox="1"/>
          <p:nvPr>
            <p:ph type="ctrTitle"/>
          </p:nvPr>
        </p:nvSpPr>
        <p:spPr>
          <a:xfrm>
            <a:off x="2218775" y="1512863"/>
            <a:ext cx="4706400" cy="150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964" name="Google Shape;2964;p300"/>
          <p:cNvSpPr txBox="1"/>
          <p:nvPr>
            <p:ph idx="1" type="subTitle"/>
          </p:nvPr>
        </p:nvSpPr>
        <p:spPr>
          <a:xfrm>
            <a:off x="2515500" y="3128650"/>
            <a:ext cx="4113000" cy="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965" name="Google Shape;2965;p30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6" name="Google Shape;2966;p30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67" name="Shape 2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8" name="Google Shape;2968;p301"/>
          <p:cNvSpPr/>
          <p:nvPr/>
        </p:nvSpPr>
        <p:spPr>
          <a:xfrm rot="10800000">
            <a:off x="4919006" y="2057835"/>
            <a:ext cx="4346950" cy="3402450"/>
          </a:xfrm>
          <a:custGeom>
            <a:rect b="b" l="l" r="r" t="t"/>
            <a:pathLst>
              <a:path extrusionOk="0" h="136098" w="173878">
                <a:moveTo>
                  <a:pt x="0" y="0"/>
                </a:moveTo>
                <a:lnTo>
                  <a:pt x="0" y="136098"/>
                </a:lnTo>
                <a:lnTo>
                  <a:pt x="173878" y="98319"/>
                </a:lnTo>
                <a:lnTo>
                  <a:pt x="130636" y="91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969" name="Google Shape;2969;p301"/>
          <p:cNvSpPr/>
          <p:nvPr/>
        </p:nvSpPr>
        <p:spPr>
          <a:xfrm rot="10800000">
            <a:off x="2472431" y="-70150"/>
            <a:ext cx="6793525" cy="3072450"/>
          </a:xfrm>
          <a:custGeom>
            <a:rect b="b" l="l" r="r" t="t"/>
            <a:pathLst>
              <a:path extrusionOk="0" h="122898" w="271741">
                <a:moveTo>
                  <a:pt x="0" y="37780"/>
                </a:moveTo>
                <a:lnTo>
                  <a:pt x="0" y="122898"/>
                </a:lnTo>
                <a:lnTo>
                  <a:pt x="271741" y="122898"/>
                </a:lnTo>
                <a:lnTo>
                  <a:pt x="174333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970" name="Google Shape;2970;p301"/>
          <p:cNvSpPr/>
          <p:nvPr/>
        </p:nvSpPr>
        <p:spPr>
          <a:xfrm rot="10800000">
            <a:off x="-48100" y="2154550"/>
            <a:ext cx="6065225" cy="3322800"/>
          </a:xfrm>
          <a:custGeom>
            <a:rect b="b" l="l" r="r" t="t"/>
            <a:pathLst>
              <a:path extrusionOk="0" h="132912" w="242609">
                <a:moveTo>
                  <a:pt x="0" y="455"/>
                </a:moveTo>
                <a:lnTo>
                  <a:pt x="44607" y="100594"/>
                </a:lnTo>
                <a:lnTo>
                  <a:pt x="242609" y="132912"/>
                </a:lnTo>
                <a:lnTo>
                  <a:pt x="242609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971" name="Google Shape;2971;p30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2" name="Google Shape;2972;p301"/>
          <p:cNvSpPr txBox="1"/>
          <p:nvPr>
            <p:ph type="title"/>
          </p:nvPr>
        </p:nvSpPr>
        <p:spPr>
          <a:xfrm>
            <a:off x="2860200" y="2746192"/>
            <a:ext cx="34236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73" name="Google Shape;2973;p301"/>
          <p:cNvSpPr txBox="1"/>
          <p:nvPr>
            <p:ph hasCustomPrompt="1" idx="2" type="title"/>
          </p:nvPr>
        </p:nvSpPr>
        <p:spPr>
          <a:xfrm>
            <a:off x="3850375" y="1276877"/>
            <a:ext cx="1443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74" name="Google Shape;2974;p301"/>
          <p:cNvSpPr txBox="1"/>
          <p:nvPr>
            <p:ph idx="1" type="subTitle"/>
          </p:nvPr>
        </p:nvSpPr>
        <p:spPr>
          <a:xfrm>
            <a:off x="2948550" y="3462208"/>
            <a:ext cx="32469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75" name="Google Shape;2975;p301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2976" name="Google Shape;2976;p30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7" name="Google Shape;2977;p30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78" name="Shape 2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" name="Google Shape;2979;p302"/>
          <p:cNvSpPr/>
          <p:nvPr/>
        </p:nvSpPr>
        <p:spPr>
          <a:xfrm flipH="1" rot="10800000">
            <a:off x="2023421" y="1359233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980" name="Google Shape;2980;p302"/>
          <p:cNvSpPr/>
          <p:nvPr/>
        </p:nvSpPr>
        <p:spPr>
          <a:xfrm>
            <a:off x="3956575" y="-131581"/>
            <a:ext cx="5277925" cy="1600100"/>
          </a:xfrm>
          <a:custGeom>
            <a:rect b="b" l="l" r="r" t="t"/>
            <a:pathLst>
              <a:path extrusionOk="0" h="64004" w="211117">
                <a:moveTo>
                  <a:pt x="211117" y="4067"/>
                </a:moveTo>
                <a:lnTo>
                  <a:pt x="211117" y="0"/>
                </a:lnTo>
                <a:lnTo>
                  <a:pt x="36953" y="0"/>
                </a:lnTo>
                <a:lnTo>
                  <a:pt x="0" y="64004"/>
                </a:lnTo>
                <a:lnTo>
                  <a:pt x="177146" y="334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981" name="Google Shape;2981;p302"/>
          <p:cNvSpPr/>
          <p:nvPr/>
        </p:nvSpPr>
        <p:spPr>
          <a:xfrm>
            <a:off x="-77225" y="1390125"/>
            <a:ext cx="5097150" cy="4083025"/>
          </a:xfrm>
          <a:custGeom>
            <a:rect b="b" l="l" r="r" t="t"/>
            <a:pathLst>
              <a:path extrusionOk="0" h="163321" w="203886">
                <a:moveTo>
                  <a:pt x="0" y="161256"/>
                </a:moveTo>
                <a:lnTo>
                  <a:pt x="0" y="61784"/>
                </a:lnTo>
                <a:lnTo>
                  <a:pt x="203886" y="0"/>
                </a:lnTo>
                <a:lnTo>
                  <a:pt x="80633" y="16332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982" name="Google Shape;2982;p302"/>
          <p:cNvSpPr/>
          <p:nvPr/>
        </p:nvSpPr>
        <p:spPr>
          <a:xfrm flipH="1" rot="10800000">
            <a:off x="-61779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983" name="Google Shape;2983;p302"/>
          <p:cNvSpPr/>
          <p:nvPr/>
        </p:nvSpPr>
        <p:spPr>
          <a:xfrm flipH="1" rot="10800000">
            <a:off x="5483300" y="-30896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2984" name="Google Shape;2984;p30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5" name="Google Shape;2985;p302"/>
          <p:cNvSpPr txBox="1"/>
          <p:nvPr>
            <p:ph idx="1" type="body"/>
          </p:nvPr>
        </p:nvSpPr>
        <p:spPr>
          <a:xfrm>
            <a:off x="713225" y="1300925"/>
            <a:ext cx="7704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AutoNum type="arabicPeriod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86" name="Google Shape;2986;p302"/>
          <p:cNvSpPr txBox="1"/>
          <p:nvPr>
            <p:ph type="title"/>
          </p:nvPr>
        </p:nvSpPr>
        <p:spPr>
          <a:xfrm>
            <a:off x="1455750" y="683125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987" name="Google Shape;2987;p30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88" name="Google Shape;2988;p30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989" name="Shape 2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" name="Google Shape;2990;p303"/>
          <p:cNvSpPr/>
          <p:nvPr/>
        </p:nvSpPr>
        <p:spPr>
          <a:xfrm>
            <a:off x="-77225" y="-142700"/>
            <a:ext cx="5097150" cy="4065975"/>
          </a:xfrm>
          <a:custGeom>
            <a:rect b="b" l="l" r="r" t="t"/>
            <a:pathLst>
              <a:path extrusionOk="0" h="162639" w="203886">
                <a:moveTo>
                  <a:pt x="0" y="1383"/>
                </a:moveTo>
                <a:lnTo>
                  <a:pt x="0" y="100855"/>
                </a:lnTo>
                <a:lnTo>
                  <a:pt x="203886" y="162639"/>
                </a:lnTo>
                <a:lnTo>
                  <a:pt x="80108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2991" name="Google Shape;2991;p303"/>
          <p:cNvSpPr/>
          <p:nvPr/>
        </p:nvSpPr>
        <p:spPr>
          <a:xfrm>
            <a:off x="1884466" y="-196909"/>
            <a:ext cx="4243962" cy="4121888"/>
          </a:xfrm>
          <a:custGeom>
            <a:rect b="b" l="l" r="r" t="t"/>
            <a:pathLst>
              <a:path extrusionOk="0" h="164530" w="169099">
                <a:moveTo>
                  <a:pt x="0" y="0"/>
                </a:moveTo>
                <a:lnTo>
                  <a:pt x="169099" y="4510"/>
                </a:lnTo>
                <a:lnTo>
                  <a:pt x="123379" y="16453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992" name="Google Shape;2992;p303"/>
          <p:cNvSpPr/>
          <p:nvPr/>
        </p:nvSpPr>
        <p:spPr>
          <a:xfrm>
            <a:off x="-61779" y="2378675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2993" name="Google Shape;2993;p303"/>
          <p:cNvSpPr/>
          <p:nvPr/>
        </p:nvSpPr>
        <p:spPr>
          <a:xfrm>
            <a:off x="3799696" y="2286004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2994" name="Google Shape;2994;p30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5" name="Google Shape;2995;p303"/>
          <p:cNvSpPr txBox="1"/>
          <p:nvPr>
            <p:ph idx="1" type="subTitle"/>
          </p:nvPr>
        </p:nvSpPr>
        <p:spPr>
          <a:xfrm>
            <a:off x="1422550" y="2343550"/>
            <a:ext cx="27345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2996" name="Google Shape;2996;p303"/>
          <p:cNvSpPr txBox="1"/>
          <p:nvPr>
            <p:ph idx="2" type="subTitle"/>
          </p:nvPr>
        </p:nvSpPr>
        <p:spPr>
          <a:xfrm>
            <a:off x="5035899" y="2343550"/>
            <a:ext cx="27345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9pPr>
          </a:lstStyle>
          <a:p/>
        </p:txBody>
      </p:sp>
      <p:sp>
        <p:nvSpPr>
          <p:cNvPr id="2997" name="Google Shape;2997;p303"/>
          <p:cNvSpPr txBox="1"/>
          <p:nvPr>
            <p:ph type="title"/>
          </p:nvPr>
        </p:nvSpPr>
        <p:spPr>
          <a:xfrm>
            <a:off x="1416555" y="18766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998" name="Google Shape;2998;p303"/>
          <p:cNvSpPr txBox="1"/>
          <p:nvPr>
            <p:ph idx="3" type="title"/>
          </p:nvPr>
        </p:nvSpPr>
        <p:spPr>
          <a:xfrm>
            <a:off x="5029902" y="18766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2999" name="Google Shape;2999;p303"/>
          <p:cNvSpPr txBox="1"/>
          <p:nvPr>
            <p:ph idx="4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000" name="Google Shape;3000;p30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01" name="Google Shape;3001;p30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02" name="Shape 3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3" name="Google Shape;3003;p304"/>
          <p:cNvSpPr/>
          <p:nvPr/>
        </p:nvSpPr>
        <p:spPr>
          <a:xfrm rot="10800000">
            <a:off x="4185871" y="1390129"/>
            <a:ext cx="5097150" cy="4031400"/>
          </a:xfrm>
          <a:custGeom>
            <a:rect b="b" l="l" r="r" t="t"/>
            <a:pathLst>
              <a:path extrusionOk="0" h="161256" w="203886">
                <a:moveTo>
                  <a:pt x="0" y="0"/>
                </a:moveTo>
                <a:lnTo>
                  <a:pt x="0" y="99472"/>
                </a:lnTo>
                <a:lnTo>
                  <a:pt x="203886" y="161256"/>
                </a:lnTo>
                <a:lnTo>
                  <a:pt x="83408" y="247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004" name="Google Shape;3004;p304"/>
          <p:cNvSpPr/>
          <p:nvPr/>
        </p:nvSpPr>
        <p:spPr>
          <a:xfrm>
            <a:off x="3047333" y="1337291"/>
            <a:ext cx="4169975" cy="4047325"/>
          </a:xfrm>
          <a:custGeom>
            <a:rect b="b" l="l" r="r" t="t"/>
            <a:pathLst>
              <a:path extrusionOk="0" h="161893" w="166799">
                <a:moveTo>
                  <a:pt x="166799" y="161893"/>
                </a:moveTo>
                <a:lnTo>
                  <a:pt x="0" y="160020"/>
                </a:lnTo>
                <a:lnTo>
                  <a:pt x="45720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005" name="Google Shape;3005;p304"/>
          <p:cNvSpPr/>
          <p:nvPr/>
        </p:nvSpPr>
        <p:spPr>
          <a:xfrm rot="10800000">
            <a:off x="4340321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006" name="Google Shape;3006;p304"/>
          <p:cNvSpPr/>
          <p:nvPr/>
        </p:nvSpPr>
        <p:spPr>
          <a:xfrm rot="10800000">
            <a:off x="-77229" y="-108125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007" name="Google Shape;3007;p304"/>
          <p:cNvSpPr/>
          <p:nvPr/>
        </p:nvSpPr>
        <p:spPr>
          <a:xfrm rot="10800000">
            <a:off x="-30883" y="-68915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3008" name="Google Shape;3008;p30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9" name="Google Shape;3009;p30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010" name="Google Shape;3010;p30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1" name="Google Shape;3011;p30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12" name="Shape 3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3" name="Google Shape;3013;p305"/>
          <p:cNvSpPr/>
          <p:nvPr/>
        </p:nvSpPr>
        <p:spPr>
          <a:xfrm flipH="1" rot="10800000">
            <a:off x="2023421" y="1359233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014" name="Google Shape;3014;p305"/>
          <p:cNvSpPr/>
          <p:nvPr/>
        </p:nvSpPr>
        <p:spPr>
          <a:xfrm>
            <a:off x="3956575" y="-131581"/>
            <a:ext cx="5277925" cy="1600100"/>
          </a:xfrm>
          <a:custGeom>
            <a:rect b="b" l="l" r="r" t="t"/>
            <a:pathLst>
              <a:path extrusionOk="0" h="64004" w="211117">
                <a:moveTo>
                  <a:pt x="211117" y="4067"/>
                </a:moveTo>
                <a:lnTo>
                  <a:pt x="211117" y="0"/>
                </a:lnTo>
                <a:lnTo>
                  <a:pt x="36953" y="0"/>
                </a:lnTo>
                <a:lnTo>
                  <a:pt x="0" y="64004"/>
                </a:lnTo>
                <a:lnTo>
                  <a:pt x="177146" y="334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015" name="Google Shape;3015;p305"/>
          <p:cNvSpPr/>
          <p:nvPr/>
        </p:nvSpPr>
        <p:spPr>
          <a:xfrm>
            <a:off x="-77225" y="1390125"/>
            <a:ext cx="5097150" cy="4083025"/>
          </a:xfrm>
          <a:custGeom>
            <a:rect b="b" l="l" r="r" t="t"/>
            <a:pathLst>
              <a:path extrusionOk="0" h="163321" w="203886">
                <a:moveTo>
                  <a:pt x="0" y="161256"/>
                </a:moveTo>
                <a:lnTo>
                  <a:pt x="0" y="61784"/>
                </a:lnTo>
                <a:lnTo>
                  <a:pt x="203886" y="0"/>
                </a:lnTo>
                <a:lnTo>
                  <a:pt x="80633" y="16332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016" name="Google Shape;3016;p305"/>
          <p:cNvSpPr/>
          <p:nvPr/>
        </p:nvSpPr>
        <p:spPr>
          <a:xfrm flipH="1" rot="10800000">
            <a:off x="-61779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017" name="Google Shape;3017;p305"/>
          <p:cNvSpPr/>
          <p:nvPr/>
        </p:nvSpPr>
        <p:spPr>
          <a:xfrm flipH="1" rot="10800000">
            <a:off x="5483300" y="-30896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3018" name="Google Shape;3018;p30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9" name="Google Shape;3019;p30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3020" name="Google Shape;3020;p305"/>
          <p:cNvSpPr txBox="1"/>
          <p:nvPr>
            <p:ph idx="1" type="body"/>
          </p:nvPr>
        </p:nvSpPr>
        <p:spPr>
          <a:xfrm>
            <a:off x="1195150" y="1660550"/>
            <a:ext cx="34689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3021" name="Google Shape;3021;p30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22" name="Google Shape;3022;p30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23" name="Shape 3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4" name="Google Shape;3024;p306"/>
          <p:cNvSpPr/>
          <p:nvPr/>
        </p:nvSpPr>
        <p:spPr>
          <a:xfrm>
            <a:off x="3799696" y="2286004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025" name="Google Shape;3025;p306"/>
          <p:cNvSpPr/>
          <p:nvPr/>
        </p:nvSpPr>
        <p:spPr>
          <a:xfrm>
            <a:off x="-61779" y="2378675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026" name="Google Shape;3026;p306"/>
          <p:cNvSpPr/>
          <p:nvPr/>
        </p:nvSpPr>
        <p:spPr>
          <a:xfrm>
            <a:off x="-77229" y="-108125"/>
            <a:ext cx="5097150" cy="4031400"/>
          </a:xfrm>
          <a:custGeom>
            <a:rect b="b" l="l" r="r" t="t"/>
            <a:pathLst>
              <a:path extrusionOk="0" h="161256" w="203886">
                <a:moveTo>
                  <a:pt x="0" y="0"/>
                </a:moveTo>
                <a:lnTo>
                  <a:pt x="0" y="99472"/>
                </a:lnTo>
                <a:lnTo>
                  <a:pt x="203886" y="161256"/>
                </a:lnTo>
                <a:lnTo>
                  <a:pt x="83408" y="247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027" name="Google Shape;3027;p306"/>
          <p:cNvSpPr/>
          <p:nvPr/>
        </p:nvSpPr>
        <p:spPr>
          <a:xfrm>
            <a:off x="2012454" y="-24395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028" name="Google Shape;3028;p306"/>
          <p:cNvSpPr/>
          <p:nvPr/>
        </p:nvSpPr>
        <p:spPr>
          <a:xfrm>
            <a:off x="5472333" y="-13449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3029" name="Google Shape;3029;p306"/>
          <p:cNvSpPr txBox="1"/>
          <p:nvPr>
            <p:ph type="title"/>
          </p:nvPr>
        </p:nvSpPr>
        <p:spPr>
          <a:xfrm>
            <a:off x="2257050" y="1103700"/>
            <a:ext cx="4629900" cy="293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30" name="Google Shape;3030;p30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031" name="Google Shape;3031;p30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32" name="Google Shape;3032;p30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33" name="Shape 3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34" name="Google Shape;3034;p307"/>
          <p:cNvGrpSpPr/>
          <p:nvPr/>
        </p:nvGrpSpPr>
        <p:grpSpPr>
          <a:xfrm>
            <a:off x="-237175" y="-212225"/>
            <a:ext cx="9488144" cy="5536707"/>
            <a:chOff x="-237175" y="-212225"/>
            <a:chExt cx="9488144" cy="5536707"/>
          </a:xfrm>
        </p:grpSpPr>
        <p:sp>
          <p:nvSpPr>
            <p:cNvPr id="3035" name="Google Shape;3035;p307"/>
            <p:cNvSpPr/>
            <p:nvPr/>
          </p:nvSpPr>
          <p:spPr>
            <a:xfrm>
              <a:off x="-237175" y="2127600"/>
              <a:ext cx="8462695" cy="3196882"/>
            </a:xfrm>
            <a:custGeom>
              <a:rect b="b" l="l" r="r" t="t"/>
              <a:pathLst>
                <a:path extrusionOk="0" h="110361" w="345064">
                  <a:moveTo>
                    <a:pt x="0" y="4994"/>
                  </a:moveTo>
                  <a:lnTo>
                    <a:pt x="0" y="110361"/>
                  </a:lnTo>
                  <a:lnTo>
                    <a:pt x="345064" y="110361"/>
                  </a:lnTo>
                  <a:lnTo>
                    <a:pt x="178774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3036" name="Google Shape;3036;p307"/>
            <p:cNvSpPr/>
            <p:nvPr/>
          </p:nvSpPr>
          <p:spPr>
            <a:xfrm>
              <a:off x="1623100" y="-210720"/>
              <a:ext cx="5122507" cy="1387179"/>
            </a:xfrm>
            <a:custGeom>
              <a:rect b="b" l="l" r="r" t="t"/>
              <a:pathLst>
                <a:path extrusionOk="0" h="55929" w="166789">
                  <a:moveTo>
                    <a:pt x="0" y="0"/>
                  </a:moveTo>
                  <a:lnTo>
                    <a:pt x="166789" y="0"/>
                  </a:lnTo>
                  <a:lnTo>
                    <a:pt x="114355" y="55929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3037" name="Google Shape;3037;p307"/>
            <p:cNvSpPr/>
            <p:nvPr/>
          </p:nvSpPr>
          <p:spPr>
            <a:xfrm>
              <a:off x="5094677" y="-212225"/>
              <a:ext cx="4156292" cy="5536364"/>
            </a:xfrm>
            <a:custGeom>
              <a:rect b="b" l="l" r="r" t="t"/>
              <a:pathLst>
                <a:path extrusionOk="0" h="223218" w="135329">
                  <a:moveTo>
                    <a:pt x="53433" y="0"/>
                  </a:moveTo>
                  <a:lnTo>
                    <a:pt x="135329" y="0"/>
                  </a:lnTo>
                  <a:lnTo>
                    <a:pt x="135329" y="223218"/>
                  </a:lnTo>
                  <a:lnTo>
                    <a:pt x="101872" y="223218"/>
                  </a:lnTo>
                  <a:lnTo>
                    <a:pt x="0" y="57927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3038" name="Google Shape;3038;p30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9" name="Google Shape;3039;p307"/>
          <p:cNvSpPr txBox="1"/>
          <p:nvPr>
            <p:ph type="ctrTitle"/>
          </p:nvPr>
        </p:nvSpPr>
        <p:spPr>
          <a:xfrm>
            <a:off x="3082050" y="1564604"/>
            <a:ext cx="2979900" cy="113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40" name="Google Shape;3040;p307"/>
          <p:cNvSpPr txBox="1"/>
          <p:nvPr>
            <p:ph idx="1" type="subTitle"/>
          </p:nvPr>
        </p:nvSpPr>
        <p:spPr>
          <a:xfrm>
            <a:off x="2689650" y="2783829"/>
            <a:ext cx="3764700" cy="7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041" name="Google Shape;3041;p30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42" name="Google Shape;3042;p30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43" name="Shape 3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4" name="Google Shape;3044;p308"/>
          <p:cNvSpPr txBox="1"/>
          <p:nvPr>
            <p:ph type="title"/>
          </p:nvPr>
        </p:nvSpPr>
        <p:spPr>
          <a:xfrm>
            <a:off x="1621650" y="1143139"/>
            <a:ext cx="59007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45" name="Shape 3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6" name="Google Shape;3046;p309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047" name="Google Shape;3047;p309"/>
          <p:cNvSpPr/>
          <p:nvPr/>
        </p:nvSpPr>
        <p:spPr>
          <a:xfrm>
            <a:off x="611000" y="2609200"/>
            <a:ext cx="8639800" cy="2759025"/>
          </a:xfrm>
          <a:custGeom>
            <a:rect b="b" l="l" r="r" t="t"/>
            <a:pathLst>
              <a:path extrusionOk="0" h="110361" w="345592">
                <a:moveTo>
                  <a:pt x="345592" y="4994"/>
                </a:moveTo>
                <a:lnTo>
                  <a:pt x="345592" y="110361"/>
                </a:lnTo>
                <a:lnTo>
                  <a:pt x="0" y="108971"/>
                </a:lnTo>
                <a:lnTo>
                  <a:pt x="166818" y="0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3048" name="Google Shape;3048;p309"/>
          <p:cNvSpPr/>
          <p:nvPr/>
        </p:nvSpPr>
        <p:spPr>
          <a:xfrm>
            <a:off x="1810975" y="-199750"/>
            <a:ext cx="4193925" cy="1398225"/>
          </a:xfrm>
          <a:custGeom>
            <a:rect b="b" l="l" r="r" t="t"/>
            <a:pathLst>
              <a:path extrusionOk="0" h="55929" w="167757">
                <a:moveTo>
                  <a:pt x="167757" y="0"/>
                </a:moveTo>
                <a:lnTo>
                  <a:pt x="0" y="99"/>
                </a:lnTo>
                <a:lnTo>
                  <a:pt x="53402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049" name="Google Shape;3049;p309"/>
          <p:cNvSpPr/>
          <p:nvPr/>
        </p:nvSpPr>
        <p:spPr>
          <a:xfrm flipH="1">
            <a:off x="-237191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050" name="Google Shape;3050;p30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1" name="Google Shape;3051;p309"/>
          <p:cNvSpPr txBox="1"/>
          <p:nvPr>
            <p:ph hasCustomPrompt="1" type="title"/>
          </p:nvPr>
        </p:nvSpPr>
        <p:spPr>
          <a:xfrm>
            <a:off x="713250" y="1324600"/>
            <a:ext cx="77175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052" name="Google Shape;3052;p309"/>
          <p:cNvSpPr txBox="1"/>
          <p:nvPr>
            <p:ph idx="1" type="body"/>
          </p:nvPr>
        </p:nvSpPr>
        <p:spPr>
          <a:xfrm>
            <a:off x="713250" y="3370700"/>
            <a:ext cx="7717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53" name="Google Shape;3053;p309"/>
          <p:cNvSpPr txBox="1"/>
          <p:nvPr/>
        </p:nvSpPr>
        <p:spPr>
          <a:xfrm>
            <a:off x="2991700" y="1512225"/>
            <a:ext cx="55479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054" name="Google Shape;3054;p30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55" name="Google Shape;3055;p30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56" name="Shape 30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57" name="Shape 3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8" name="Google Shape;3058;p311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059" name="Google Shape;3059;p311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060" name="Google Shape;3060;p311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061" name="Google Shape;3061;p31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2" name="Google Shape;3062;p311"/>
          <p:cNvSpPr txBox="1"/>
          <p:nvPr>
            <p:ph type="title"/>
          </p:nvPr>
        </p:nvSpPr>
        <p:spPr>
          <a:xfrm>
            <a:off x="1484927" y="3341975"/>
            <a:ext cx="2290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063" name="Google Shape;3063;p311"/>
          <p:cNvSpPr txBox="1"/>
          <p:nvPr>
            <p:ph hasCustomPrompt="1" idx="2" type="title"/>
          </p:nvPr>
        </p:nvSpPr>
        <p:spPr>
          <a:xfrm>
            <a:off x="2309177" y="1672125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064" name="Google Shape;3064;p311"/>
          <p:cNvSpPr txBox="1"/>
          <p:nvPr>
            <p:ph hasCustomPrompt="1" idx="3" type="title"/>
          </p:nvPr>
        </p:nvSpPr>
        <p:spPr>
          <a:xfrm>
            <a:off x="2309177" y="2991451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065" name="Google Shape;3065;p311"/>
          <p:cNvSpPr txBox="1"/>
          <p:nvPr>
            <p:ph idx="4" type="title"/>
          </p:nvPr>
        </p:nvSpPr>
        <p:spPr>
          <a:xfrm>
            <a:off x="5405023" y="3341975"/>
            <a:ext cx="22179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066" name="Google Shape;3066;p311"/>
          <p:cNvSpPr txBox="1"/>
          <p:nvPr>
            <p:ph idx="5" type="title"/>
          </p:nvPr>
        </p:nvSpPr>
        <p:spPr>
          <a:xfrm>
            <a:off x="1484927" y="2022675"/>
            <a:ext cx="2290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067" name="Google Shape;3067;p311"/>
          <p:cNvSpPr txBox="1"/>
          <p:nvPr>
            <p:ph idx="6" type="title"/>
          </p:nvPr>
        </p:nvSpPr>
        <p:spPr>
          <a:xfrm>
            <a:off x="5405023" y="2022675"/>
            <a:ext cx="22179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068" name="Google Shape;3068;p311"/>
          <p:cNvSpPr txBox="1"/>
          <p:nvPr>
            <p:ph hasCustomPrompt="1" idx="7" type="title"/>
          </p:nvPr>
        </p:nvSpPr>
        <p:spPr>
          <a:xfrm>
            <a:off x="6193123" y="1672125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069" name="Google Shape;3069;p311"/>
          <p:cNvSpPr txBox="1"/>
          <p:nvPr>
            <p:ph hasCustomPrompt="1" idx="8" type="title"/>
          </p:nvPr>
        </p:nvSpPr>
        <p:spPr>
          <a:xfrm>
            <a:off x="6193123" y="2989672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070" name="Google Shape;3070;p311"/>
          <p:cNvSpPr txBox="1"/>
          <p:nvPr>
            <p:ph idx="1" type="subTitle"/>
          </p:nvPr>
        </p:nvSpPr>
        <p:spPr>
          <a:xfrm>
            <a:off x="1403027" y="2368720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1" name="Google Shape;3071;p311"/>
          <p:cNvSpPr txBox="1"/>
          <p:nvPr>
            <p:ph idx="9" type="subTitle"/>
          </p:nvPr>
        </p:nvSpPr>
        <p:spPr>
          <a:xfrm>
            <a:off x="5286973" y="2368720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2" name="Google Shape;3072;p311"/>
          <p:cNvSpPr txBox="1"/>
          <p:nvPr>
            <p:ph idx="13" type="subTitle"/>
          </p:nvPr>
        </p:nvSpPr>
        <p:spPr>
          <a:xfrm>
            <a:off x="1403027" y="3688123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3" name="Google Shape;3073;p311"/>
          <p:cNvSpPr txBox="1"/>
          <p:nvPr>
            <p:ph idx="14" type="subTitle"/>
          </p:nvPr>
        </p:nvSpPr>
        <p:spPr>
          <a:xfrm>
            <a:off x="5286973" y="3688123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74" name="Google Shape;3074;p311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075" name="Google Shape;3075;p31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76" name="Google Shape;3076;p31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77" name="Shape 3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Google Shape;3078;p312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079" name="Google Shape;3079;p312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080" name="Google Shape;3080;p312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081" name="Google Shape;3081;p31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2" name="Google Shape;3082;p312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083" name="Google Shape;3083;p31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4" name="Google Shape;3084;p31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85" name="Google Shape;3085;p312"/>
          <p:cNvSpPr txBox="1"/>
          <p:nvPr>
            <p:ph hasCustomPrompt="1" idx="2" type="title"/>
          </p:nvPr>
        </p:nvSpPr>
        <p:spPr>
          <a:xfrm>
            <a:off x="4203751" y="1315750"/>
            <a:ext cx="3577500" cy="4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086" name="Google Shape;3086;p312"/>
          <p:cNvSpPr txBox="1"/>
          <p:nvPr>
            <p:ph idx="1" type="subTitle"/>
          </p:nvPr>
        </p:nvSpPr>
        <p:spPr>
          <a:xfrm>
            <a:off x="4203751" y="1813683"/>
            <a:ext cx="3577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87" name="Google Shape;3087;p312"/>
          <p:cNvSpPr txBox="1"/>
          <p:nvPr>
            <p:ph hasCustomPrompt="1" idx="3" type="title"/>
          </p:nvPr>
        </p:nvSpPr>
        <p:spPr>
          <a:xfrm>
            <a:off x="4203751" y="2444625"/>
            <a:ext cx="3577500" cy="4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088" name="Google Shape;3088;p312"/>
          <p:cNvSpPr txBox="1"/>
          <p:nvPr>
            <p:ph idx="4" type="subTitle"/>
          </p:nvPr>
        </p:nvSpPr>
        <p:spPr>
          <a:xfrm>
            <a:off x="4203751" y="2942624"/>
            <a:ext cx="3577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89" name="Google Shape;3089;p312"/>
          <p:cNvSpPr txBox="1"/>
          <p:nvPr>
            <p:ph hasCustomPrompt="1" idx="5" type="title"/>
          </p:nvPr>
        </p:nvSpPr>
        <p:spPr>
          <a:xfrm>
            <a:off x="4203751" y="3573573"/>
            <a:ext cx="3577500" cy="4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090" name="Google Shape;3090;p312"/>
          <p:cNvSpPr txBox="1"/>
          <p:nvPr>
            <p:ph idx="6" type="subTitle"/>
          </p:nvPr>
        </p:nvSpPr>
        <p:spPr>
          <a:xfrm>
            <a:off x="4203751" y="4071576"/>
            <a:ext cx="3577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91" name="Shape 3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Google Shape;3092;p313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093" name="Google Shape;3093;p313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094" name="Google Shape;3094;p313"/>
          <p:cNvSpPr/>
          <p:nvPr/>
        </p:nvSpPr>
        <p:spPr>
          <a:xfrm>
            <a:off x="1186000" y="1323316"/>
            <a:ext cx="8239600" cy="3957500"/>
          </a:xfrm>
          <a:custGeom>
            <a:rect b="b" l="l" r="r" t="t"/>
            <a:pathLst>
              <a:path extrusionOk="0" h="158300" w="329584">
                <a:moveTo>
                  <a:pt x="0" y="0"/>
                </a:moveTo>
                <a:lnTo>
                  <a:pt x="117851" y="158300"/>
                </a:lnTo>
                <a:lnTo>
                  <a:pt x="329584" y="154305"/>
                </a:lnTo>
                <a:lnTo>
                  <a:pt x="320595" y="56929"/>
                </a:lnTo>
                <a:lnTo>
                  <a:pt x="145316" y="60923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095" name="Google Shape;3095;p31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6" name="Google Shape;3096;p313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097" name="Google Shape;3097;p31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8" name="Google Shape;3098;p31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99" name="Google Shape;3099;p313"/>
          <p:cNvSpPr txBox="1"/>
          <p:nvPr>
            <p:ph idx="2" type="title"/>
          </p:nvPr>
        </p:nvSpPr>
        <p:spPr>
          <a:xfrm>
            <a:off x="707656" y="18815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00" name="Google Shape;3100;p313"/>
          <p:cNvSpPr txBox="1"/>
          <p:nvPr>
            <p:ph hasCustomPrompt="1" idx="3" type="title"/>
          </p:nvPr>
        </p:nvSpPr>
        <p:spPr>
          <a:xfrm>
            <a:off x="707650" y="14548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101" name="Google Shape;3101;p313"/>
          <p:cNvSpPr txBox="1"/>
          <p:nvPr>
            <p:ph idx="1" type="subTitle"/>
          </p:nvPr>
        </p:nvSpPr>
        <p:spPr>
          <a:xfrm>
            <a:off x="707650" y="22276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02" name="Google Shape;3102;p313"/>
          <p:cNvSpPr txBox="1"/>
          <p:nvPr>
            <p:ph idx="4" type="title"/>
          </p:nvPr>
        </p:nvSpPr>
        <p:spPr>
          <a:xfrm>
            <a:off x="3397294" y="18815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03" name="Google Shape;3103;p313"/>
          <p:cNvSpPr txBox="1"/>
          <p:nvPr>
            <p:ph hasCustomPrompt="1" idx="5" type="title"/>
          </p:nvPr>
        </p:nvSpPr>
        <p:spPr>
          <a:xfrm>
            <a:off x="3397288" y="14548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104" name="Google Shape;3104;p313"/>
          <p:cNvSpPr txBox="1"/>
          <p:nvPr>
            <p:ph idx="6" type="subTitle"/>
          </p:nvPr>
        </p:nvSpPr>
        <p:spPr>
          <a:xfrm>
            <a:off x="3397288" y="22276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05" name="Google Shape;3105;p313"/>
          <p:cNvSpPr txBox="1"/>
          <p:nvPr>
            <p:ph idx="7" type="title"/>
          </p:nvPr>
        </p:nvSpPr>
        <p:spPr>
          <a:xfrm>
            <a:off x="6086882" y="18815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06" name="Google Shape;3106;p313"/>
          <p:cNvSpPr txBox="1"/>
          <p:nvPr>
            <p:ph hasCustomPrompt="1" idx="8" type="title"/>
          </p:nvPr>
        </p:nvSpPr>
        <p:spPr>
          <a:xfrm>
            <a:off x="6086875" y="14548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107" name="Google Shape;3107;p313"/>
          <p:cNvSpPr txBox="1"/>
          <p:nvPr>
            <p:ph idx="9" type="subTitle"/>
          </p:nvPr>
        </p:nvSpPr>
        <p:spPr>
          <a:xfrm>
            <a:off x="6086875" y="22276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08" name="Google Shape;3108;p313"/>
          <p:cNvSpPr txBox="1"/>
          <p:nvPr>
            <p:ph idx="13" type="title"/>
          </p:nvPr>
        </p:nvSpPr>
        <p:spPr>
          <a:xfrm>
            <a:off x="707656" y="32924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09" name="Google Shape;3109;p313"/>
          <p:cNvSpPr txBox="1"/>
          <p:nvPr>
            <p:ph hasCustomPrompt="1" idx="14" type="title"/>
          </p:nvPr>
        </p:nvSpPr>
        <p:spPr>
          <a:xfrm>
            <a:off x="707650" y="28657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110" name="Google Shape;3110;p313"/>
          <p:cNvSpPr txBox="1"/>
          <p:nvPr>
            <p:ph idx="15" type="subTitle"/>
          </p:nvPr>
        </p:nvSpPr>
        <p:spPr>
          <a:xfrm>
            <a:off x="707650" y="36385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11" name="Google Shape;3111;p313"/>
          <p:cNvSpPr txBox="1"/>
          <p:nvPr>
            <p:ph idx="16" type="title"/>
          </p:nvPr>
        </p:nvSpPr>
        <p:spPr>
          <a:xfrm>
            <a:off x="3397294" y="32924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12" name="Google Shape;3112;p313"/>
          <p:cNvSpPr txBox="1"/>
          <p:nvPr>
            <p:ph hasCustomPrompt="1" idx="17" type="title"/>
          </p:nvPr>
        </p:nvSpPr>
        <p:spPr>
          <a:xfrm>
            <a:off x="3397288" y="28657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113" name="Google Shape;3113;p313"/>
          <p:cNvSpPr txBox="1"/>
          <p:nvPr>
            <p:ph idx="18" type="subTitle"/>
          </p:nvPr>
        </p:nvSpPr>
        <p:spPr>
          <a:xfrm>
            <a:off x="3397288" y="36385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14" name="Google Shape;3114;p313"/>
          <p:cNvSpPr txBox="1"/>
          <p:nvPr>
            <p:ph idx="19" type="title"/>
          </p:nvPr>
        </p:nvSpPr>
        <p:spPr>
          <a:xfrm>
            <a:off x="6086882" y="32924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15" name="Google Shape;3115;p313"/>
          <p:cNvSpPr txBox="1"/>
          <p:nvPr>
            <p:ph hasCustomPrompt="1" idx="20" type="title"/>
          </p:nvPr>
        </p:nvSpPr>
        <p:spPr>
          <a:xfrm>
            <a:off x="6086875" y="28657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116" name="Google Shape;3116;p313"/>
          <p:cNvSpPr txBox="1"/>
          <p:nvPr>
            <p:ph idx="21" type="subTitle"/>
          </p:nvPr>
        </p:nvSpPr>
        <p:spPr>
          <a:xfrm>
            <a:off x="6086875" y="36385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1">
  <p:cSld name="CUSTOM_2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17" name="Shape 3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8" name="Google Shape;3118;p314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119" name="Google Shape;3119;p314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120" name="Google Shape;3120;p314"/>
          <p:cNvSpPr/>
          <p:nvPr/>
        </p:nvSpPr>
        <p:spPr>
          <a:xfrm>
            <a:off x="1186000" y="1323316"/>
            <a:ext cx="8239600" cy="3957500"/>
          </a:xfrm>
          <a:custGeom>
            <a:rect b="b" l="l" r="r" t="t"/>
            <a:pathLst>
              <a:path extrusionOk="0" h="158300" w="329584">
                <a:moveTo>
                  <a:pt x="0" y="0"/>
                </a:moveTo>
                <a:lnTo>
                  <a:pt x="117851" y="158300"/>
                </a:lnTo>
                <a:lnTo>
                  <a:pt x="329584" y="154305"/>
                </a:lnTo>
                <a:lnTo>
                  <a:pt x="320595" y="56929"/>
                </a:lnTo>
                <a:lnTo>
                  <a:pt x="145316" y="60923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121" name="Google Shape;3121;p31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2" name="Google Shape;3122;p314"/>
          <p:cNvSpPr txBox="1"/>
          <p:nvPr>
            <p:ph idx="1" type="body"/>
          </p:nvPr>
        </p:nvSpPr>
        <p:spPr>
          <a:xfrm>
            <a:off x="4968035" y="2381425"/>
            <a:ext cx="2547000" cy="7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23" name="Google Shape;3123;p31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24" name="Google Shape;3124;p31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25" name="Google Shape;3125;p31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26" name="Shape 3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27" name="Google Shape;3127;p315"/>
          <p:cNvGrpSpPr/>
          <p:nvPr/>
        </p:nvGrpSpPr>
        <p:grpSpPr>
          <a:xfrm>
            <a:off x="-299629" y="-137325"/>
            <a:ext cx="9550450" cy="5418141"/>
            <a:chOff x="-124850" y="-137325"/>
            <a:chExt cx="9550450" cy="5418141"/>
          </a:xfrm>
        </p:grpSpPr>
        <p:sp>
          <p:nvSpPr>
            <p:cNvPr id="3128" name="Google Shape;3128;p315"/>
            <p:cNvSpPr/>
            <p:nvPr/>
          </p:nvSpPr>
          <p:spPr>
            <a:xfrm flipH="1">
              <a:off x="5180950" y="-137325"/>
              <a:ext cx="4244650" cy="5405675"/>
            </a:xfrm>
            <a:custGeom>
              <a:rect b="b" l="l" r="r" t="t"/>
              <a:pathLst>
                <a:path extrusionOk="0" h="216227" w="169786">
                  <a:moveTo>
                    <a:pt x="57428" y="0"/>
                  </a:moveTo>
                  <a:lnTo>
                    <a:pt x="0" y="0"/>
                  </a:lnTo>
                  <a:lnTo>
                    <a:pt x="0" y="216227"/>
                  </a:lnTo>
                  <a:lnTo>
                    <a:pt x="169786" y="216227"/>
                  </a:lnTo>
                  <a:lnTo>
                    <a:pt x="53433" y="60424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3129" name="Google Shape;3129;p315"/>
            <p:cNvSpPr/>
            <p:nvPr/>
          </p:nvSpPr>
          <p:spPr>
            <a:xfrm flipH="1">
              <a:off x="-124850" y="1323316"/>
              <a:ext cx="8239600" cy="3957500"/>
            </a:xfrm>
            <a:custGeom>
              <a:rect b="b" l="l" r="r" t="t"/>
              <a:pathLst>
                <a:path extrusionOk="0" h="158300" w="329584">
                  <a:moveTo>
                    <a:pt x="0" y="0"/>
                  </a:moveTo>
                  <a:lnTo>
                    <a:pt x="117851" y="158300"/>
                  </a:lnTo>
                  <a:lnTo>
                    <a:pt x="329584" y="154305"/>
                  </a:lnTo>
                  <a:lnTo>
                    <a:pt x="320595" y="56929"/>
                  </a:lnTo>
                  <a:lnTo>
                    <a:pt x="145316" y="60923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3130" name="Google Shape;3130;p315"/>
            <p:cNvSpPr/>
            <p:nvPr/>
          </p:nvSpPr>
          <p:spPr>
            <a:xfrm flipH="1">
              <a:off x="87400" y="-112350"/>
              <a:ext cx="4419400" cy="2958750"/>
            </a:xfrm>
            <a:custGeom>
              <a:rect b="b" l="l" r="r" t="t"/>
              <a:pathLst>
                <a:path extrusionOk="0" h="118350" w="176776">
                  <a:moveTo>
                    <a:pt x="33957" y="0"/>
                  </a:moveTo>
                  <a:lnTo>
                    <a:pt x="176776" y="0"/>
                  </a:lnTo>
                  <a:lnTo>
                    <a:pt x="176776" y="114355"/>
                  </a:lnTo>
                  <a:lnTo>
                    <a:pt x="0" y="11835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3131" name="Google Shape;3131;p31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2" name="Google Shape;3132;p31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133" name="Google Shape;3133;p31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34" name="Google Shape;3134;p31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35" name="Shape 3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6" name="Google Shape;3136;p316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137" name="Google Shape;3137;p316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138" name="Google Shape;3138;p316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139" name="Google Shape;3139;p31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0" name="Google Shape;3140;p316"/>
          <p:cNvSpPr txBox="1"/>
          <p:nvPr>
            <p:ph type="title"/>
          </p:nvPr>
        </p:nvSpPr>
        <p:spPr>
          <a:xfrm>
            <a:off x="2048424" y="15718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41" name="Google Shape;3141;p316"/>
          <p:cNvSpPr txBox="1"/>
          <p:nvPr>
            <p:ph idx="1" type="subTitle"/>
          </p:nvPr>
        </p:nvSpPr>
        <p:spPr>
          <a:xfrm>
            <a:off x="1557925" y="1849666"/>
            <a:ext cx="2639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42" name="Google Shape;3142;p316"/>
          <p:cNvSpPr txBox="1"/>
          <p:nvPr>
            <p:ph idx="2" type="title"/>
          </p:nvPr>
        </p:nvSpPr>
        <p:spPr>
          <a:xfrm>
            <a:off x="5663855" y="15718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43" name="Google Shape;3143;p316"/>
          <p:cNvSpPr txBox="1"/>
          <p:nvPr>
            <p:ph idx="3" type="subTitle"/>
          </p:nvPr>
        </p:nvSpPr>
        <p:spPr>
          <a:xfrm>
            <a:off x="5173352" y="1849660"/>
            <a:ext cx="2639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44" name="Google Shape;3144;p316"/>
          <p:cNvSpPr txBox="1"/>
          <p:nvPr>
            <p:ph idx="4" type="title"/>
          </p:nvPr>
        </p:nvSpPr>
        <p:spPr>
          <a:xfrm>
            <a:off x="3742650" y="294096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45" name="Google Shape;3145;p316"/>
          <p:cNvSpPr txBox="1"/>
          <p:nvPr>
            <p:ph idx="5" type="subTitle"/>
          </p:nvPr>
        </p:nvSpPr>
        <p:spPr>
          <a:xfrm>
            <a:off x="3252150" y="3219961"/>
            <a:ext cx="2639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46" name="Google Shape;3146;p316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47" name="Google Shape;3147;p31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48" name="Google Shape;3148;p31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5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49" name="Shape 3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0" name="Google Shape;3150;p317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151" name="Google Shape;3151;p317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152" name="Google Shape;3152;p317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153" name="Google Shape;3153;p31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4" name="Google Shape;3154;p317">
            <a:hlinkClick/>
          </p:cNvPr>
          <p:cNvSpPr txBox="1"/>
          <p:nvPr>
            <p:ph type="title"/>
          </p:nvPr>
        </p:nvSpPr>
        <p:spPr>
          <a:xfrm>
            <a:off x="713236" y="2503799"/>
            <a:ext cx="2332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55" name="Google Shape;3155;p317"/>
          <p:cNvSpPr txBox="1"/>
          <p:nvPr>
            <p:ph idx="1" type="subTitle"/>
          </p:nvPr>
        </p:nvSpPr>
        <p:spPr>
          <a:xfrm>
            <a:off x="713235" y="2996207"/>
            <a:ext cx="23328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6" name="Google Shape;3156;p317"/>
          <p:cNvSpPr txBox="1"/>
          <p:nvPr>
            <p:ph idx="2" type="title"/>
          </p:nvPr>
        </p:nvSpPr>
        <p:spPr>
          <a:xfrm>
            <a:off x="6097308" y="2503800"/>
            <a:ext cx="2332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57" name="Google Shape;3157;p317"/>
          <p:cNvSpPr txBox="1"/>
          <p:nvPr>
            <p:ph idx="3" type="subTitle"/>
          </p:nvPr>
        </p:nvSpPr>
        <p:spPr>
          <a:xfrm>
            <a:off x="6097311" y="2996202"/>
            <a:ext cx="23328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58" name="Google Shape;3158;p317"/>
          <p:cNvSpPr txBox="1"/>
          <p:nvPr>
            <p:ph idx="4" type="title"/>
          </p:nvPr>
        </p:nvSpPr>
        <p:spPr>
          <a:xfrm>
            <a:off x="3405610" y="2503801"/>
            <a:ext cx="2332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59" name="Google Shape;3159;p317"/>
          <p:cNvSpPr txBox="1"/>
          <p:nvPr>
            <p:ph idx="5" type="subTitle"/>
          </p:nvPr>
        </p:nvSpPr>
        <p:spPr>
          <a:xfrm>
            <a:off x="3405609" y="3000768"/>
            <a:ext cx="23328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60" name="Google Shape;3160;p317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61" name="Google Shape;3161;p31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62" name="Google Shape;3162;p31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5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63" name="Shape 3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" name="Google Shape;3164;p318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165" name="Google Shape;3165;p318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166" name="Google Shape;3166;p318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167" name="Google Shape;3167;p31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8" name="Google Shape;3168;p318"/>
          <p:cNvSpPr txBox="1"/>
          <p:nvPr>
            <p:ph type="title"/>
          </p:nvPr>
        </p:nvSpPr>
        <p:spPr>
          <a:xfrm>
            <a:off x="5200938" y="3459472"/>
            <a:ext cx="3229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69" name="Google Shape;3169;p318"/>
          <p:cNvSpPr txBox="1"/>
          <p:nvPr>
            <p:ph idx="1" type="subTitle"/>
          </p:nvPr>
        </p:nvSpPr>
        <p:spPr>
          <a:xfrm>
            <a:off x="5200924" y="3799476"/>
            <a:ext cx="3229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70" name="Google Shape;3170;p318"/>
          <p:cNvSpPr txBox="1"/>
          <p:nvPr>
            <p:ph idx="2" type="title"/>
          </p:nvPr>
        </p:nvSpPr>
        <p:spPr>
          <a:xfrm>
            <a:off x="5200935" y="1353000"/>
            <a:ext cx="3229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71" name="Google Shape;3171;p318"/>
          <p:cNvSpPr txBox="1"/>
          <p:nvPr>
            <p:ph idx="3" type="subTitle"/>
          </p:nvPr>
        </p:nvSpPr>
        <p:spPr>
          <a:xfrm>
            <a:off x="5200924" y="1693001"/>
            <a:ext cx="3229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72" name="Google Shape;3172;p318"/>
          <p:cNvSpPr txBox="1"/>
          <p:nvPr>
            <p:ph idx="4" type="title"/>
          </p:nvPr>
        </p:nvSpPr>
        <p:spPr>
          <a:xfrm>
            <a:off x="5200938" y="2427412"/>
            <a:ext cx="3229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73" name="Google Shape;3173;p318"/>
          <p:cNvSpPr txBox="1"/>
          <p:nvPr>
            <p:ph idx="5" type="subTitle"/>
          </p:nvPr>
        </p:nvSpPr>
        <p:spPr>
          <a:xfrm>
            <a:off x="5200921" y="2769273"/>
            <a:ext cx="3229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74" name="Google Shape;3174;p318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75" name="Google Shape;3175;p31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76" name="Google Shape;3176;p31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77" name="Shape 3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8" name="Google Shape;3178;p319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179" name="Google Shape;3179;p319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180" name="Google Shape;3180;p319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181" name="Google Shape;3181;p31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2" name="Google Shape;3182;p319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83" name="Google Shape;3183;p319"/>
          <p:cNvSpPr txBox="1"/>
          <p:nvPr>
            <p:ph idx="2" type="title"/>
          </p:nvPr>
        </p:nvSpPr>
        <p:spPr>
          <a:xfrm>
            <a:off x="2271525" y="158527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84" name="Google Shape;3184;p319"/>
          <p:cNvSpPr txBox="1"/>
          <p:nvPr>
            <p:ph idx="1" type="subTitle"/>
          </p:nvPr>
        </p:nvSpPr>
        <p:spPr>
          <a:xfrm>
            <a:off x="1496175" y="1871730"/>
            <a:ext cx="27327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85" name="Google Shape;3185;p319"/>
          <p:cNvSpPr txBox="1"/>
          <p:nvPr>
            <p:ph idx="3" type="title"/>
          </p:nvPr>
        </p:nvSpPr>
        <p:spPr>
          <a:xfrm>
            <a:off x="2271525" y="309697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86" name="Google Shape;3186;p319"/>
          <p:cNvSpPr txBox="1"/>
          <p:nvPr>
            <p:ph idx="4" type="subTitle"/>
          </p:nvPr>
        </p:nvSpPr>
        <p:spPr>
          <a:xfrm>
            <a:off x="1496175" y="3391207"/>
            <a:ext cx="27327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87" name="Google Shape;3187;p319"/>
          <p:cNvSpPr txBox="1"/>
          <p:nvPr>
            <p:ph idx="5" type="title"/>
          </p:nvPr>
        </p:nvSpPr>
        <p:spPr>
          <a:xfrm>
            <a:off x="5601525" y="158527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88" name="Google Shape;3188;p319"/>
          <p:cNvSpPr txBox="1"/>
          <p:nvPr>
            <p:ph idx="6" type="subTitle"/>
          </p:nvPr>
        </p:nvSpPr>
        <p:spPr>
          <a:xfrm>
            <a:off x="4915125" y="1871730"/>
            <a:ext cx="27327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89" name="Google Shape;3189;p319"/>
          <p:cNvSpPr txBox="1"/>
          <p:nvPr>
            <p:ph idx="7" type="title"/>
          </p:nvPr>
        </p:nvSpPr>
        <p:spPr>
          <a:xfrm>
            <a:off x="5601525" y="309712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190" name="Google Shape;3190;p319"/>
          <p:cNvSpPr txBox="1"/>
          <p:nvPr>
            <p:ph idx="8" type="subTitle"/>
          </p:nvPr>
        </p:nvSpPr>
        <p:spPr>
          <a:xfrm>
            <a:off x="4915125" y="3389946"/>
            <a:ext cx="27327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91" name="Google Shape;3191;p31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2" name="Google Shape;3192;p31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93" name="Shape 3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" name="Google Shape;3194;p320"/>
          <p:cNvSpPr/>
          <p:nvPr/>
        </p:nvSpPr>
        <p:spPr>
          <a:xfrm flipH="1" rot="10800000">
            <a:off x="-74900" y="1635441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195" name="Google Shape;3195;p320"/>
          <p:cNvSpPr/>
          <p:nvPr/>
        </p:nvSpPr>
        <p:spPr>
          <a:xfrm flipH="1" rot="10800000">
            <a:off x="-74909" y="-74900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196" name="Google Shape;3196;p320"/>
          <p:cNvSpPr/>
          <p:nvPr/>
        </p:nvSpPr>
        <p:spPr>
          <a:xfrm flipH="1" rot="10800000">
            <a:off x="1672891" y="1385757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197" name="Google Shape;3197;p32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8" name="Google Shape;3198;p320"/>
          <p:cNvSpPr txBox="1"/>
          <p:nvPr>
            <p:ph type="title"/>
          </p:nvPr>
        </p:nvSpPr>
        <p:spPr>
          <a:xfrm>
            <a:off x="1695750" y="1784933"/>
            <a:ext cx="575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99" name="Google Shape;3199;p320"/>
          <p:cNvSpPr txBox="1"/>
          <p:nvPr>
            <p:ph idx="1" type="subTitle"/>
          </p:nvPr>
        </p:nvSpPr>
        <p:spPr>
          <a:xfrm>
            <a:off x="2607250" y="2837758"/>
            <a:ext cx="3699300" cy="2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200" name="Google Shape;3200;p32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1" name="Google Shape;3201;p32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6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02" name="Shape 3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3" name="Google Shape;3203;p321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204" name="Google Shape;3204;p321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205" name="Google Shape;3205;p32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6" name="Google Shape;3206;p321"/>
          <p:cNvSpPr txBox="1"/>
          <p:nvPr>
            <p:ph type="title"/>
          </p:nvPr>
        </p:nvSpPr>
        <p:spPr>
          <a:xfrm>
            <a:off x="4215400" y="1558650"/>
            <a:ext cx="38883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07" name="Google Shape;3207;p321"/>
          <p:cNvSpPr txBox="1"/>
          <p:nvPr>
            <p:ph idx="1" type="subTitle"/>
          </p:nvPr>
        </p:nvSpPr>
        <p:spPr>
          <a:xfrm>
            <a:off x="4215396" y="3247925"/>
            <a:ext cx="3888300" cy="2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208" name="Google Shape;3208;p32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9" name="Google Shape;3209;p32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10" name="Shape 3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1" name="Google Shape;3211;p322"/>
          <p:cNvSpPr/>
          <p:nvPr/>
        </p:nvSpPr>
        <p:spPr>
          <a:xfrm>
            <a:off x="-112366" y="-74900"/>
            <a:ext cx="4455825" cy="3945000"/>
          </a:xfrm>
          <a:custGeom>
            <a:rect b="b" l="l" r="r" t="t"/>
            <a:pathLst>
              <a:path extrusionOk="0" h="157800" w="178233">
                <a:moveTo>
                  <a:pt x="128338" y="0"/>
                </a:moveTo>
                <a:lnTo>
                  <a:pt x="0" y="0"/>
                </a:lnTo>
                <a:lnTo>
                  <a:pt x="0" y="157800"/>
                </a:lnTo>
                <a:lnTo>
                  <a:pt x="178233" y="110043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212" name="Google Shape;3212;p322"/>
          <p:cNvSpPr/>
          <p:nvPr/>
        </p:nvSpPr>
        <p:spPr>
          <a:xfrm>
            <a:off x="3096091" y="-74900"/>
            <a:ext cx="6204650" cy="4232150"/>
          </a:xfrm>
          <a:custGeom>
            <a:rect b="b" l="l" r="r" t="t"/>
            <a:pathLst>
              <a:path extrusionOk="0" h="169286" w="248186">
                <a:moveTo>
                  <a:pt x="0" y="0"/>
                </a:moveTo>
                <a:lnTo>
                  <a:pt x="248186" y="0"/>
                </a:lnTo>
                <a:lnTo>
                  <a:pt x="247687" y="169286"/>
                </a:lnTo>
                <a:lnTo>
                  <a:pt x="48938" y="11135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213" name="Google Shape;3213;p322"/>
          <p:cNvSpPr/>
          <p:nvPr/>
        </p:nvSpPr>
        <p:spPr>
          <a:xfrm>
            <a:off x="-124825" y="2696600"/>
            <a:ext cx="6564300" cy="2559275"/>
          </a:xfrm>
          <a:custGeom>
            <a:rect b="b" l="l" r="r" t="t"/>
            <a:pathLst>
              <a:path extrusionOk="0" h="102371" w="262572">
                <a:moveTo>
                  <a:pt x="0" y="46941"/>
                </a:moveTo>
                <a:lnTo>
                  <a:pt x="0" y="102371"/>
                </a:lnTo>
                <a:lnTo>
                  <a:pt x="262572" y="102362"/>
                </a:lnTo>
                <a:lnTo>
                  <a:pt x="242678" y="19120"/>
                </a:lnTo>
                <a:lnTo>
                  <a:pt x="177276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214" name="Google Shape;3214;p322"/>
          <p:cNvSpPr/>
          <p:nvPr/>
        </p:nvSpPr>
        <p:spPr>
          <a:xfrm>
            <a:off x="5930009" y="3160026"/>
            <a:ext cx="3395700" cy="2134800"/>
          </a:xfrm>
          <a:custGeom>
            <a:rect b="b" l="l" r="r" t="t"/>
            <a:pathLst>
              <a:path extrusionOk="0" h="85392" w="135828">
                <a:moveTo>
                  <a:pt x="0" y="0"/>
                </a:moveTo>
                <a:lnTo>
                  <a:pt x="135828" y="40449"/>
                </a:lnTo>
                <a:lnTo>
                  <a:pt x="135828" y="85392"/>
                </a:lnTo>
                <a:lnTo>
                  <a:pt x="20973" y="85392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215" name="Google Shape;3215;p32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6" name="Google Shape;3216;p322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3217" name="Google Shape;3217;p32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8" name="Google Shape;3218;p32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19" name="Shape 3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20" name="Google Shape;3220;p323"/>
          <p:cNvGrpSpPr/>
          <p:nvPr/>
        </p:nvGrpSpPr>
        <p:grpSpPr>
          <a:xfrm flipH="1">
            <a:off x="-136250" y="-74900"/>
            <a:ext cx="9461959" cy="5380700"/>
            <a:chOff x="-124834" y="-74900"/>
            <a:chExt cx="9461959" cy="5380700"/>
          </a:xfrm>
        </p:grpSpPr>
        <p:sp>
          <p:nvSpPr>
            <p:cNvPr id="3221" name="Google Shape;3221;p323"/>
            <p:cNvSpPr/>
            <p:nvPr/>
          </p:nvSpPr>
          <p:spPr>
            <a:xfrm>
              <a:off x="-112366" y="-74900"/>
              <a:ext cx="4455825" cy="3945000"/>
            </a:xfrm>
            <a:custGeom>
              <a:rect b="b" l="l" r="r" t="t"/>
              <a:pathLst>
                <a:path extrusionOk="0" h="157800" w="178233">
                  <a:moveTo>
                    <a:pt x="128338" y="0"/>
                  </a:moveTo>
                  <a:lnTo>
                    <a:pt x="0" y="0"/>
                  </a:lnTo>
                  <a:lnTo>
                    <a:pt x="0" y="157800"/>
                  </a:lnTo>
                  <a:lnTo>
                    <a:pt x="178233" y="110043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  <p:sp>
          <p:nvSpPr>
            <p:cNvPr id="3222" name="Google Shape;3222;p323"/>
            <p:cNvSpPr/>
            <p:nvPr/>
          </p:nvSpPr>
          <p:spPr>
            <a:xfrm>
              <a:off x="3096091" y="-74900"/>
              <a:ext cx="6204650" cy="4232150"/>
            </a:xfrm>
            <a:custGeom>
              <a:rect b="b" l="l" r="r" t="t"/>
              <a:pathLst>
                <a:path extrusionOk="0" h="169286" w="248186">
                  <a:moveTo>
                    <a:pt x="0" y="0"/>
                  </a:moveTo>
                  <a:lnTo>
                    <a:pt x="248186" y="0"/>
                  </a:lnTo>
                  <a:lnTo>
                    <a:pt x="247687" y="169286"/>
                  </a:lnTo>
                  <a:lnTo>
                    <a:pt x="48938" y="111359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3223" name="Google Shape;3223;p323"/>
            <p:cNvSpPr/>
            <p:nvPr/>
          </p:nvSpPr>
          <p:spPr>
            <a:xfrm>
              <a:off x="-124834" y="2696591"/>
              <a:ext cx="6579175" cy="2559275"/>
            </a:xfrm>
            <a:custGeom>
              <a:rect b="b" l="l" r="r" t="t"/>
              <a:pathLst>
                <a:path extrusionOk="0" h="102371" w="263167">
                  <a:moveTo>
                    <a:pt x="0" y="46941"/>
                  </a:moveTo>
                  <a:lnTo>
                    <a:pt x="0" y="102371"/>
                  </a:lnTo>
                  <a:lnTo>
                    <a:pt x="263167" y="102371"/>
                  </a:lnTo>
                  <a:lnTo>
                    <a:pt x="241195" y="18976"/>
                  </a:lnTo>
                  <a:lnTo>
                    <a:pt x="177276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3224" name="Google Shape;3224;p323"/>
            <p:cNvSpPr/>
            <p:nvPr/>
          </p:nvSpPr>
          <p:spPr>
            <a:xfrm>
              <a:off x="5887625" y="3176625"/>
              <a:ext cx="3449500" cy="2129175"/>
            </a:xfrm>
            <a:custGeom>
              <a:rect b="b" l="l" r="r" t="t"/>
              <a:pathLst>
                <a:path extrusionOk="0" h="85167" w="137980">
                  <a:moveTo>
                    <a:pt x="0" y="0"/>
                  </a:moveTo>
                  <a:lnTo>
                    <a:pt x="137980" y="39627"/>
                  </a:lnTo>
                  <a:lnTo>
                    <a:pt x="137523" y="85167"/>
                  </a:lnTo>
                  <a:lnTo>
                    <a:pt x="22885" y="83685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</p:grpSp>
      <p:sp>
        <p:nvSpPr>
          <p:cNvPr id="3225" name="Google Shape;3225;p32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6" name="Google Shape;3226;p323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3227" name="Google Shape;3227;p32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28" name="Google Shape;3228;p32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29" name="Shape 3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0" name="Google Shape;3230;p324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231" name="Google Shape;3231;p324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232" name="Google Shape;3232;p324"/>
          <p:cNvSpPr/>
          <p:nvPr/>
        </p:nvSpPr>
        <p:spPr>
          <a:xfrm>
            <a:off x="3387250" y="-62425"/>
            <a:ext cx="5826100" cy="5343250"/>
          </a:xfrm>
          <a:custGeom>
            <a:rect b="b" l="l" r="r" t="t"/>
            <a:pathLst>
              <a:path extrusionOk="0" h="213730" w="233044">
                <a:moveTo>
                  <a:pt x="187102" y="0"/>
                </a:moveTo>
                <a:lnTo>
                  <a:pt x="233044" y="0"/>
                </a:lnTo>
                <a:lnTo>
                  <a:pt x="233044" y="213730"/>
                </a:lnTo>
                <a:lnTo>
                  <a:pt x="28920" y="208579"/>
                </a:lnTo>
                <a:lnTo>
                  <a:pt x="0" y="18603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233" name="Google Shape;3233;p32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4" name="Google Shape;3234;p32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235" name="Google Shape;3235;p32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6" name="Google Shape;3236;p32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37" name="Shape 3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8" name="Google Shape;3238;p325"/>
          <p:cNvSpPr/>
          <p:nvPr/>
        </p:nvSpPr>
        <p:spPr>
          <a:xfrm>
            <a:off x="4919975" y="-87400"/>
            <a:ext cx="4293375" cy="5280825"/>
          </a:xfrm>
          <a:custGeom>
            <a:rect b="b" l="l" r="r" t="t"/>
            <a:pathLst>
              <a:path extrusionOk="0" h="211233" w="171735">
                <a:moveTo>
                  <a:pt x="24921" y="0"/>
                </a:moveTo>
                <a:lnTo>
                  <a:pt x="171735" y="0"/>
                </a:lnTo>
                <a:lnTo>
                  <a:pt x="171735" y="211233"/>
                </a:lnTo>
                <a:lnTo>
                  <a:pt x="0" y="209809"/>
                </a:lnTo>
                <a:lnTo>
                  <a:pt x="127791" y="11585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239" name="Google Shape;3239;p325"/>
          <p:cNvSpPr/>
          <p:nvPr/>
        </p:nvSpPr>
        <p:spPr>
          <a:xfrm flipH="1">
            <a:off x="107364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240" name="Google Shape;3240;p325"/>
          <p:cNvSpPr/>
          <p:nvPr/>
        </p:nvSpPr>
        <p:spPr>
          <a:xfrm>
            <a:off x="-62425" y="-62425"/>
            <a:ext cx="5755225" cy="5343250"/>
          </a:xfrm>
          <a:custGeom>
            <a:rect b="b" l="l" r="r" t="t"/>
            <a:pathLst>
              <a:path extrusionOk="0" h="213730" w="230209">
                <a:moveTo>
                  <a:pt x="45942" y="0"/>
                </a:moveTo>
                <a:lnTo>
                  <a:pt x="0" y="0"/>
                </a:lnTo>
                <a:lnTo>
                  <a:pt x="0" y="213730"/>
                </a:lnTo>
                <a:lnTo>
                  <a:pt x="199078" y="209028"/>
                </a:lnTo>
                <a:lnTo>
                  <a:pt x="230209" y="18576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241" name="Google Shape;3241;p32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2" name="Google Shape;3242;p32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243" name="Google Shape;3243;p32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4" name="Google Shape;3244;p32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45" name="Shape 3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46" name="Google Shape;3246;p32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47" name="Google Shape;3247;p326"/>
          <p:cNvSpPr/>
          <p:nvPr/>
        </p:nvSpPr>
        <p:spPr>
          <a:xfrm>
            <a:off x="-62416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248" name="Google Shape;3248;p326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249" name="Google Shape;3249;p326"/>
          <p:cNvSpPr/>
          <p:nvPr/>
        </p:nvSpPr>
        <p:spPr>
          <a:xfrm>
            <a:off x="3447275" y="-62425"/>
            <a:ext cx="5766075" cy="5343250"/>
          </a:xfrm>
          <a:custGeom>
            <a:rect b="b" l="l" r="r" t="t"/>
            <a:pathLst>
              <a:path extrusionOk="0" h="213730" w="230643">
                <a:moveTo>
                  <a:pt x="184701" y="0"/>
                </a:moveTo>
                <a:lnTo>
                  <a:pt x="230643" y="0"/>
                </a:lnTo>
                <a:lnTo>
                  <a:pt x="230643" y="213730"/>
                </a:lnTo>
                <a:lnTo>
                  <a:pt x="33163" y="210250"/>
                </a:lnTo>
                <a:lnTo>
                  <a:pt x="0" y="185989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250" name="Google Shape;3250;p32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1" name="Google Shape;3251;p326"/>
          <p:cNvSpPr txBox="1"/>
          <p:nvPr>
            <p:ph type="title"/>
          </p:nvPr>
        </p:nvSpPr>
        <p:spPr>
          <a:xfrm>
            <a:off x="1051489" y="1754375"/>
            <a:ext cx="21336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52" name="Google Shape;3252;p326"/>
          <p:cNvSpPr txBox="1"/>
          <p:nvPr>
            <p:ph idx="1" type="subTitle"/>
          </p:nvPr>
        </p:nvSpPr>
        <p:spPr>
          <a:xfrm>
            <a:off x="1184989" y="2121233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53" name="Google Shape;3253;p326"/>
          <p:cNvSpPr txBox="1"/>
          <p:nvPr>
            <p:ph idx="2" type="title"/>
          </p:nvPr>
        </p:nvSpPr>
        <p:spPr>
          <a:xfrm>
            <a:off x="1051489" y="3204650"/>
            <a:ext cx="21336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54" name="Google Shape;3254;p326"/>
          <p:cNvSpPr txBox="1"/>
          <p:nvPr>
            <p:ph idx="3" type="subTitle"/>
          </p:nvPr>
        </p:nvSpPr>
        <p:spPr>
          <a:xfrm>
            <a:off x="1184989" y="3595392"/>
            <a:ext cx="18666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55" name="Google Shape;3255;p326"/>
          <p:cNvSpPr txBox="1"/>
          <p:nvPr>
            <p:ph idx="4" type="title"/>
          </p:nvPr>
        </p:nvSpPr>
        <p:spPr>
          <a:xfrm>
            <a:off x="3470378" y="1754375"/>
            <a:ext cx="21162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56" name="Google Shape;3256;p326"/>
          <p:cNvSpPr txBox="1"/>
          <p:nvPr>
            <p:ph idx="5" type="subTitle"/>
          </p:nvPr>
        </p:nvSpPr>
        <p:spPr>
          <a:xfrm>
            <a:off x="3595178" y="2121226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57" name="Google Shape;3257;p326"/>
          <p:cNvSpPr txBox="1"/>
          <p:nvPr>
            <p:ph idx="6" type="title"/>
          </p:nvPr>
        </p:nvSpPr>
        <p:spPr>
          <a:xfrm>
            <a:off x="3470378" y="3204650"/>
            <a:ext cx="21162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58" name="Google Shape;3258;p326"/>
          <p:cNvSpPr txBox="1"/>
          <p:nvPr>
            <p:ph idx="7" type="subTitle"/>
          </p:nvPr>
        </p:nvSpPr>
        <p:spPr>
          <a:xfrm>
            <a:off x="3595178" y="3595392"/>
            <a:ext cx="18666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59" name="Google Shape;3259;p326"/>
          <p:cNvSpPr txBox="1"/>
          <p:nvPr>
            <p:ph idx="8" type="title"/>
          </p:nvPr>
        </p:nvSpPr>
        <p:spPr>
          <a:xfrm>
            <a:off x="5983511" y="1754375"/>
            <a:ext cx="21090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60" name="Google Shape;3260;p326"/>
          <p:cNvSpPr txBox="1"/>
          <p:nvPr>
            <p:ph idx="9" type="subTitle"/>
          </p:nvPr>
        </p:nvSpPr>
        <p:spPr>
          <a:xfrm>
            <a:off x="6104711" y="2121226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61" name="Google Shape;3261;p326"/>
          <p:cNvSpPr txBox="1"/>
          <p:nvPr>
            <p:ph idx="13" type="title"/>
          </p:nvPr>
        </p:nvSpPr>
        <p:spPr>
          <a:xfrm>
            <a:off x="5983511" y="3204650"/>
            <a:ext cx="21090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62" name="Google Shape;3262;p326"/>
          <p:cNvSpPr txBox="1"/>
          <p:nvPr>
            <p:ph idx="14" type="subTitle"/>
          </p:nvPr>
        </p:nvSpPr>
        <p:spPr>
          <a:xfrm>
            <a:off x="6104711" y="3595392"/>
            <a:ext cx="18666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263" name="Google Shape;3263;p32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4" name="Google Shape;3264;p32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65" name="Google Shape;3265;p326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1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66" name="Shape 3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7" name="Google Shape;3267;p327"/>
          <p:cNvSpPr/>
          <p:nvPr/>
        </p:nvSpPr>
        <p:spPr>
          <a:xfrm>
            <a:off x="-62416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268" name="Google Shape;3268;p327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269" name="Google Shape;3269;p327"/>
          <p:cNvSpPr/>
          <p:nvPr/>
        </p:nvSpPr>
        <p:spPr>
          <a:xfrm>
            <a:off x="3447275" y="-62425"/>
            <a:ext cx="5766075" cy="5343250"/>
          </a:xfrm>
          <a:custGeom>
            <a:rect b="b" l="l" r="r" t="t"/>
            <a:pathLst>
              <a:path extrusionOk="0" h="213730" w="230643">
                <a:moveTo>
                  <a:pt x="184701" y="0"/>
                </a:moveTo>
                <a:lnTo>
                  <a:pt x="230643" y="0"/>
                </a:lnTo>
                <a:lnTo>
                  <a:pt x="230643" y="213730"/>
                </a:lnTo>
                <a:lnTo>
                  <a:pt x="33163" y="210250"/>
                </a:lnTo>
                <a:lnTo>
                  <a:pt x="0" y="185989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270" name="Google Shape;3270;p32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1" name="Google Shape;3271;p327"/>
          <p:cNvSpPr txBox="1"/>
          <p:nvPr>
            <p:ph type="title"/>
          </p:nvPr>
        </p:nvSpPr>
        <p:spPr>
          <a:xfrm>
            <a:off x="713229" y="1392000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72" name="Google Shape;3272;p327"/>
          <p:cNvSpPr txBox="1"/>
          <p:nvPr>
            <p:ph idx="1" type="subTitle"/>
          </p:nvPr>
        </p:nvSpPr>
        <p:spPr>
          <a:xfrm>
            <a:off x="713231" y="1793096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73" name="Google Shape;3273;p327"/>
          <p:cNvSpPr txBox="1"/>
          <p:nvPr>
            <p:ph idx="2" type="title"/>
          </p:nvPr>
        </p:nvSpPr>
        <p:spPr>
          <a:xfrm>
            <a:off x="713244" y="3403806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74" name="Google Shape;3274;p327"/>
          <p:cNvSpPr txBox="1"/>
          <p:nvPr>
            <p:ph idx="3" type="subTitle"/>
          </p:nvPr>
        </p:nvSpPr>
        <p:spPr>
          <a:xfrm>
            <a:off x="713231" y="3804899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75" name="Google Shape;3275;p327"/>
          <p:cNvSpPr txBox="1"/>
          <p:nvPr>
            <p:ph idx="4" type="title"/>
          </p:nvPr>
        </p:nvSpPr>
        <p:spPr>
          <a:xfrm>
            <a:off x="713247" y="2397903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76" name="Google Shape;3276;p327"/>
          <p:cNvSpPr txBox="1"/>
          <p:nvPr>
            <p:ph idx="5" type="subTitle"/>
          </p:nvPr>
        </p:nvSpPr>
        <p:spPr>
          <a:xfrm>
            <a:off x="713250" y="2799005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77" name="Google Shape;3277;p327"/>
          <p:cNvSpPr txBox="1"/>
          <p:nvPr>
            <p:ph idx="6" type="title"/>
          </p:nvPr>
        </p:nvSpPr>
        <p:spPr>
          <a:xfrm>
            <a:off x="5895420" y="2397903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78" name="Google Shape;3278;p327"/>
          <p:cNvSpPr txBox="1"/>
          <p:nvPr>
            <p:ph idx="7" type="subTitle"/>
          </p:nvPr>
        </p:nvSpPr>
        <p:spPr>
          <a:xfrm>
            <a:off x="5895424" y="2798996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79" name="Google Shape;3279;p327"/>
          <p:cNvSpPr txBox="1"/>
          <p:nvPr>
            <p:ph idx="8" type="title"/>
          </p:nvPr>
        </p:nvSpPr>
        <p:spPr>
          <a:xfrm>
            <a:off x="5895437" y="1392000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80" name="Google Shape;3280;p327"/>
          <p:cNvSpPr txBox="1"/>
          <p:nvPr>
            <p:ph idx="9" type="subTitle"/>
          </p:nvPr>
        </p:nvSpPr>
        <p:spPr>
          <a:xfrm>
            <a:off x="5895435" y="1793090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81" name="Google Shape;3281;p327"/>
          <p:cNvSpPr txBox="1"/>
          <p:nvPr>
            <p:ph idx="13" type="title"/>
          </p:nvPr>
        </p:nvSpPr>
        <p:spPr>
          <a:xfrm>
            <a:off x="5895437" y="3403806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82" name="Google Shape;3282;p327"/>
          <p:cNvSpPr txBox="1"/>
          <p:nvPr>
            <p:ph idx="14" type="subTitle"/>
          </p:nvPr>
        </p:nvSpPr>
        <p:spPr>
          <a:xfrm>
            <a:off x="5895435" y="3804899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83" name="Google Shape;3283;p327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284" name="Google Shape;3284;p32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85" name="Google Shape;3285;p32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286" name="Shape 3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7" name="Google Shape;3287;p328"/>
          <p:cNvSpPr/>
          <p:nvPr/>
        </p:nvSpPr>
        <p:spPr>
          <a:xfrm>
            <a:off x="-55980" y="-27995"/>
            <a:ext cx="5691450" cy="5224950"/>
          </a:xfrm>
          <a:custGeom>
            <a:rect b="b" l="l" r="r" t="t"/>
            <a:pathLst>
              <a:path extrusionOk="0" h="208998" w="227658">
                <a:moveTo>
                  <a:pt x="197428" y="208998"/>
                </a:moveTo>
                <a:lnTo>
                  <a:pt x="0" y="208998"/>
                </a:lnTo>
                <a:lnTo>
                  <a:pt x="0" y="0"/>
                </a:lnTo>
                <a:lnTo>
                  <a:pt x="46651" y="0"/>
                </a:lnTo>
                <a:lnTo>
                  <a:pt x="69417" y="22393"/>
                </a:lnTo>
                <a:lnTo>
                  <a:pt x="226165" y="180261"/>
                </a:lnTo>
                <a:lnTo>
                  <a:pt x="227658" y="18772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288" name="Google Shape;3288;p328"/>
          <p:cNvSpPr/>
          <p:nvPr/>
        </p:nvSpPr>
        <p:spPr>
          <a:xfrm flipH="1">
            <a:off x="4881322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289" name="Google Shape;3289;p328"/>
          <p:cNvSpPr/>
          <p:nvPr/>
        </p:nvSpPr>
        <p:spPr>
          <a:xfrm flipH="1">
            <a:off x="107364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290" name="Google Shape;3290;p32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1" name="Google Shape;3291;p328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92" name="Google Shape;3292;p328"/>
          <p:cNvSpPr txBox="1"/>
          <p:nvPr>
            <p:ph idx="2" type="title"/>
          </p:nvPr>
        </p:nvSpPr>
        <p:spPr>
          <a:xfrm>
            <a:off x="1848226" y="15090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93" name="Google Shape;3293;p328"/>
          <p:cNvSpPr txBox="1"/>
          <p:nvPr>
            <p:ph idx="1" type="subTitle"/>
          </p:nvPr>
        </p:nvSpPr>
        <p:spPr>
          <a:xfrm>
            <a:off x="1608525" y="1799405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94" name="Google Shape;3294;p328"/>
          <p:cNvSpPr txBox="1"/>
          <p:nvPr>
            <p:ph idx="3" type="title"/>
          </p:nvPr>
        </p:nvSpPr>
        <p:spPr>
          <a:xfrm>
            <a:off x="1848226" y="30969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95" name="Google Shape;3295;p328"/>
          <p:cNvSpPr txBox="1"/>
          <p:nvPr>
            <p:ph idx="4" type="subTitle"/>
          </p:nvPr>
        </p:nvSpPr>
        <p:spPr>
          <a:xfrm>
            <a:off x="1608525" y="3483426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96" name="Google Shape;3296;p328"/>
          <p:cNvSpPr txBox="1"/>
          <p:nvPr>
            <p:ph idx="5" type="title"/>
          </p:nvPr>
        </p:nvSpPr>
        <p:spPr>
          <a:xfrm>
            <a:off x="5272526" y="15090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97" name="Google Shape;3297;p328"/>
          <p:cNvSpPr txBox="1"/>
          <p:nvPr>
            <p:ph idx="6" type="subTitle"/>
          </p:nvPr>
        </p:nvSpPr>
        <p:spPr>
          <a:xfrm>
            <a:off x="5032825" y="1799405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98" name="Google Shape;3298;p328"/>
          <p:cNvSpPr txBox="1"/>
          <p:nvPr>
            <p:ph idx="7" type="title"/>
          </p:nvPr>
        </p:nvSpPr>
        <p:spPr>
          <a:xfrm>
            <a:off x="5272526" y="309712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299" name="Google Shape;3299;p328"/>
          <p:cNvSpPr txBox="1"/>
          <p:nvPr>
            <p:ph idx="8" type="subTitle"/>
          </p:nvPr>
        </p:nvSpPr>
        <p:spPr>
          <a:xfrm>
            <a:off x="5032825" y="3482981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300" name="Google Shape;3300;p32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01" name="Google Shape;3301;p32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02" name="Shape 3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3" name="Google Shape;3303;p329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304" name="Google Shape;3304;p329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305" name="Google Shape;3305;p329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306" name="Google Shape;3306;p329"/>
          <p:cNvSpPr/>
          <p:nvPr/>
        </p:nvSpPr>
        <p:spPr>
          <a:xfrm>
            <a:off x="5867575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307" name="Google Shape;3307;p32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8" name="Google Shape;3308;p32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309" name="Google Shape;3309;p32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0" name="Google Shape;3310;p32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1" name="Google Shape;3311;p329"/>
          <p:cNvSpPr txBox="1"/>
          <p:nvPr>
            <p:ph idx="1" type="subTitle"/>
          </p:nvPr>
        </p:nvSpPr>
        <p:spPr>
          <a:xfrm>
            <a:off x="2014850" y="1937938"/>
            <a:ext cx="2427600" cy="1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12" name="Shape 3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3" name="Google Shape;3313;p330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314" name="Google Shape;3314;p330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315" name="Google Shape;3315;p33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6" name="Google Shape;3316;p33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317" name="Google Shape;3317;p33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8" name="Google Shape;3318;p33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19" name="Google Shape;3319;p330"/>
          <p:cNvSpPr txBox="1"/>
          <p:nvPr>
            <p:ph idx="1" type="subTitle"/>
          </p:nvPr>
        </p:nvSpPr>
        <p:spPr>
          <a:xfrm>
            <a:off x="5163175" y="1938025"/>
            <a:ext cx="2427600" cy="1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20" name="Shape 3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1" name="Google Shape;3321;p331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322" name="Google Shape;3322;p331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323" name="Google Shape;3323;p33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24" name="Google Shape;3324;p33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5" name="Google Shape;3325;p33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26" name="Google Shape;3326;p331"/>
          <p:cNvSpPr txBox="1"/>
          <p:nvPr>
            <p:ph idx="1" type="body"/>
          </p:nvPr>
        </p:nvSpPr>
        <p:spPr>
          <a:xfrm>
            <a:off x="713225" y="1348475"/>
            <a:ext cx="7717500" cy="28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27" name="Google Shape;3327;p331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28" name="Shape 3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Google Shape;3329;p332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330" name="Google Shape;3330;p332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331" name="Google Shape;3331;p33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32" name="Google Shape;3332;p33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3" name="Google Shape;3333;p33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34" name="Google Shape;3334;p332"/>
          <p:cNvSpPr txBox="1"/>
          <p:nvPr>
            <p:ph idx="1" type="body"/>
          </p:nvPr>
        </p:nvSpPr>
        <p:spPr>
          <a:xfrm>
            <a:off x="713225" y="1348475"/>
            <a:ext cx="7717500" cy="28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35" name="Google Shape;3335;p332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_1_2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36" name="Shape 3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7" name="Google Shape;3337;p333"/>
          <p:cNvGrpSpPr/>
          <p:nvPr/>
        </p:nvGrpSpPr>
        <p:grpSpPr>
          <a:xfrm>
            <a:off x="-299629" y="-137325"/>
            <a:ext cx="9550450" cy="5418141"/>
            <a:chOff x="-124850" y="-137325"/>
            <a:chExt cx="9550450" cy="5418141"/>
          </a:xfrm>
        </p:grpSpPr>
        <p:sp>
          <p:nvSpPr>
            <p:cNvPr id="3338" name="Google Shape;3338;p333"/>
            <p:cNvSpPr/>
            <p:nvPr/>
          </p:nvSpPr>
          <p:spPr>
            <a:xfrm flipH="1">
              <a:off x="5180950" y="-137325"/>
              <a:ext cx="4244650" cy="5405675"/>
            </a:xfrm>
            <a:custGeom>
              <a:rect b="b" l="l" r="r" t="t"/>
              <a:pathLst>
                <a:path extrusionOk="0" h="216227" w="169786">
                  <a:moveTo>
                    <a:pt x="57428" y="0"/>
                  </a:moveTo>
                  <a:lnTo>
                    <a:pt x="0" y="0"/>
                  </a:lnTo>
                  <a:lnTo>
                    <a:pt x="0" y="216227"/>
                  </a:lnTo>
                  <a:lnTo>
                    <a:pt x="169786" y="216227"/>
                  </a:lnTo>
                  <a:lnTo>
                    <a:pt x="53433" y="60424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3339" name="Google Shape;3339;p333"/>
            <p:cNvSpPr/>
            <p:nvPr/>
          </p:nvSpPr>
          <p:spPr>
            <a:xfrm flipH="1">
              <a:off x="-124850" y="1323316"/>
              <a:ext cx="8239600" cy="3957500"/>
            </a:xfrm>
            <a:custGeom>
              <a:rect b="b" l="l" r="r" t="t"/>
              <a:pathLst>
                <a:path extrusionOk="0" h="158300" w="329584">
                  <a:moveTo>
                    <a:pt x="0" y="0"/>
                  </a:moveTo>
                  <a:lnTo>
                    <a:pt x="117851" y="158300"/>
                  </a:lnTo>
                  <a:lnTo>
                    <a:pt x="329584" y="154305"/>
                  </a:lnTo>
                  <a:lnTo>
                    <a:pt x="320595" y="56929"/>
                  </a:lnTo>
                  <a:lnTo>
                    <a:pt x="145316" y="60923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3340" name="Google Shape;3340;p333"/>
            <p:cNvSpPr/>
            <p:nvPr/>
          </p:nvSpPr>
          <p:spPr>
            <a:xfrm flipH="1">
              <a:off x="87400" y="-112350"/>
              <a:ext cx="4419400" cy="2958750"/>
            </a:xfrm>
            <a:custGeom>
              <a:rect b="b" l="l" r="r" t="t"/>
              <a:pathLst>
                <a:path extrusionOk="0" h="118350" w="176776">
                  <a:moveTo>
                    <a:pt x="33957" y="0"/>
                  </a:moveTo>
                  <a:lnTo>
                    <a:pt x="176776" y="0"/>
                  </a:lnTo>
                  <a:lnTo>
                    <a:pt x="176776" y="114355"/>
                  </a:lnTo>
                  <a:lnTo>
                    <a:pt x="0" y="11835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3341" name="Google Shape;3341;p33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42" name="Google Shape;3342;p33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3" name="Google Shape;3343;p33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4" name="Google Shape;3344;p333"/>
          <p:cNvSpPr txBox="1"/>
          <p:nvPr>
            <p:ph idx="1" type="body"/>
          </p:nvPr>
        </p:nvSpPr>
        <p:spPr>
          <a:xfrm>
            <a:off x="713225" y="1348475"/>
            <a:ext cx="7717500" cy="29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45" name="Google Shape;3345;p333"/>
          <p:cNvSpPr txBox="1"/>
          <p:nvPr>
            <p:ph type="title"/>
          </p:nvPr>
        </p:nvSpPr>
        <p:spPr>
          <a:xfrm>
            <a:off x="713250" y="683125"/>
            <a:ext cx="7717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_1_2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46" name="Shape 3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7" name="Google Shape;3347;p334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348" name="Google Shape;3348;p334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349" name="Google Shape;3349;p334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350" name="Google Shape;3350;p33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51" name="Google Shape;3351;p33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52" name="Google Shape;3352;p33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53" name="Google Shape;3353;p334"/>
          <p:cNvSpPr txBox="1"/>
          <p:nvPr>
            <p:ph idx="1" type="body"/>
          </p:nvPr>
        </p:nvSpPr>
        <p:spPr>
          <a:xfrm>
            <a:off x="713225" y="1348475"/>
            <a:ext cx="7717500" cy="29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54" name="Google Shape;3354;p33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55" name="Shape 3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6" name="Google Shape;3356;p335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357" name="Google Shape;3357;p335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358" name="Google Shape;3358;p335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359" name="Google Shape;3359;p335"/>
          <p:cNvSpPr/>
          <p:nvPr/>
        </p:nvSpPr>
        <p:spPr>
          <a:xfrm>
            <a:off x="5867575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360" name="Google Shape;3360;p33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1" name="Google Shape;3361;p33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362" name="Google Shape;3362;p33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63" name="Google Shape;3363;p33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1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64" name="Shape 3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5" name="Google Shape;3365;p336"/>
          <p:cNvSpPr/>
          <p:nvPr/>
        </p:nvSpPr>
        <p:spPr>
          <a:xfrm>
            <a:off x="1974642" y="3927350"/>
            <a:ext cx="4028750" cy="1428400"/>
          </a:xfrm>
          <a:custGeom>
            <a:rect b="b" l="l" r="r" t="t"/>
            <a:pathLst>
              <a:path extrusionOk="0" h="57136" w="161150">
                <a:moveTo>
                  <a:pt x="161150" y="57136"/>
                </a:moveTo>
                <a:lnTo>
                  <a:pt x="0" y="50398"/>
                </a:lnTo>
                <a:lnTo>
                  <a:pt x="46254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366" name="Google Shape;3366;p336"/>
          <p:cNvSpPr/>
          <p:nvPr/>
        </p:nvSpPr>
        <p:spPr>
          <a:xfrm>
            <a:off x="636700" y="-1622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215727" y="221220"/>
                </a:moveTo>
                <a:lnTo>
                  <a:pt x="344564" y="221220"/>
                </a:lnTo>
                <a:lnTo>
                  <a:pt x="343908" y="103150"/>
                </a:lnTo>
                <a:lnTo>
                  <a:pt x="165790" y="108862"/>
                </a:lnTo>
                <a:lnTo>
                  <a:pt x="0" y="0"/>
                </a:lnTo>
                <a:lnTo>
                  <a:pt x="100872" y="164792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367" name="Google Shape;3367;p336"/>
          <p:cNvSpPr/>
          <p:nvPr/>
        </p:nvSpPr>
        <p:spPr>
          <a:xfrm>
            <a:off x="600075" y="-199725"/>
            <a:ext cx="8638250" cy="2759025"/>
          </a:xfrm>
          <a:custGeom>
            <a:rect b="b" l="l" r="r" t="t"/>
            <a:pathLst>
              <a:path extrusionOk="0" h="110361" w="345530">
                <a:moveTo>
                  <a:pt x="345373" y="104648"/>
                </a:moveTo>
                <a:lnTo>
                  <a:pt x="345530" y="0"/>
                </a:lnTo>
                <a:lnTo>
                  <a:pt x="0" y="534"/>
                </a:lnTo>
                <a:lnTo>
                  <a:pt x="166756" y="11036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368" name="Google Shape;3368;p336"/>
          <p:cNvSpPr/>
          <p:nvPr/>
        </p:nvSpPr>
        <p:spPr>
          <a:xfrm>
            <a:off x="-237200" y="-212225"/>
            <a:ext cx="3422675" cy="5580450"/>
          </a:xfrm>
          <a:custGeom>
            <a:rect b="b" l="l" r="r" t="t"/>
            <a:pathLst>
              <a:path extrusionOk="0" h="223218" w="136907">
                <a:moveTo>
                  <a:pt x="81896" y="223218"/>
                </a:moveTo>
                <a:lnTo>
                  <a:pt x="0" y="223218"/>
                </a:lnTo>
                <a:lnTo>
                  <a:pt x="0" y="0"/>
                </a:lnTo>
                <a:lnTo>
                  <a:pt x="33457" y="0"/>
                </a:lnTo>
                <a:lnTo>
                  <a:pt x="136907" y="163139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369" name="Google Shape;3369;p33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0" name="Google Shape;3370;p336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371" name="Google Shape;3371;p33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2" name="Google Shape;3372;p33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1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73" name="Shape 3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4" name="Google Shape;3374;p337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375" name="Google Shape;3375;p337"/>
          <p:cNvSpPr/>
          <p:nvPr/>
        </p:nvSpPr>
        <p:spPr>
          <a:xfrm>
            <a:off x="632825" y="2596700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376" name="Google Shape;3376;p337"/>
          <p:cNvSpPr/>
          <p:nvPr/>
        </p:nvSpPr>
        <p:spPr>
          <a:xfrm flipH="1">
            <a:off x="-237191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377" name="Google Shape;3377;p33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8" name="Google Shape;3378;p33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379" name="Google Shape;3379;p33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0" name="Google Shape;3380;p33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81" name="Shape 3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2" name="Google Shape;3382;p338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383" name="Google Shape;3383;p338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384" name="Google Shape;3384;p338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385" name="Google Shape;3385;p33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6" name="Google Shape;3386;p338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387" name="Google Shape;3387;p33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88" name="Google Shape;3388;p33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CUSTOM_1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89" name="Shape 3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0" name="Google Shape;3390;p339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391" name="Google Shape;3391;p339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392" name="Google Shape;3392;p339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393" name="Google Shape;3393;p33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4" name="Google Shape;3394;p33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395" name="Google Shape;3395;p33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96" name="Google Shape;3396;p33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CUSTOM_1_1_1_1_1_1_2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97" name="Shape 3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8" name="Google Shape;3398;p340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399" name="Google Shape;3399;p340"/>
          <p:cNvSpPr/>
          <p:nvPr/>
        </p:nvSpPr>
        <p:spPr>
          <a:xfrm>
            <a:off x="545550" y="2596700"/>
            <a:ext cx="8694300" cy="2781500"/>
          </a:xfrm>
          <a:custGeom>
            <a:rect b="b" l="l" r="r" t="t"/>
            <a:pathLst>
              <a:path extrusionOk="0" h="111260" w="347772">
                <a:moveTo>
                  <a:pt x="347772" y="6056"/>
                </a:moveTo>
                <a:lnTo>
                  <a:pt x="347711" y="110361"/>
                </a:lnTo>
                <a:lnTo>
                  <a:pt x="0" y="111260"/>
                </a:lnTo>
                <a:lnTo>
                  <a:pt x="168937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400" name="Google Shape;3400;p340"/>
          <p:cNvSpPr/>
          <p:nvPr/>
        </p:nvSpPr>
        <p:spPr>
          <a:xfrm flipH="1">
            <a:off x="1816614" y="-199750"/>
            <a:ext cx="4203083" cy="139822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401" name="Google Shape;3401;p340"/>
          <p:cNvSpPr/>
          <p:nvPr/>
        </p:nvSpPr>
        <p:spPr>
          <a:xfrm>
            <a:off x="-226275" y="-287950"/>
            <a:ext cx="3383225" cy="5656175"/>
          </a:xfrm>
          <a:custGeom>
            <a:rect b="b" l="l" r="r" t="t"/>
            <a:pathLst>
              <a:path extrusionOk="0" h="226247" w="135329">
                <a:moveTo>
                  <a:pt x="78639" y="0"/>
                </a:moveTo>
                <a:lnTo>
                  <a:pt x="0" y="3029"/>
                </a:lnTo>
                <a:lnTo>
                  <a:pt x="0" y="226247"/>
                </a:lnTo>
                <a:lnTo>
                  <a:pt x="33457" y="226247"/>
                </a:lnTo>
                <a:lnTo>
                  <a:pt x="135329" y="60956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402" name="Google Shape;3402;p34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3" name="Google Shape;3403;p34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404" name="Google Shape;3404;p34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05" name="Google Shape;3405;p34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CUSTOM_1_1_1_1_1_1_2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06" name="Shape 3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7" name="Google Shape;3407;p341"/>
          <p:cNvSpPr/>
          <p:nvPr/>
        </p:nvSpPr>
        <p:spPr>
          <a:xfrm flipH="1" rot="10800000">
            <a:off x="-111375" y="-1747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408" name="Google Shape;3408;p341"/>
          <p:cNvSpPr/>
          <p:nvPr/>
        </p:nvSpPr>
        <p:spPr>
          <a:xfrm rot="10800000">
            <a:off x="-98900" y="-212225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409" name="Google Shape;3409;p34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0" name="Google Shape;3410;p341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411" name="Google Shape;3411;p34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12" name="Google Shape;3412;p34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3">
  <p:cSld name="CUSTOM_1_1_1_1_1_1_2_1_1_1_1_1_1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13" name="Shape 3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4" name="Google Shape;3414;p342"/>
          <p:cNvGrpSpPr/>
          <p:nvPr/>
        </p:nvGrpSpPr>
        <p:grpSpPr>
          <a:xfrm>
            <a:off x="-149800" y="-124843"/>
            <a:ext cx="9350666" cy="5418150"/>
            <a:chOff x="-149800" y="-124843"/>
            <a:chExt cx="9350666" cy="5418150"/>
          </a:xfrm>
        </p:grpSpPr>
        <p:sp>
          <p:nvSpPr>
            <p:cNvPr id="3415" name="Google Shape;3415;p342"/>
            <p:cNvSpPr/>
            <p:nvPr/>
          </p:nvSpPr>
          <p:spPr>
            <a:xfrm>
              <a:off x="-149800" y="1164482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3416" name="Google Shape;3416;p342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3417" name="Google Shape;3417;p34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8" name="Google Shape;3418;p342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419" name="Google Shape;3419;p34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0" name="Google Shape;3420;p34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4">
  <p:cSld name="CUSTOM_1_1_1_1_1_1_2_1_1_1_1_1_1_1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21" name="Shape 3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2" name="Google Shape;3422;p343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423" name="Google Shape;3423;p343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424" name="Google Shape;3424;p343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425" name="Google Shape;3425;p34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6" name="Google Shape;3426;p343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427" name="Google Shape;3427;p34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28" name="Google Shape;3428;p34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5">
  <p:cSld name="CUSTOM_1_1_1_1_1_1_2_1_1_1_1_1_1_1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29" name="Shape 3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" name="Google Shape;3430;p344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431" name="Google Shape;3431;p344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432" name="Google Shape;3432;p34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3" name="Google Shape;3433;p344"/>
          <p:cNvSpPr txBox="1"/>
          <p:nvPr>
            <p:ph type="title"/>
          </p:nvPr>
        </p:nvSpPr>
        <p:spPr>
          <a:xfrm>
            <a:off x="713275" y="683125"/>
            <a:ext cx="7717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434" name="Google Shape;3434;p34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35" name="Google Shape;3435;p34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6">
  <p:cSld name="CUSTOM_1_1_1_1_1_1_2_1_1_1_1_1_1_1_1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36" name="Shape 3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7" name="Google Shape;3437;p345"/>
          <p:cNvSpPr/>
          <p:nvPr/>
        </p:nvSpPr>
        <p:spPr>
          <a:xfrm flipH="1" rot="10800000">
            <a:off x="-74909" y="-62416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438" name="Google Shape;3438;p345"/>
          <p:cNvSpPr/>
          <p:nvPr/>
        </p:nvSpPr>
        <p:spPr>
          <a:xfrm flipH="1" rot="10800000">
            <a:off x="1672891" y="1398241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439" name="Google Shape;3439;p34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40" name="Google Shape;3440;p34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1" name="Google Shape;3441;p34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2" name="Google Shape;3442;p34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7">
  <p:cSld name="CUSTOM_1_1_1_1_1_1_2_1_1_1_1_1_1_1_1_2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43" name="Shape 3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4" name="Google Shape;3444;p346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445" name="Google Shape;3445;p346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446" name="Google Shape;3446;p34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447" name="Google Shape;3447;p34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48" name="Google Shape;3448;p34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49" name="Google Shape;3449;p346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_1_1_1_1_2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50" name="Shape 3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1" name="Google Shape;3451;p347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452" name="Google Shape;3452;p347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453" name="Google Shape;3453;p34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4" name="Google Shape;3454;p347"/>
          <p:cNvSpPr txBox="1"/>
          <p:nvPr>
            <p:ph type="title"/>
          </p:nvPr>
        </p:nvSpPr>
        <p:spPr>
          <a:xfrm>
            <a:off x="1042450" y="2874242"/>
            <a:ext cx="3702300" cy="62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55" name="Google Shape;3455;p347"/>
          <p:cNvSpPr txBox="1"/>
          <p:nvPr>
            <p:ph hasCustomPrompt="1" idx="2" type="title"/>
          </p:nvPr>
        </p:nvSpPr>
        <p:spPr>
          <a:xfrm>
            <a:off x="1042504" y="1276888"/>
            <a:ext cx="3702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56" name="Google Shape;3456;p347"/>
          <p:cNvSpPr txBox="1"/>
          <p:nvPr>
            <p:ph idx="1" type="subTitle"/>
          </p:nvPr>
        </p:nvSpPr>
        <p:spPr>
          <a:xfrm>
            <a:off x="1042450" y="3718263"/>
            <a:ext cx="3702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57" name="Google Shape;3457;p347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458" name="Google Shape;3458;p34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9" name="Google Shape;3459;p34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_1_1_1_1_1_2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60" name="Shape 3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" name="Google Shape;3461;p348"/>
          <p:cNvSpPr/>
          <p:nvPr/>
        </p:nvSpPr>
        <p:spPr>
          <a:xfrm>
            <a:off x="636700" y="-1622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215727" y="221220"/>
                </a:moveTo>
                <a:lnTo>
                  <a:pt x="344564" y="221220"/>
                </a:lnTo>
                <a:lnTo>
                  <a:pt x="343908" y="103150"/>
                </a:lnTo>
                <a:lnTo>
                  <a:pt x="165790" y="108862"/>
                </a:lnTo>
                <a:lnTo>
                  <a:pt x="0" y="0"/>
                </a:lnTo>
                <a:lnTo>
                  <a:pt x="100872" y="164792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462" name="Google Shape;3462;p348"/>
          <p:cNvSpPr/>
          <p:nvPr/>
        </p:nvSpPr>
        <p:spPr>
          <a:xfrm>
            <a:off x="600075" y="-199725"/>
            <a:ext cx="8638250" cy="2759025"/>
          </a:xfrm>
          <a:custGeom>
            <a:rect b="b" l="l" r="r" t="t"/>
            <a:pathLst>
              <a:path extrusionOk="0" h="110361" w="345530">
                <a:moveTo>
                  <a:pt x="345373" y="104648"/>
                </a:moveTo>
                <a:lnTo>
                  <a:pt x="345530" y="0"/>
                </a:lnTo>
                <a:lnTo>
                  <a:pt x="0" y="534"/>
                </a:lnTo>
                <a:lnTo>
                  <a:pt x="166756" y="11036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463" name="Google Shape;3463;p34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4" name="Google Shape;3464;p348"/>
          <p:cNvSpPr txBox="1"/>
          <p:nvPr>
            <p:ph type="title"/>
          </p:nvPr>
        </p:nvSpPr>
        <p:spPr>
          <a:xfrm>
            <a:off x="4444188" y="2874242"/>
            <a:ext cx="3702300" cy="62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65" name="Google Shape;3465;p348"/>
          <p:cNvSpPr txBox="1"/>
          <p:nvPr>
            <p:ph hasCustomPrompt="1" idx="2" type="title"/>
          </p:nvPr>
        </p:nvSpPr>
        <p:spPr>
          <a:xfrm>
            <a:off x="4444242" y="1276888"/>
            <a:ext cx="3702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66" name="Google Shape;3466;p348"/>
          <p:cNvSpPr txBox="1"/>
          <p:nvPr>
            <p:ph idx="1" type="subTitle"/>
          </p:nvPr>
        </p:nvSpPr>
        <p:spPr>
          <a:xfrm>
            <a:off x="4444188" y="3718263"/>
            <a:ext cx="3702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67" name="Google Shape;3467;p348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468" name="Google Shape;3468;p34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69" name="Google Shape;3469;p34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_1_1_1_1_1_2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70" name="Shape 3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" name="Google Shape;3471;p349"/>
          <p:cNvSpPr/>
          <p:nvPr/>
        </p:nvSpPr>
        <p:spPr>
          <a:xfrm>
            <a:off x="-239800" y="-124825"/>
            <a:ext cx="4422355" cy="5368200"/>
          </a:xfrm>
          <a:custGeom>
            <a:rect b="b" l="l" r="r" t="t"/>
            <a:pathLst>
              <a:path extrusionOk="0" h="214728" w="174280">
                <a:moveTo>
                  <a:pt x="2997" y="0"/>
                </a:moveTo>
                <a:lnTo>
                  <a:pt x="174280" y="125341"/>
                </a:lnTo>
                <a:lnTo>
                  <a:pt x="174280" y="214728"/>
                </a:lnTo>
                <a:lnTo>
                  <a:pt x="0" y="214728"/>
                </a:lnTo>
                <a:lnTo>
                  <a:pt x="0" y="49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472" name="Google Shape;3472;p349"/>
          <p:cNvSpPr/>
          <p:nvPr/>
        </p:nvSpPr>
        <p:spPr>
          <a:xfrm>
            <a:off x="4182502" y="1960030"/>
            <a:ext cx="4219583" cy="3295825"/>
          </a:xfrm>
          <a:custGeom>
            <a:rect b="b" l="l" r="r" t="t"/>
            <a:pathLst>
              <a:path extrusionOk="0" h="131833" w="166289">
                <a:moveTo>
                  <a:pt x="0" y="131833"/>
                </a:moveTo>
                <a:lnTo>
                  <a:pt x="12484" y="131334"/>
                </a:lnTo>
                <a:lnTo>
                  <a:pt x="166289" y="131334"/>
                </a:lnTo>
                <a:lnTo>
                  <a:pt x="95878" y="0"/>
                </a:lnTo>
                <a:lnTo>
                  <a:pt x="0" y="42946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473" name="Google Shape;3473;p349"/>
          <p:cNvSpPr/>
          <p:nvPr/>
        </p:nvSpPr>
        <p:spPr>
          <a:xfrm>
            <a:off x="-151090" y="-99863"/>
            <a:ext cx="6918621" cy="3121050"/>
          </a:xfrm>
          <a:custGeom>
            <a:rect b="b" l="l" r="r" t="t"/>
            <a:pathLst>
              <a:path extrusionOk="0" h="124842" w="272655">
                <a:moveTo>
                  <a:pt x="0" y="0"/>
                </a:moveTo>
                <a:lnTo>
                  <a:pt x="272655" y="0"/>
                </a:lnTo>
                <a:lnTo>
                  <a:pt x="266164" y="82895"/>
                </a:lnTo>
                <a:lnTo>
                  <a:pt x="171284" y="124842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474" name="Google Shape;3474;p349"/>
          <p:cNvSpPr/>
          <p:nvPr/>
        </p:nvSpPr>
        <p:spPr>
          <a:xfrm>
            <a:off x="6626802" y="1954877"/>
            <a:ext cx="2785600" cy="3323000"/>
          </a:xfrm>
          <a:custGeom>
            <a:rect b="b" l="l" r="r" t="t"/>
            <a:pathLst>
              <a:path extrusionOk="0" h="132920" w="111424">
                <a:moveTo>
                  <a:pt x="0" y="878"/>
                </a:moveTo>
                <a:lnTo>
                  <a:pt x="71505" y="132920"/>
                </a:lnTo>
                <a:lnTo>
                  <a:pt x="111424" y="132920"/>
                </a:lnTo>
                <a:lnTo>
                  <a:pt x="107038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475" name="Google Shape;3475;p34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6" name="Google Shape;3476;p349"/>
          <p:cNvSpPr txBox="1"/>
          <p:nvPr>
            <p:ph type="title"/>
          </p:nvPr>
        </p:nvSpPr>
        <p:spPr>
          <a:xfrm>
            <a:off x="2764312" y="2746230"/>
            <a:ext cx="3615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77" name="Google Shape;3477;p349"/>
          <p:cNvSpPr txBox="1"/>
          <p:nvPr>
            <p:ph hasCustomPrompt="1" idx="2" type="title"/>
          </p:nvPr>
        </p:nvSpPr>
        <p:spPr>
          <a:xfrm>
            <a:off x="2764365" y="1148900"/>
            <a:ext cx="3615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78" name="Google Shape;3478;p349"/>
          <p:cNvSpPr txBox="1"/>
          <p:nvPr>
            <p:ph idx="1" type="subTitle"/>
          </p:nvPr>
        </p:nvSpPr>
        <p:spPr>
          <a:xfrm>
            <a:off x="2764312" y="3590275"/>
            <a:ext cx="3615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79" name="Google Shape;3479;p349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480" name="Google Shape;3480;p34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1" name="Google Shape;3481;p34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1_1_1_1_1_1_2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82" name="Shape 3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3" name="Google Shape;3483;p350"/>
          <p:cNvSpPr/>
          <p:nvPr/>
        </p:nvSpPr>
        <p:spPr>
          <a:xfrm rot="10800000">
            <a:off x="2684116" y="-137325"/>
            <a:ext cx="6629125" cy="2933800"/>
          </a:xfrm>
          <a:custGeom>
            <a:rect b="b" l="l" r="r" t="t"/>
            <a:pathLst>
              <a:path extrusionOk="0" h="117352" w="265165">
                <a:moveTo>
                  <a:pt x="155803" y="0"/>
                </a:moveTo>
                <a:lnTo>
                  <a:pt x="218724" y="40948"/>
                </a:lnTo>
                <a:lnTo>
                  <a:pt x="265165" y="117352"/>
                </a:lnTo>
                <a:lnTo>
                  <a:pt x="0" y="117352"/>
                </a:lnTo>
                <a:lnTo>
                  <a:pt x="0" y="58426"/>
                </a:lnTo>
                <a:lnTo>
                  <a:pt x="57427" y="5842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484" name="Google Shape;3484;p350"/>
          <p:cNvSpPr/>
          <p:nvPr/>
        </p:nvSpPr>
        <p:spPr>
          <a:xfrm>
            <a:off x="2883850" y="3632900"/>
            <a:ext cx="6354475" cy="1598000"/>
          </a:xfrm>
          <a:custGeom>
            <a:rect b="b" l="l" r="r" t="t"/>
            <a:pathLst>
              <a:path extrusionOk="0" h="63920" w="254179">
                <a:moveTo>
                  <a:pt x="153806" y="0"/>
                </a:moveTo>
                <a:lnTo>
                  <a:pt x="0" y="63920"/>
                </a:lnTo>
                <a:lnTo>
                  <a:pt x="254179" y="6392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485" name="Google Shape;3485;p350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486" name="Google Shape;3486;p35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7" name="Google Shape;3487;p350"/>
          <p:cNvSpPr txBox="1"/>
          <p:nvPr>
            <p:ph type="title"/>
          </p:nvPr>
        </p:nvSpPr>
        <p:spPr>
          <a:xfrm>
            <a:off x="4319913" y="2618205"/>
            <a:ext cx="3702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88" name="Google Shape;3488;p350"/>
          <p:cNvSpPr txBox="1"/>
          <p:nvPr>
            <p:ph hasCustomPrompt="1" idx="2" type="title"/>
          </p:nvPr>
        </p:nvSpPr>
        <p:spPr>
          <a:xfrm>
            <a:off x="4319967" y="1148888"/>
            <a:ext cx="3702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89" name="Google Shape;3489;p350"/>
          <p:cNvSpPr txBox="1"/>
          <p:nvPr>
            <p:ph idx="1" type="subTitle"/>
          </p:nvPr>
        </p:nvSpPr>
        <p:spPr>
          <a:xfrm>
            <a:off x="4319913" y="3437863"/>
            <a:ext cx="3702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490" name="Google Shape;3490;p350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491" name="Google Shape;3491;p35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2" name="Google Shape;3492;p35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1_1_1_1_1_1_2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93" name="Shape 3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4" name="Google Shape;3494;p351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495" name="Google Shape;3495;p351"/>
          <p:cNvSpPr/>
          <p:nvPr/>
        </p:nvSpPr>
        <p:spPr>
          <a:xfrm>
            <a:off x="632825" y="2596700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496" name="Google Shape;3496;p351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497" name="Google Shape;3497;p35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8" name="Google Shape;3498;p351"/>
          <p:cNvSpPr txBox="1"/>
          <p:nvPr>
            <p:ph type="title"/>
          </p:nvPr>
        </p:nvSpPr>
        <p:spPr>
          <a:xfrm>
            <a:off x="839825" y="2798905"/>
            <a:ext cx="35691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499" name="Google Shape;3499;p351"/>
          <p:cNvSpPr txBox="1"/>
          <p:nvPr>
            <p:ph hasCustomPrompt="1" idx="2" type="title"/>
          </p:nvPr>
        </p:nvSpPr>
        <p:spPr>
          <a:xfrm>
            <a:off x="839877" y="1201575"/>
            <a:ext cx="35691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00" name="Google Shape;3500;p351"/>
          <p:cNvSpPr txBox="1"/>
          <p:nvPr>
            <p:ph idx="1" type="subTitle"/>
          </p:nvPr>
        </p:nvSpPr>
        <p:spPr>
          <a:xfrm>
            <a:off x="839825" y="3642950"/>
            <a:ext cx="35691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01" name="Google Shape;3501;p351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502" name="Google Shape;3502;p35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3" name="Google Shape;3503;p35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6">
  <p:cSld name="CUSTOM_1_1_1_1_1_1_2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04" name="Shape 3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5" name="Google Shape;3505;p352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506" name="Google Shape;3506;p352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507" name="Google Shape;3507;p352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508" name="Google Shape;3508;p35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9" name="Google Shape;3509;p352"/>
          <p:cNvSpPr txBox="1"/>
          <p:nvPr>
            <p:ph type="title"/>
          </p:nvPr>
        </p:nvSpPr>
        <p:spPr>
          <a:xfrm>
            <a:off x="3150162" y="2536338"/>
            <a:ext cx="28437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10" name="Google Shape;3510;p352"/>
          <p:cNvSpPr txBox="1"/>
          <p:nvPr>
            <p:ph hasCustomPrompt="1" idx="2" type="title"/>
          </p:nvPr>
        </p:nvSpPr>
        <p:spPr>
          <a:xfrm>
            <a:off x="3150226" y="1104400"/>
            <a:ext cx="28437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11" name="Google Shape;3511;p352"/>
          <p:cNvSpPr txBox="1"/>
          <p:nvPr>
            <p:ph idx="1" type="subTitle"/>
          </p:nvPr>
        </p:nvSpPr>
        <p:spPr>
          <a:xfrm>
            <a:off x="3150162" y="3791875"/>
            <a:ext cx="28437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12" name="Google Shape;3512;p352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513" name="Google Shape;3513;p35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4" name="Google Shape;3514;p35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7">
  <p:cSld name="CUSTOM_1_1_1_1_1_1_2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15" name="Shape 3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6" name="Google Shape;3516;p353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517" name="Google Shape;3517;p353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518" name="Google Shape;3518;p353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519" name="Google Shape;3519;p35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0" name="Google Shape;3520;p353"/>
          <p:cNvSpPr txBox="1"/>
          <p:nvPr>
            <p:ph type="title"/>
          </p:nvPr>
        </p:nvSpPr>
        <p:spPr>
          <a:xfrm>
            <a:off x="3024350" y="2536338"/>
            <a:ext cx="30954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21" name="Google Shape;3521;p353"/>
          <p:cNvSpPr txBox="1"/>
          <p:nvPr>
            <p:ph hasCustomPrompt="1" idx="2" type="title"/>
          </p:nvPr>
        </p:nvSpPr>
        <p:spPr>
          <a:xfrm>
            <a:off x="3024420" y="1104400"/>
            <a:ext cx="30954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22" name="Google Shape;3522;p353"/>
          <p:cNvSpPr txBox="1"/>
          <p:nvPr>
            <p:ph idx="1" type="subTitle"/>
          </p:nvPr>
        </p:nvSpPr>
        <p:spPr>
          <a:xfrm>
            <a:off x="3024350" y="3791875"/>
            <a:ext cx="30954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23" name="Google Shape;3523;p353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524" name="Google Shape;3524;p35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5" name="Google Shape;3525;p35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8">
  <p:cSld name="CUSTOM_1_1_1_1_1_1_2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26" name="Shape 3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7" name="Google Shape;3527;p354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528" name="Google Shape;3528;p354"/>
          <p:cNvSpPr/>
          <p:nvPr/>
        </p:nvSpPr>
        <p:spPr>
          <a:xfrm flipH="1">
            <a:off x="1816614" y="-199750"/>
            <a:ext cx="4203083" cy="139822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529" name="Google Shape;3529;p354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530" name="Google Shape;3530;p35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1" name="Google Shape;3531;p354"/>
          <p:cNvSpPr txBox="1"/>
          <p:nvPr>
            <p:ph type="title"/>
          </p:nvPr>
        </p:nvSpPr>
        <p:spPr>
          <a:xfrm>
            <a:off x="4416625" y="2536338"/>
            <a:ext cx="40140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32" name="Google Shape;3532;p354"/>
          <p:cNvSpPr txBox="1"/>
          <p:nvPr>
            <p:ph hasCustomPrompt="1" idx="2" type="title"/>
          </p:nvPr>
        </p:nvSpPr>
        <p:spPr>
          <a:xfrm>
            <a:off x="4416715" y="1104400"/>
            <a:ext cx="40140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33" name="Google Shape;3533;p354"/>
          <p:cNvSpPr txBox="1"/>
          <p:nvPr>
            <p:ph idx="1" type="subTitle"/>
          </p:nvPr>
        </p:nvSpPr>
        <p:spPr>
          <a:xfrm>
            <a:off x="4416625" y="3791875"/>
            <a:ext cx="40140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34" name="Google Shape;3534;p354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535" name="Google Shape;3535;p35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6" name="Google Shape;3536;p35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9">
  <p:cSld name="CUSTOM_1_1_1_1_1_1_2_1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37" name="Shape 3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8" name="Google Shape;3538;p355"/>
          <p:cNvSpPr/>
          <p:nvPr/>
        </p:nvSpPr>
        <p:spPr>
          <a:xfrm flipH="1" rot="10800000">
            <a:off x="-74900" y="1635441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539" name="Google Shape;3539;p355"/>
          <p:cNvSpPr/>
          <p:nvPr/>
        </p:nvSpPr>
        <p:spPr>
          <a:xfrm flipH="1" rot="10800000">
            <a:off x="-74909" y="-74900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540" name="Google Shape;3540;p355"/>
          <p:cNvSpPr/>
          <p:nvPr/>
        </p:nvSpPr>
        <p:spPr>
          <a:xfrm flipH="1" rot="10800000">
            <a:off x="1672891" y="1385757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541" name="Google Shape;3541;p35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2" name="Google Shape;3542;p355"/>
          <p:cNvSpPr txBox="1"/>
          <p:nvPr>
            <p:ph type="title"/>
          </p:nvPr>
        </p:nvSpPr>
        <p:spPr>
          <a:xfrm>
            <a:off x="811150" y="2524950"/>
            <a:ext cx="40140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43" name="Google Shape;3543;p355"/>
          <p:cNvSpPr txBox="1"/>
          <p:nvPr>
            <p:ph hasCustomPrompt="1" idx="2" type="title"/>
          </p:nvPr>
        </p:nvSpPr>
        <p:spPr>
          <a:xfrm>
            <a:off x="811240" y="1093013"/>
            <a:ext cx="40140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44" name="Google Shape;3544;p355"/>
          <p:cNvSpPr txBox="1"/>
          <p:nvPr>
            <p:ph idx="1" type="subTitle"/>
          </p:nvPr>
        </p:nvSpPr>
        <p:spPr>
          <a:xfrm>
            <a:off x="811150" y="3780488"/>
            <a:ext cx="40140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45" name="Google Shape;3545;p355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546" name="Google Shape;3546;p35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7" name="Google Shape;3547;p35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48" name="Shape 3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9" name="Google Shape;3549;p356"/>
          <p:cNvGrpSpPr/>
          <p:nvPr/>
        </p:nvGrpSpPr>
        <p:grpSpPr>
          <a:xfrm>
            <a:off x="-149800" y="-124843"/>
            <a:ext cx="9363150" cy="5430643"/>
            <a:chOff x="-149800" y="-124843"/>
            <a:chExt cx="9363150" cy="5430643"/>
          </a:xfrm>
        </p:grpSpPr>
        <p:sp>
          <p:nvSpPr>
            <p:cNvPr id="3550" name="Google Shape;3550;p356"/>
            <p:cNvSpPr/>
            <p:nvPr/>
          </p:nvSpPr>
          <p:spPr>
            <a:xfrm>
              <a:off x="-149800" y="-112350"/>
              <a:ext cx="7428100" cy="2272125"/>
            </a:xfrm>
            <a:custGeom>
              <a:rect b="b" l="l" r="r" t="t"/>
              <a:pathLst>
                <a:path extrusionOk="0" h="90885" w="297124">
                  <a:moveTo>
                    <a:pt x="0" y="90885"/>
                  </a:moveTo>
                  <a:lnTo>
                    <a:pt x="0" y="80897"/>
                  </a:lnTo>
                  <a:lnTo>
                    <a:pt x="0" y="0"/>
                  </a:lnTo>
                  <a:lnTo>
                    <a:pt x="297124" y="0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3551" name="Google Shape;3551;p356"/>
            <p:cNvSpPr/>
            <p:nvPr/>
          </p:nvSpPr>
          <p:spPr>
            <a:xfrm>
              <a:off x="-149800" y="1164482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3552" name="Google Shape;3552;p356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  <p:sp>
          <p:nvSpPr>
            <p:cNvPr id="3553" name="Google Shape;3553;p356"/>
            <p:cNvSpPr/>
            <p:nvPr/>
          </p:nvSpPr>
          <p:spPr>
            <a:xfrm>
              <a:off x="2983725" y="411975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</p:grpSp>
      <p:sp>
        <p:nvSpPr>
          <p:cNvPr id="3554" name="Google Shape;3554;p35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5" name="Google Shape;3555;p356"/>
          <p:cNvSpPr txBox="1"/>
          <p:nvPr>
            <p:ph idx="1" type="subTitle"/>
          </p:nvPr>
        </p:nvSpPr>
        <p:spPr>
          <a:xfrm>
            <a:off x="1367325" y="3680301"/>
            <a:ext cx="3100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56" name="Google Shape;3556;p356"/>
          <p:cNvSpPr txBox="1"/>
          <p:nvPr>
            <p:ph idx="2" type="subTitle"/>
          </p:nvPr>
        </p:nvSpPr>
        <p:spPr>
          <a:xfrm>
            <a:off x="4675875" y="3680301"/>
            <a:ext cx="3100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57" name="Google Shape;3557;p356"/>
          <p:cNvSpPr txBox="1"/>
          <p:nvPr>
            <p:ph type="title"/>
          </p:nvPr>
        </p:nvSpPr>
        <p:spPr>
          <a:xfrm>
            <a:off x="1371550" y="3400650"/>
            <a:ext cx="3100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3558" name="Google Shape;3558;p356"/>
          <p:cNvSpPr txBox="1"/>
          <p:nvPr>
            <p:ph idx="3" type="title"/>
          </p:nvPr>
        </p:nvSpPr>
        <p:spPr>
          <a:xfrm>
            <a:off x="4675875" y="3400650"/>
            <a:ext cx="3100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3559" name="Google Shape;3559;p356"/>
          <p:cNvSpPr txBox="1"/>
          <p:nvPr>
            <p:ph idx="4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3560" name="Google Shape;3560;p35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1" name="Google Shape;3561;p35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2">
  <p:cSld name="CUSTOM_1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62" name="Shape 3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" name="Google Shape;3563;p357"/>
          <p:cNvSpPr/>
          <p:nvPr/>
        </p:nvSpPr>
        <p:spPr>
          <a:xfrm rot="10800000">
            <a:off x="1791252" y="3021182"/>
            <a:ext cx="7428100" cy="2272125"/>
          </a:xfrm>
          <a:custGeom>
            <a:rect b="b" l="l" r="r" t="t"/>
            <a:pathLst>
              <a:path extrusionOk="0" h="90885" w="297124">
                <a:moveTo>
                  <a:pt x="0" y="90885"/>
                </a:moveTo>
                <a:lnTo>
                  <a:pt x="0" y="80897"/>
                </a:lnTo>
                <a:lnTo>
                  <a:pt x="0" y="0"/>
                </a:lnTo>
                <a:lnTo>
                  <a:pt x="297124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564" name="Google Shape;3564;p357"/>
          <p:cNvSpPr/>
          <p:nvPr/>
        </p:nvSpPr>
        <p:spPr>
          <a:xfrm rot="10800000">
            <a:off x="3710841" y="-90416"/>
            <a:ext cx="5480575" cy="4128825"/>
          </a:xfrm>
          <a:custGeom>
            <a:rect b="b" l="l" r="r" t="t"/>
            <a:pathLst>
              <a:path extrusionOk="0" h="165153" w="219223">
                <a:moveTo>
                  <a:pt x="0" y="40311"/>
                </a:moveTo>
                <a:lnTo>
                  <a:pt x="0" y="165153"/>
                </a:lnTo>
                <a:lnTo>
                  <a:pt x="219223" y="165153"/>
                </a:lnTo>
                <a:lnTo>
                  <a:pt x="123872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565" name="Google Shape;3565;p357"/>
          <p:cNvSpPr/>
          <p:nvPr/>
        </p:nvSpPr>
        <p:spPr>
          <a:xfrm>
            <a:off x="-137325" y="961300"/>
            <a:ext cx="3731225" cy="4344500"/>
          </a:xfrm>
          <a:custGeom>
            <a:rect b="b" l="l" r="r" t="t"/>
            <a:pathLst>
              <a:path extrusionOk="0" h="173780" w="149249">
                <a:moveTo>
                  <a:pt x="96194" y="167653"/>
                </a:moveTo>
                <a:lnTo>
                  <a:pt x="0" y="173780"/>
                </a:lnTo>
                <a:lnTo>
                  <a:pt x="0" y="0"/>
                </a:lnTo>
                <a:lnTo>
                  <a:pt x="149249" y="15132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566" name="Google Shape;3566;p35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7" name="Google Shape;3567;p357"/>
          <p:cNvSpPr txBox="1"/>
          <p:nvPr>
            <p:ph idx="1" type="body"/>
          </p:nvPr>
        </p:nvSpPr>
        <p:spPr>
          <a:xfrm>
            <a:off x="2078825" y="3802375"/>
            <a:ext cx="5229300" cy="6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3568" name="Google Shape;3568;p357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69" name="Google Shape;3569;p357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570" name="Google Shape;3570;p35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1" name="Google Shape;3571;p35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72" name="Shape 3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3" name="Google Shape;3573;p358"/>
          <p:cNvGrpSpPr/>
          <p:nvPr/>
        </p:nvGrpSpPr>
        <p:grpSpPr>
          <a:xfrm>
            <a:off x="-152625" y="-124843"/>
            <a:ext cx="9355008" cy="5419676"/>
            <a:chOff x="-152625" y="-124843"/>
            <a:chExt cx="9355008" cy="5419676"/>
          </a:xfrm>
        </p:grpSpPr>
        <p:sp>
          <p:nvSpPr>
            <p:cNvPr id="3574" name="Google Shape;3574;p358"/>
            <p:cNvSpPr/>
            <p:nvPr/>
          </p:nvSpPr>
          <p:spPr>
            <a:xfrm>
              <a:off x="-149800" y="-112350"/>
              <a:ext cx="7428100" cy="2272125"/>
            </a:xfrm>
            <a:custGeom>
              <a:rect b="b" l="l" r="r" t="t"/>
              <a:pathLst>
                <a:path extrusionOk="0" h="90885" w="297124">
                  <a:moveTo>
                    <a:pt x="0" y="90885"/>
                  </a:moveTo>
                  <a:lnTo>
                    <a:pt x="0" y="80897"/>
                  </a:lnTo>
                  <a:lnTo>
                    <a:pt x="0" y="0"/>
                  </a:lnTo>
                  <a:lnTo>
                    <a:pt x="297124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3575" name="Google Shape;3575;p358"/>
            <p:cNvSpPr/>
            <p:nvPr/>
          </p:nvSpPr>
          <p:spPr>
            <a:xfrm>
              <a:off x="-152625" y="1148825"/>
              <a:ext cx="5483400" cy="4144475"/>
            </a:xfrm>
            <a:custGeom>
              <a:rect b="b" l="l" r="r" t="t"/>
              <a:pathLst>
                <a:path extrusionOk="0" h="165779" w="219336">
                  <a:moveTo>
                    <a:pt x="0" y="40581"/>
                  </a:moveTo>
                  <a:lnTo>
                    <a:pt x="113" y="165779"/>
                  </a:lnTo>
                  <a:lnTo>
                    <a:pt x="219336" y="165779"/>
                  </a:lnTo>
                  <a:lnTo>
                    <a:pt x="125233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3576" name="Google Shape;3576;p358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3577" name="Google Shape;3577;p358"/>
            <p:cNvSpPr/>
            <p:nvPr/>
          </p:nvSpPr>
          <p:spPr>
            <a:xfrm>
              <a:off x="2972758" y="401008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3578" name="Google Shape;3578;p35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9" name="Google Shape;3579;p358"/>
          <p:cNvSpPr txBox="1"/>
          <p:nvPr>
            <p:ph type="title"/>
          </p:nvPr>
        </p:nvSpPr>
        <p:spPr>
          <a:xfrm>
            <a:off x="713250" y="748938"/>
            <a:ext cx="7717500" cy="12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580" name="Google Shape;3580;p358"/>
          <p:cNvSpPr txBox="1"/>
          <p:nvPr>
            <p:ph idx="1" type="body"/>
          </p:nvPr>
        </p:nvSpPr>
        <p:spPr>
          <a:xfrm>
            <a:off x="3068250" y="1958371"/>
            <a:ext cx="3007500" cy="1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400">
                <a:solidFill>
                  <a:srgbClr val="1D262D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200">
                <a:solidFill>
                  <a:srgbClr val="1D262D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200">
                <a:solidFill>
                  <a:srgbClr val="1D262D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9pPr>
          </a:lstStyle>
          <a:p/>
        </p:txBody>
      </p:sp>
      <p:sp>
        <p:nvSpPr>
          <p:cNvPr id="3581" name="Google Shape;3581;p358"/>
          <p:cNvSpPr txBox="1"/>
          <p:nvPr/>
        </p:nvSpPr>
        <p:spPr>
          <a:xfrm>
            <a:off x="2308225" y="3221200"/>
            <a:ext cx="45255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sz="11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3582" name="Google Shape;3582;p35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3" name="Google Shape;3583;p35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3">
  <p:cSld name="CUSTOM_1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84" name="Shape 3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85" name="Google Shape;3585;p359"/>
          <p:cNvGrpSpPr/>
          <p:nvPr/>
        </p:nvGrpSpPr>
        <p:grpSpPr>
          <a:xfrm flipH="1" rot="10800000">
            <a:off x="-138833" y="-124843"/>
            <a:ext cx="9352183" cy="5430643"/>
            <a:chOff x="-138833" y="-124843"/>
            <a:chExt cx="9352183" cy="5430643"/>
          </a:xfrm>
        </p:grpSpPr>
        <p:sp>
          <p:nvSpPr>
            <p:cNvPr id="3586" name="Google Shape;3586;p359"/>
            <p:cNvSpPr/>
            <p:nvPr/>
          </p:nvSpPr>
          <p:spPr>
            <a:xfrm>
              <a:off x="-138833" y="1175449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3587" name="Google Shape;3587;p359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3588" name="Google Shape;3588;p359"/>
            <p:cNvSpPr/>
            <p:nvPr/>
          </p:nvSpPr>
          <p:spPr>
            <a:xfrm>
              <a:off x="2983725" y="411975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3589" name="Google Shape;3589;p35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0" name="Google Shape;3590;p359"/>
          <p:cNvSpPr txBox="1"/>
          <p:nvPr>
            <p:ph idx="1" type="body"/>
          </p:nvPr>
        </p:nvSpPr>
        <p:spPr>
          <a:xfrm>
            <a:off x="713225" y="1348475"/>
            <a:ext cx="7717500" cy="32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591" name="Google Shape;3591;p359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592" name="Google Shape;3592;p35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3" name="Google Shape;3593;p35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94" name="Shape 3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5" name="Google Shape;3595;p360"/>
          <p:cNvSpPr/>
          <p:nvPr/>
        </p:nvSpPr>
        <p:spPr>
          <a:xfrm>
            <a:off x="-124850" y="-126358"/>
            <a:ext cx="8626600" cy="3433150"/>
          </a:xfrm>
          <a:custGeom>
            <a:rect b="b" l="l" r="r" t="t"/>
            <a:pathLst>
              <a:path extrusionOk="0" h="137326" w="345064">
                <a:moveTo>
                  <a:pt x="0" y="0"/>
                </a:moveTo>
                <a:lnTo>
                  <a:pt x="215728" y="137326"/>
                </a:lnTo>
                <a:lnTo>
                  <a:pt x="345064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596" name="Google Shape;3596;p360"/>
          <p:cNvSpPr/>
          <p:nvPr/>
        </p:nvSpPr>
        <p:spPr>
          <a:xfrm>
            <a:off x="5836207" y="-82490"/>
            <a:ext cx="3445650" cy="5180950"/>
          </a:xfrm>
          <a:custGeom>
            <a:rect b="b" l="l" r="r" t="t"/>
            <a:pathLst>
              <a:path extrusionOk="0" h="207238" w="137826">
                <a:moveTo>
                  <a:pt x="104368" y="0"/>
                </a:moveTo>
                <a:lnTo>
                  <a:pt x="137826" y="0"/>
                </a:lnTo>
                <a:lnTo>
                  <a:pt x="137826" y="207238"/>
                </a:lnTo>
                <a:lnTo>
                  <a:pt x="0" y="111859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597" name="Google Shape;3597;p360"/>
          <p:cNvSpPr/>
          <p:nvPr/>
        </p:nvSpPr>
        <p:spPr>
          <a:xfrm>
            <a:off x="-137325" y="-124850"/>
            <a:ext cx="3770225" cy="3870125"/>
          </a:xfrm>
          <a:custGeom>
            <a:rect b="b" l="l" r="r" t="t"/>
            <a:pathLst>
              <a:path extrusionOk="0" h="154805" w="150809">
                <a:moveTo>
                  <a:pt x="1498" y="0"/>
                </a:moveTo>
                <a:lnTo>
                  <a:pt x="150809" y="95879"/>
                </a:lnTo>
                <a:lnTo>
                  <a:pt x="51435" y="154805"/>
                </a:lnTo>
                <a:lnTo>
                  <a:pt x="0" y="15480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598" name="Google Shape;3598;p360"/>
          <p:cNvSpPr/>
          <p:nvPr/>
        </p:nvSpPr>
        <p:spPr>
          <a:xfrm>
            <a:off x="-65800" y="2281125"/>
            <a:ext cx="5351875" cy="2917200"/>
          </a:xfrm>
          <a:custGeom>
            <a:rect b="b" l="l" r="r" t="t"/>
            <a:pathLst>
              <a:path extrusionOk="0" h="116688" w="214075">
                <a:moveTo>
                  <a:pt x="211881" y="116688"/>
                </a:moveTo>
                <a:lnTo>
                  <a:pt x="0" y="116688"/>
                </a:lnTo>
                <a:lnTo>
                  <a:pt x="0" y="58783"/>
                </a:lnTo>
                <a:lnTo>
                  <a:pt x="48255" y="58783"/>
                </a:lnTo>
                <a:lnTo>
                  <a:pt x="147396" y="0"/>
                </a:lnTo>
                <a:lnTo>
                  <a:pt x="214075" y="4123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99" name="Shape 3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0" name="Google Shape;3600;p361"/>
          <p:cNvSpPr/>
          <p:nvPr/>
        </p:nvSpPr>
        <p:spPr>
          <a:xfrm rot="10800000">
            <a:off x="2684116" y="-137325"/>
            <a:ext cx="6629125" cy="2933800"/>
          </a:xfrm>
          <a:custGeom>
            <a:rect b="b" l="l" r="r" t="t"/>
            <a:pathLst>
              <a:path extrusionOk="0" h="117352" w="265165">
                <a:moveTo>
                  <a:pt x="155803" y="0"/>
                </a:moveTo>
                <a:lnTo>
                  <a:pt x="218724" y="40948"/>
                </a:lnTo>
                <a:lnTo>
                  <a:pt x="265165" y="117352"/>
                </a:lnTo>
                <a:lnTo>
                  <a:pt x="0" y="117352"/>
                </a:lnTo>
                <a:lnTo>
                  <a:pt x="0" y="58426"/>
                </a:lnTo>
                <a:lnTo>
                  <a:pt x="57427" y="5842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601" name="Google Shape;3601;p361"/>
          <p:cNvSpPr/>
          <p:nvPr/>
        </p:nvSpPr>
        <p:spPr>
          <a:xfrm>
            <a:off x="2883850" y="3632900"/>
            <a:ext cx="6354475" cy="1598000"/>
          </a:xfrm>
          <a:custGeom>
            <a:rect b="b" l="l" r="r" t="t"/>
            <a:pathLst>
              <a:path extrusionOk="0" h="63920" w="254179">
                <a:moveTo>
                  <a:pt x="153806" y="0"/>
                </a:moveTo>
                <a:lnTo>
                  <a:pt x="0" y="63920"/>
                </a:lnTo>
                <a:lnTo>
                  <a:pt x="254179" y="6392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602" name="Google Shape;3602;p361"/>
          <p:cNvSpPr/>
          <p:nvPr/>
        </p:nvSpPr>
        <p:spPr>
          <a:xfrm>
            <a:off x="-87400" y="-112350"/>
            <a:ext cx="3932550" cy="5318275"/>
          </a:xfrm>
          <a:custGeom>
            <a:rect b="b" l="l" r="r" t="t"/>
            <a:pathLst>
              <a:path extrusionOk="0" h="212731" w="157302">
                <a:moveTo>
                  <a:pt x="157302" y="75904"/>
                </a:moveTo>
                <a:lnTo>
                  <a:pt x="120848" y="212731"/>
                </a:lnTo>
                <a:lnTo>
                  <a:pt x="0" y="212731"/>
                </a:lnTo>
                <a:lnTo>
                  <a:pt x="0" y="0"/>
                </a:lnTo>
                <a:lnTo>
                  <a:pt x="111859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603" name="Google Shape;3603;p361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04" name="Shape 3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5" name="Google Shape;3605;p362"/>
          <p:cNvSpPr/>
          <p:nvPr/>
        </p:nvSpPr>
        <p:spPr>
          <a:xfrm>
            <a:off x="-239800" y="-124825"/>
            <a:ext cx="4422355" cy="5368200"/>
          </a:xfrm>
          <a:custGeom>
            <a:rect b="b" l="l" r="r" t="t"/>
            <a:pathLst>
              <a:path extrusionOk="0" h="214728" w="174280">
                <a:moveTo>
                  <a:pt x="2997" y="0"/>
                </a:moveTo>
                <a:lnTo>
                  <a:pt x="174280" y="125341"/>
                </a:lnTo>
                <a:lnTo>
                  <a:pt x="174280" y="214728"/>
                </a:lnTo>
                <a:lnTo>
                  <a:pt x="0" y="214728"/>
                </a:lnTo>
                <a:lnTo>
                  <a:pt x="0" y="49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606" name="Google Shape;3606;p362"/>
          <p:cNvSpPr/>
          <p:nvPr/>
        </p:nvSpPr>
        <p:spPr>
          <a:xfrm>
            <a:off x="4182502" y="1960030"/>
            <a:ext cx="4219583" cy="3295825"/>
          </a:xfrm>
          <a:custGeom>
            <a:rect b="b" l="l" r="r" t="t"/>
            <a:pathLst>
              <a:path extrusionOk="0" h="131833" w="166289">
                <a:moveTo>
                  <a:pt x="0" y="131833"/>
                </a:moveTo>
                <a:lnTo>
                  <a:pt x="12484" y="131334"/>
                </a:lnTo>
                <a:lnTo>
                  <a:pt x="166289" y="131334"/>
                </a:lnTo>
                <a:lnTo>
                  <a:pt x="95878" y="0"/>
                </a:lnTo>
                <a:lnTo>
                  <a:pt x="0" y="42946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607" name="Google Shape;3607;p362"/>
          <p:cNvSpPr/>
          <p:nvPr/>
        </p:nvSpPr>
        <p:spPr>
          <a:xfrm>
            <a:off x="-151090" y="-99863"/>
            <a:ext cx="6918621" cy="3121050"/>
          </a:xfrm>
          <a:custGeom>
            <a:rect b="b" l="l" r="r" t="t"/>
            <a:pathLst>
              <a:path extrusionOk="0" h="124842" w="272655">
                <a:moveTo>
                  <a:pt x="0" y="0"/>
                </a:moveTo>
                <a:lnTo>
                  <a:pt x="272655" y="0"/>
                </a:lnTo>
                <a:lnTo>
                  <a:pt x="266164" y="82895"/>
                </a:lnTo>
                <a:lnTo>
                  <a:pt x="171284" y="124842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608" name="Google Shape;3608;p362"/>
          <p:cNvSpPr/>
          <p:nvPr/>
        </p:nvSpPr>
        <p:spPr>
          <a:xfrm>
            <a:off x="6626802" y="1954877"/>
            <a:ext cx="2785600" cy="3323000"/>
          </a:xfrm>
          <a:custGeom>
            <a:rect b="b" l="l" r="r" t="t"/>
            <a:pathLst>
              <a:path extrusionOk="0" h="132920" w="111424">
                <a:moveTo>
                  <a:pt x="0" y="878"/>
                </a:moveTo>
                <a:lnTo>
                  <a:pt x="71505" y="132920"/>
                </a:lnTo>
                <a:lnTo>
                  <a:pt x="111424" y="132920"/>
                </a:lnTo>
                <a:lnTo>
                  <a:pt x="107038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09" name="Shape 36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13" name="Shape 3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" name="Google Shape;3614;p365"/>
          <p:cNvSpPr/>
          <p:nvPr/>
        </p:nvSpPr>
        <p:spPr>
          <a:xfrm>
            <a:off x="-48100" y="-53085"/>
            <a:ext cx="4346950" cy="3402450"/>
          </a:xfrm>
          <a:custGeom>
            <a:rect b="b" l="l" r="r" t="t"/>
            <a:pathLst>
              <a:path extrusionOk="0" h="136098" w="173878">
                <a:moveTo>
                  <a:pt x="0" y="0"/>
                </a:moveTo>
                <a:lnTo>
                  <a:pt x="0" y="136098"/>
                </a:lnTo>
                <a:lnTo>
                  <a:pt x="173878" y="98319"/>
                </a:lnTo>
                <a:lnTo>
                  <a:pt x="130636" y="91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615" name="Google Shape;3615;p365"/>
          <p:cNvSpPr/>
          <p:nvPr/>
        </p:nvSpPr>
        <p:spPr>
          <a:xfrm>
            <a:off x="-48100" y="2404900"/>
            <a:ext cx="6793525" cy="3072450"/>
          </a:xfrm>
          <a:custGeom>
            <a:rect b="b" l="l" r="r" t="t"/>
            <a:pathLst>
              <a:path extrusionOk="0" h="122898" w="271741">
                <a:moveTo>
                  <a:pt x="0" y="37780"/>
                </a:moveTo>
                <a:lnTo>
                  <a:pt x="0" y="122898"/>
                </a:lnTo>
                <a:lnTo>
                  <a:pt x="271741" y="122898"/>
                </a:lnTo>
                <a:lnTo>
                  <a:pt x="174333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616" name="Google Shape;3616;p365"/>
          <p:cNvSpPr/>
          <p:nvPr/>
        </p:nvSpPr>
        <p:spPr>
          <a:xfrm>
            <a:off x="3200731" y="-70150"/>
            <a:ext cx="6065225" cy="3322800"/>
          </a:xfrm>
          <a:custGeom>
            <a:rect b="b" l="l" r="r" t="t"/>
            <a:pathLst>
              <a:path extrusionOk="0" h="132912" w="242609">
                <a:moveTo>
                  <a:pt x="0" y="455"/>
                </a:moveTo>
                <a:lnTo>
                  <a:pt x="44607" y="100594"/>
                </a:lnTo>
                <a:lnTo>
                  <a:pt x="242609" y="132912"/>
                </a:lnTo>
                <a:lnTo>
                  <a:pt x="242609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617" name="Google Shape;3617;p36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8" name="Google Shape;3618;p365"/>
          <p:cNvSpPr txBox="1"/>
          <p:nvPr>
            <p:ph type="ctrTitle"/>
          </p:nvPr>
        </p:nvSpPr>
        <p:spPr>
          <a:xfrm>
            <a:off x="2218775" y="1512863"/>
            <a:ext cx="4706400" cy="150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sz="58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19" name="Google Shape;3619;p365"/>
          <p:cNvSpPr txBox="1"/>
          <p:nvPr>
            <p:ph idx="1" type="subTitle"/>
          </p:nvPr>
        </p:nvSpPr>
        <p:spPr>
          <a:xfrm>
            <a:off x="2515500" y="3128650"/>
            <a:ext cx="4113000" cy="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620" name="Google Shape;3620;p36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1" name="Google Shape;3621;p36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22" name="Shape 3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3" name="Google Shape;3623;p366"/>
          <p:cNvSpPr/>
          <p:nvPr/>
        </p:nvSpPr>
        <p:spPr>
          <a:xfrm rot="10800000">
            <a:off x="4919006" y="2057835"/>
            <a:ext cx="4346950" cy="3402450"/>
          </a:xfrm>
          <a:custGeom>
            <a:rect b="b" l="l" r="r" t="t"/>
            <a:pathLst>
              <a:path extrusionOk="0" h="136098" w="173878">
                <a:moveTo>
                  <a:pt x="0" y="0"/>
                </a:moveTo>
                <a:lnTo>
                  <a:pt x="0" y="136098"/>
                </a:lnTo>
                <a:lnTo>
                  <a:pt x="173878" y="98319"/>
                </a:lnTo>
                <a:lnTo>
                  <a:pt x="130636" y="91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624" name="Google Shape;3624;p366"/>
          <p:cNvSpPr/>
          <p:nvPr/>
        </p:nvSpPr>
        <p:spPr>
          <a:xfrm rot="10800000">
            <a:off x="2472431" y="-70150"/>
            <a:ext cx="6793525" cy="3072450"/>
          </a:xfrm>
          <a:custGeom>
            <a:rect b="b" l="l" r="r" t="t"/>
            <a:pathLst>
              <a:path extrusionOk="0" h="122898" w="271741">
                <a:moveTo>
                  <a:pt x="0" y="37780"/>
                </a:moveTo>
                <a:lnTo>
                  <a:pt x="0" y="122898"/>
                </a:lnTo>
                <a:lnTo>
                  <a:pt x="271741" y="122898"/>
                </a:lnTo>
                <a:lnTo>
                  <a:pt x="174333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625" name="Google Shape;3625;p366"/>
          <p:cNvSpPr/>
          <p:nvPr/>
        </p:nvSpPr>
        <p:spPr>
          <a:xfrm rot="10800000">
            <a:off x="-48100" y="2154550"/>
            <a:ext cx="6065225" cy="3322800"/>
          </a:xfrm>
          <a:custGeom>
            <a:rect b="b" l="l" r="r" t="t"/>
            <a:pathLst>
              <a:path extrusionOk="0" h="132912" w="242609">
                <a:moveTo>
                  <a:pt x="0" y="455"/>
                </a:moveTo>
                <a:lnTo>
                  <a:pt x="44607" y="100594"/>
                </a:lnTo>
                <a:lnTo>
                  <a:pt x="242609" y="132912"/>
                </a:lnTo>
                <a:lnTo>
                  <a:pt x="242609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626" name="Google Shape;3626;p36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7" name="Google Shape;3627;p366"/>
          <p:cNvSpPr txBox="1"/>
          <p:nvPr>
            <p:ph type="title"/>
          </p:nvPr>
        </p:nvSpPr>
        <p:spPr>
          <a:xfrm>
            <a:off x="2860200" y="2746192"/>
            <a:ext cx="34236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28" name="Google Shape;3628;p366"/>
          <p:cNvSpPr txBox="1"/>
          <p:nvPr>
            <p:ph hasCustomPrompt="1" idx="2" type="title"/>
          </p:nvPr>
        </p:nvSpPr>
        <p:spPr>
          <a:xfrm>
            <a:off x="3850375" y="1276877"/>
            <a:ext cx="1443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29" name="Google Shape;3629;p366"/>
          <p:cNvSpPr txBox="1"/>
          <p:nvPr>
            <p:ph idx="1" type="subTitle"/>
          </p:nvPr>
        </p:nvSpPr>
        <p:spPr>
          <a:xfrm>
            <a:off x="2948550" y="3462208"/>
            <a:ext cx="32469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630" name="Google Shape;3630;p366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631" name="Google Shape;3631;p36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2" name="Google Shape;3632;p36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33" name="Shape 3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4" name="Google Shape;3634;p367"/>
          <p:cNvSpPr/>
          <p:nvPr/>
        </p:nvSpPr>
        <p:spPr>
          <a:xfrm flipH="1" rot="10800000">
            <a:off x="2023421" y="1359233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635" name="Google Shape;3635;p367"/>
          <p:cNvSpPr/>
          <p:nvPr/>
        </p:nvSpPr>
        <p:spPr>
          <a:xfrm>
            <a:off x="3956575" y="-131581"/>
            <a:ext cx="5277925" cy="1600100"/>
          </a:xfrm>
          <a:custGeom>
            <a:rect b="b" l="l" r="r" t="t"/>
            <a:pathLst>
              <a:path extrusionOk="0" h="64004" w="211117">
                <a:moveTo>
                  <a:pt x="211117" y="4067"/>
                </a:moveTo>
                <a:lnTo>
                  <a:pt x="211117" y="0"/>
                </a:lnTo>
                <a:lnTo>
                  <a:pt x="36953" y="0"/>
                </a:lnTo>
                <a:lnTo>
                  <a:pt x="0" y="64004"/>
                </a:lnTo>
                <a:lnTo>
                  <a:pt x="177146" y="334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636" name="Google Shape;3636;p367"/>
          <p:cNvSpPr/>
          <p:nvPr/>
        </p:nvSpPr>
        <p:spPr>
          <a:xfrm>
            <a:off x="-77225" y="1390125"/>
            <a:ext cx="5097150" cy="4083025"/>
          </a:xfrm>
          <a:custGeom>
            <a:rect b="b" l="l" r="r" t="t"/>
            <a:pathLst>
              <a:path extrusionOk="0" h="163321" w="203886">
                <a:moveTo>
                  <a:pt x="0" y="161256"/>
                </a:moveTo>
                <a:lnTo>
                  <a:pt x="0" y="61784"/>
                </a:lnTo>
                <a:lnTo>
                  <a:pt x="203886" y="0"/>
                </a:lnTo>
                <a:lnTo>
                  <a:pt x="80633" y="16332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637" name="Google Shape;3637;p367"/>
          <p:cNvSpPr/>
          <p:nvPr/>
        </p:nvSpPr>
        <p:spPr>
          <a:xfrm flipH="1" rot="10800000">
            <a:off x="-61779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638" name="Google Shape;3638;p367"/>
          <p:cNvSpPr/>
          <p:nvPr/>
        </p:nvSpPr>
        <p:spPr>
          <a:xfrm flipH="1" rot="10800000">
            <a:off x="5483300" y="-30896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3639" name="Google Shape;3639;p36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0" name="Google Shape;3640;p367"/>
          <p:cNvSpPr txBox="1"/>
          <p:nvPr>
            <p:ph idx="1" type="body"/>
          </p:nvPr>
        </p:nvSpPr>
        <p:spPr>
          <a:xfrm>
            <a:off x="713225" y="1300925"/>
            <a:ext cx="7704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AutoNum type="arabicPeriod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41" name="Google Shape;3641;p367"/>
          <p:cNvSpPr txBox="1"/>
          <p:nvPr>
            <p:ph type="title"/>
          </p:nvPr>
        </p:nvSpPr>
        <p:spPr>
          <a:xfrm>
            <a:off x="1455750" y="683125"/>
            <a:ext cx="623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642" name="Google Shape;3642;p36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3" name="Google Shape;3643;p36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44" name="Shape 3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" name="Google Shape;3645;p368"/>
          <p:cNvSpPr/>
          <p:nvPr/>
        </p:nvSpPr>
        <p:spPr>
          <a:xfrm>
            <a:off x="-77225" y="-142700"/>
            <a:ext cx="5097150" cy="4065975"/>
          </a:xfrm>
          <a:custGeom>
            <a:rect b="b" l="l" r="r" t="t"/>
            <a:pathLst>
              <a:path extrusionOk="0" h="162639" w="203886">
                <a:moveTo>
                  <a:pt x="0" y="1383"/>
                </a:moveTo>
                <a:lnTo>
                  <a:pt x="0" y="100855"/>
                </a:lnTo>
                <a:lnTo>
                  <a:pt x="203886" y="162639"/>
                </a:lnTo>
                <a:lnTo>
                  <a:pt x="80108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646" name="Google Shape;3646;p368"/>
          <p:cNvSpPr/>
          <p:nvPr/>
        </p:nvSpPr>
        <p:spPr>
          <a:xfrm>
            <a:off x="1884466" y="-196909"/>
            <a:ext cx="4243962" cy="4121888"/>
          </a:xfrm>
          <a:custGeom>
            <a:rect b="b" l="l" r="r" t="t"/>
            <a:pathLst>
              <a:path extrusionOk="0" h="164530" w="169099">
                <a:moveTo>
                  <a:pt x="0" y="0"/>
                </a:moveTo>
                <a:lnTo>
                  <a:pt x="169099" y="4510"/>
                </a:lnTo>
                <a:lnTo>
                  <a:pt x="123379" y="16453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647" name="Google Shape;3647;p368"/>
          <p:cNvSpPr/>
          <p:nvPr/>
        </p:nvSpPr>
        <p:spPr>
          <a:xfrm>
            <a:off x="-61779" y="2378675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648" name="Google Shape;3648;p368"/>
          <p:cNvSpPr/>
          <p:nvPr/>
        </p:nvSpPr>
        <p:spPr>
          <a:xfrm>
            <a:off x="3799696" y="2286004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649" name="Google Shape;3649;p36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0" name="Google Shape;3650;p368"/>
          <p:cNvSpPr txBox="1"/>
          <p:nvPr>
            <p:ph idx="1" type="subTitle"/>
          </p:nvPr>
        </p:nvSpPr>
        <p:spPr>
          <a:xfrm>
            <a:off x="1422550" y="2343550"/>
            <a:ext cx="27345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3651" name="Google Shape;3651;p368"/>
          <p:cNvSpPr txBox="1"/>
          <p:nvPr>
            <p:ph idx="2" type="subTitle"/>
          </p:nvPr>
        </p:nvSpPr>
        <p:spPr>
          <a:xfrm>
            <a:off x="5035899" y="2343550"/>
            <a:ext cx="2734500" cy="99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○"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■"/>
              <a:defRPr sz="2800"/>
            </a:lvl9pPr>
          </a:lstStyle>
          <a:p/>
        </p:txBody>
      </p:sp>
      <p:sp>
        <p:nvSpPr>
          <p:cNvPr id="3652" name="Google Shape;3652;p368"/>
          <p:cNvSpPr txBox="1"/>
          <p:nvPr>
            <p:ph type="title"/>
          </p:nvPr>
        </p:nvSpPr>
        <p:spPr>
          <a:xfrm>
            <a:off x="1416555" y="18766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3653" name="Google Shape;3653;p368"/>
          <p:cNvSpPr txBox="1"/>
          <p:nvPr>
            <p:ph idx="3" type="title"/>
          </p:nvPr>
        </p:nvSpPr>
        <p:spPr>
          <a:xfrm>
            <a:off x="5029902" y="18766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latin typeface="Barlow Condensed"/>
                <a:ea typeface="Barlow Condensed"/>
                <a:cs typeface="Barlow Condensed"/>
                <a:sym typeface="Barlow Condense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3654" name="Google Shape;3654;p368"/>
          <p:cNvSpPr txBox="1"/>
          <p:nvPr>
            <p:ph idx="4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655" name="Google Shape;3655;p36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6" name="Google Shape;3656;p36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57" name="Shape 3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8" name="Google Shape;3658;p369"/>
          <p:cNvSpPr/>
          <p:nvPr/>
        </p:nvSpPr>
        <p:spPr>
          <a:xfrm rot="10800000">
            <a:off x="4185871" y="1390129"/>
            <a:ext cx="5097150" cy="4031400"/>
          </a:xfrm>
          <a:custGeom>
            <a:rect b="b" l="l" r="r" t="t"/>
            <a:pathLst>
              <a:path extrusionOk="0" h="161256" w="203886">
                <a:moveTo>
                  <a:pt x="0" y="0"/>
                </a:moveTo>
                <a:lnTo>
                  <a:pt x="0" y="99472"/>
                </a:lnTo>
                <a:lnTo>
                  <a:pt x="203886" y="161256"/>
                </a:lnTo>
                <a:lnTo>
                  <a:pt x="83408" y="247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659" name="Google Shape;3659;p369"/>
          <p:cNvSpPr/>
          <p:nvPr/>
        </p:nvSpPr>
        <p:spPr>
          <a:xfrm>
            <a:off x="3047333" y="1337291"/>
            <a:ext cx="4169975" cy="4047325"/>
          </a:xfrm>
          <a:custGeom>
            <a:rect b="b" l="l" r="r" t="t"/>
            <a:pathLst>
              <a:path extrusionOk="0" h="161893" w="166799">
                <a:moveTo>
                  <a:pt x="166799" y="161893"/>
                </a:moveTo>
                <a:lnTo>
                  <a:pt x="0" y="160020"/>
                </a:lnTo>
                <a:lnTo>
                  <a:pt x="45720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660" name="Google Shape;3660;p369"/>
          <p:cNvSpPr/>
          <p:nvPr/>
        </p:nvSpPr>
        <p:spPr>
          <a:xfrm rot="10800000">
            <a:off x="4340321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661" name="Google Shape;3661;p369"/>
          <p:cNvSpPr/>
          <p:nvPr/>
        </p:nvSpPr>
        <p:spPr>
          <a:xfrm rot="10800000">
            <a:off x="-77229" y="-108125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662" name="Google Shape;3662;p369"/>
          <p:cNvSpPr/>
          <p:nvPr/>
        </p:nvSpPr>
        <p:spPr>
          <a:xfrm rot="10800000">
            <a:off x="-30883" y="-68915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3663" name="Google Shape;3663;p36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4" name="Google Shape;3664;p36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665" name="Google Shape;3665;p36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6" name="Google Shape;3666;p36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67" name="Shape 3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8" name="Google Shape;3668;p370"/>
          <p:cNvSpPr/>
          <p:nvPr/>
        </p:nvSpPr>
        <p:spPr>
          <a:xfrm flipH="1" rot="10800000">
            <a:off x="2023421" y="1359233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669" name="Google Shape;3669;p370"/>
          <p:cNvSpPr/>
          <p:nvPr/>
        </p:nvSpPr>
        <p:spPr>
          <a:xfrm>
            <a:off x="3956575" y="-131581"/>
            <a:ext cx="5277925" cy="1600100"/>
          </a:xfrm>
          <a:custGeom>
            <a:rect b="b" l="l" r="r" t="t"/>
            <a:pathLst>
              <a:path extrusionOk="0" h="64004" w="211117">
                <a:moveTo>
                  <a:pt x="211117" y="4067"/>
                </a:moveTo>
                <a:lnTo>
                  <a:pt x="211117" y="0"/>
                </a:lnTo>
                <a:lnTo>
                  <a:pt x="36953" y="0"/>
                </a:lnTo>
                <a:lnTo>
                  <a:pt x="0" y="64004"/>
                </a:lnTo>
                <a:lnTo>
                  <a:pt x="177146" y="334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670" name="Google Shape;3670;p370"/>
          <p:cNvSpPr/>
          <p:nvPr/>
        </p:nvSpPr>
        <p:spPr>
          <a:xfrm>
            <a:off x="-77225" y="1390125"/>
            <a:ext cx="5097150" cy="4083025"/>
          </a:xfrm>
          <a:custGeom>
            <a:rect b="b" l="l" r="r" t="t"/>
            <a:pathLst>
              <a:path extrusionOk="0" h="163321" w="203886">
                <a:moveTo>
                  <a:pt x="0" y="161256"/>
                </a:moveTo>
                <a:lnTo>
                  <a:pt x="0" y="61784"/>
                </a:lnTo>
                <a:lnTo>
                  <a:pt x="203886" y="0"/>
                </a:lnTo>
                <a:lnTo>
                  <a:pt x="80633" y="16332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671" name="Google Shape;3671;p370"/>
          <p:cNvSpPr/>
          <p:nvPr/>
        </p:nvSpPr>
        <p:spPr>
          <a:xfrm flipH="1" rot="10800000">
            <a:off x="-61779" y="-92671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672" name="Google Shape;3672;p370"/>
          <p:cNvSpPr/>
          <p:nvPr/>
        </p:nvSpPr>
        <p:spPr>
          <a:xfrm flipH="1" rot="10800000">
            <a:off x="5483300" y="-30896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3673" name="Google Shape;3673;p37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4" name="Google Shape;3674;p37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sp>
        <p:nvSpPr>
          <p:cNvPr id="3675" name="Google Shape;3675;p370"/>
          <p:cNvSpPr txBox="1"/>
          <p:nvPr>
            <p:ph idx="1" type="body"/>
          </p:nvPr>
        </p:nvSpPr>
        <p:spPr>
          <a:xfrm>
            <a:off x="1195150" y="1660550"/>
            <a:ext cx="3468900" cy="207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3676" name="Google Shape;3676;p37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7" name="Google Shape;3677;p37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78" name="Shape 3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9" name="Google Shape;3679;p371"/>
          <p:cNvSpPr/>
          <p:nvPr/>
        </p:nvSpPr>
        <p:spPr>
          <a:xfrm>
            <a:off x="3799696" y="2286004"/>
            <a:ext cx="5483325" cy="3135525"/>
          </a:xfrm>
          <a:custGeom>
            <a:rect b="b" l="l" r="r" t="t"/>
            <a:pathLst>
              <a:path extrusionOk="0" h="125421" w="219333">
                <a:moveTo>
                  <a:pt x="0" y="51280"/>
                </a:moveTo>
                <a:lnTo>
                  <a:pt x="42631" y="125421"/>
                </a:lnTo>
                <a:lnTo>
                  <a:pt x="219333" y="125421"/>
                </a:lnTo>
                <a:lnTo>
                  <a:pt x="68580" y="0"/>
                </a:lnTo>
                <a:lnTo>
                  <a:pt x="47574" y="65491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680" name="Google Shape;3680;p371"/>
          <p:cNvSpPr/>
          <p:nvPr/>
        </p:nvSpPr>
        <p:spPr>
          <a:xfrm>
            <a:off x="-61779" y="2378675"/>
            <a:ext cx="4927250" cy="3027400"/>
          </a:xfrm>
          <a:custGeom>
            <a:rect b="b" l="l" r="r" t="t"/>
            <a:pathLst>
              <a:path extrusionOk="0" h="121096" w="197090">
                <a:moveTo>
                  <a:pt x="0" y="0"/>
                </a:moveTo>
                <a:lnTo>
                  <a:pt x="0" y="121096"/>
                </a:lnTo>
                <a:lnTo>
                  <a:pt x="197090" y="121096"/>
                </a:lnTo>
                <a:lnTo>
                  <a:pt x="154459" y="4819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681" name="Google Shape;3681;p371"/>
          <p:cNvSpPr/>
          <p:nvPr/>
        </p:nvSpPr>
        <p:spPr>
          <a:xfrm>
            <a:off x="-77229" y="-108125"/>
            <a:ext cx="5097150" cy="4031400"/>
          </a:xfrm>
          <a:custGeom>
            <a:rect b="b" l="l" r="r" t="t"/>
            <a:pathLst>
              <a:path extrusionOk="0" h="161256" w="203886">
                <a:moveTo>
                  <a:pt x="0" y="0"/>
                </a:moveTo>
                <a:lnTo>
                  <a:pt x="0" y="99472"/>
                </a:lnTo>
                <a:lnTo>
                  <a:pt x="203886" y="161256"/>
                </a:lnTo>
                <a:lnTo>
                  <a:pt x="83408" y="2471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682" name="Google Shape;3682;p371"/>
          <p:cNvSpPr/>
          <p:nvPr/>
        </p:nvSpPr>
        <p:spPr>
          <a:xfrm>
            <a:off x="2012454" y="-24395"/>
            <a:ext cx="4124075" cy="4000500"/>
          </a:xfrm>
          <a:custGeom>
            <a:rect b="b" l="l" r="r" t="t"/>
            <a:pathLst>
              <a:path extrusionOk="0" h="160020" w="164963">
                <a:moveTo>
                  <a:pt x="0" y="0"/>
                </a:moveTo>
                <a:lnTo>
                  <a:pt x="164963" y="0"/>
                </a:lnTo>
                <a:lnTo>
                  <a:pt x="119243" y="16002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683" name="Google Shape;3683;p371"/>
          <p:cNvSpPr/>
          <p:nvPr/>
        </p:nvSpPr>
        <p:spPr>
          <a:xfrm>
            <a:off x="5472333" y="-13449"/>
            <a:ext cx="3753375" cy="5390650"/>
          </a:xfrm>
          <a:custGeom>
            <a:rect b="b" l="l" r="r" t="t"/>
            <a:pathLst>
              <a:path extrusionOk="0" h="215626" w="150135">
                <a:moveTo>
                  <a:pt x="26567" y="0"/>
                </a:moveTo>
                <a:lnTo>
                  <a:pt x="150135" y="0"/>
                </a:lnTo>
                <a:lnTo>
                  <a:pt x="150135" y="215626"/>
                </a:lnTo>
                <a:lnTo>
                  <a:pt x="0" y="92676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3684" name="Google Shape;3684;p371"/>
          <p:cNvSpPr txBox="1"/>
          <p:nvPr>
            <p:ph type="title"/>
          </p:nvPr>
        </p:nvSpPr>
        <p:spPr>
          <a:xfrm>
            <a:off x="2257050" y="1103700"/>
            <a:ext cx="4629900" cy="293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85" name="Google Shape;3685;p37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86" name="Google Shape;3686;p37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7" name="Google Shape;3687;p37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88" name="Shape 3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9" name="Google Shape;3689;p372"/>
          <p:cNvGrpSpPr/>
          <p:nvPr/>
        </p:nvGrpSpPr>
        <p:grpSpPr>
          <a:xfrm>
            <a:off x="-237175" y="-212225"/>
            <a:ext cx="9488144" cy="5536707"/>
            <a:chOff x="-237175" y="-212225"/>
            <a:chExt cx="9488144" cy="5536707"/>
          </a:xfrm>
        </p:grpSpPr>
        <p:sp>
          <p:nvSpPr>
            <p:cNvPr id="3690" name="Google Shape;3690;p372"/>
            <p:cNvSpPr/>
            <p:nvPr/>
          </p:nvSpPr>
          <p:spPr>
            <a:xfrm>
              <a:off x="-237175" y="2127600"/>
              <a:ext cx="8462695" cy="3196882"/>
            </a:xfrm>
            <a:custGeom>
              <a:rect b="b" l="l" r="r" t="t"/>
              <a:pathLst>
                <a:path extrusionOk="0" h="110361" w="345064">
                  <a:moveTo>
                    <a:pt x="0" y="4994"/>
                  </a:moveTo>
                  <a:lnTo>
                    <a:pt x="0" y="110361"/>
                  </a:lnTo>
                  <a:lnTo>
                    <a:pt x="345064" y="110361"/>
                  </a:lnTo>
                  <a:lnTo>
                    <a:pt x="178774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3691" name="Google Shape;3691;p372"/>
            <p:cNvSpPr/>
            <p:nvPr/>
          </p:nvSpPr>
          <p:spPr>
            <a:xfrm>
              <a:off x="1623100" y="-210720"/>
              <a:ext cx="5122507" cy="1387179"/>
            </a:xfrm>
            <a:custGeom>
              <a:rect b="b" l="l" r="r" t="t"/>
              <a:pathLst>
                <a:path extrusionOk="0" h="55929" w="166789">
                  <a:moveTo>
                    <a:pt x="0" y="0"/>
                  </a:moveTo>
                  <a:lnTo>
                    <a:pt x="166789" y="0"/>
                  </a:lnTo>
                  <a:lnTo>
                    <a:pt x="114355" y="55929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3692" name="Google Shape;3692;p372"/>
            <p:cNvSpPr/>
            <p:nvPr/>
          </p:nvSpPr>
          <p:spPr>
            <a:xfrm>
              <a:off x="5094677" y="-212225"/>
              <a:ext cx="4156292" cy="5536364"/>
            </a:xfrm>
            <a:custGeom>
              <a:rect b="b" l="l" r="r" t="t"/>
              <a:pathLst>
                <a:path extrusionOk="0" h="223218" w="135329">
                  <a:moveTo>
                    <a:pt x="53433" y="0"/>
                  </a:moveTo>
                  <a:lnTo>
                    <a:pt x="135329" y="0"/>
                  </a:lnTo>
                  <a:lnTo>
                    <a:pt x="135329" y="223218"/>
                  </a:lnTo>
                  <a:lnTo>
                    <a:pt x="101872" y="223218"/>
                  </a:lnTo>
                  <a:lnTo>
                    <a:pt x="0" y="57927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3693" name="Google Shape;3693;p37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4" name="Google Shape;3694;p372"/>
          <p:cNvSpPr txBox="1"/>
          <p:nvPr>
            <p:ph type="ctrTitle"/>
          </p:nvPr>
        </p:nvSpPr>
        <p:spPr>
          <a:xfrm>
            <a:off x="3082050" y="1564604"/>
            <a:ext cx="2979900" cy="113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10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95" name="Google Shape;3695;p372"/>
          <p:cNvSpPr txBox="1"/>
          <p:nvPr>
            <p:ph idx="1" type="subTitle"/>
          </p:nvPr>
        </p:nvSpPr>
        <p:spPr>
          <a:xfrm>
            <a:off x="2689650" y="2783829"/>
            <a:ext cx="3764700" cy="79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696" name="Google Shape;3696;p37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7" name="Google Shape;3697;p37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98" name="Shape 3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9" name="Google Shape;3699;p373"/>
          <p:cNvSpPr txBox="1"/>
          <p:nvPr>
            <p:ph type="title"/>
          </p:nvPr>
        </p:nvSpPr>
        <p:spPr>
          <a:xfrm>
            <a:off x="1621650" y="1143139"/>
            <a:ext cx="5900700" cy="14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00" name="Shape 3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1" name="Google Shape;3701;p374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702" name="Google Shape;3702;p374"/>
          <p:cNvSpPr/>
          <p:nvPr/>
        </p:nvSpPr>
        <p:spPr>
          <a:xfrm>
            <a:off x="611000" y="2609200"/>
            <a:ext cx="8639800" cy="2759025"/>
          </a:xfrm>
          <a:custGeom>
            <a:rect b="b" l="l" r="r" t="t"/>
            <a:pathLst>
              <a:path extrusionOk="0" h="110361" w="345592">
                <a:moveTo>
                  <a:pt x="345592" y="4994"/>
                </a:moveTo>
                <a:lnTo>
                  <a:pt x="345592" y="110361"/>
                </a:lnTo>
                <a:lnTo>
                  <a:pt x="0" y="108971"/>
                </a:lnTo>
                <a:lnTo>
                  <a:pt x="166818" y="0"/>
                </a:lnTo>
                <a:close/>
              </a:path>
            </a:pathLst>
          </a:custGeom>
          <a:solidFill>
            <a:srgbClr val="EEEEEE">
              <a:alpha val="71880"/>
            </a:srgbClr>
          </a:solidFill>
          <a:ln>
            <a:noFill/>
          </a:ln>
        </p:spPr>
      </p:sp>
      <p:sp>
        <p:nvSpPr>
          <p:cNvPr id="3703" name="Google Shape;3703;p374"/>
          <p:cNvSpPr/>
          <p:nvPr/>
        </p:nvSpPr>
        <p:spPr>
          <a:xfrm>
            <a:off x="1810975" y="-199750"/>
            <a:ext cx="4193925" cy="1398225"/>
          </a:xfrm>
          <a:custGeom>
            <a:rect b="b" l="l" r="r" t="t"/>
            <a:pathLst>
              <a:path extrusionOk="0" h="55929" w="167757">
                <a:moveTo>
                  <a:pt x="167757" y="0"/>
                </a:moveTo>
                <a:lnTo>
                  <a:pt x="0" y="99"/>
                </a:lnTo>
                <a:lnTo>
                  <a:pt x="53402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704" name="Google Shape;3704;p374"/>
          <p:cNvSpPr/>
          <p:nvPr/>
        </p:nvSpPr>
        <p:spPr>
          <a:xfrm flipH="1">
            <a:off x="-237191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705" name="Google Shape;3705;p37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6" name="Google Shape;3706;p374"/>
          <p:cNvSpPr txBox="1"/>
          <p:nvPr>
            <p:ph hasCustomPrompt="1" type="title"/>
          </p:nvPr>
        </p:nvSpPr>
        <p:spPr>
          <a:xfrm>
            <a:off x="713250" y="1324600"/>
            <a:ext cx="77175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707" name="Google Shape;3707;p374"/>
          <p:cNvSpPr txBox="1"/>
          <p:nvPr>
            <p:ph idx="1" type="body"/>
          </p:nvPr>
        </p:nvSpPr>
        <p:spPr>
          <a:xfrm>
            <a:off x="713250" y="3370700"/>
            <a:ext cx="7717500" cy="4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08" name="Google Shape;3708;p374"/>
          <p:cNvSpPr txBox="1"/>
          <p:nvPr/>
        </p:nvSpPr>
        <p:spPr>
          <a:xfrm>
            <a:off x="2991700" y="1512225"/>
            <a:ext cx="55479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709" name="Google Shape;3709;p37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10" name="Google Shape;3710;p37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711" name="Shape 37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12" name="Shape 3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3" name="Google Shape;3713;p376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714" name="Google Shape;3714;p376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715" name="Google Shape;3715;p376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716" name="Google Shape;3716;p37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7" name="Google Shape;3717;p376"/>
          <p:cNvSpPr txBox="1"/>
          <p:nvPr>
            <p:ph type="title"/>
          </p:nvPr>
        </p:nvSpPr>
        <p:spPr>
          <a:xfrm>
            <a:off x="1484927" y="3341975"/>
            <a:ext cx="2290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718" name="Google Shape;3718;p376"/>
          <p:cNvSpPr txBox="1"/>
          <p:nvPr>
            <p:ph hasCustomPrompt="1" idx="2" type="title"/>
          </p:nvPr>
        </p:nvSpPr>
        <p:spPr>
          <a:xfrm>
            <a:off x="2309177" y="1672125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719" name="Google Shape;3719;p376"/>
          <p:cNvSpPr txBox="1"/>
          <p:nvPr>
            <p:ph hasCustomPrompt="1" idx="3" type="title"/>
          </p:nvPr>
        </p:nvSpPr>
        <p:spPr>
          <a:xfrm>
            <a:off x="2309177" y="2991451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720" name="Google Shape;3720;p376"/>
          <p:cNvSpPr txBox="1"/>
          <p:nvPr>
            <p:ph idx="4" type="title"/>
          </p:nvPr>
        </p:nvSpPr>
        <p:spPr>
          <a:xfrm>
            <a:off x="5405023" y="3341975"/>
            <a:ext cx="22179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721" name="Google Shape;3721;p376"/>
          <p:cNvSpPr txBox="1"/>
          <p:nvPr>
            <p:ph idx="5" type="title"/>
          </p:nvPr>
        </p:nvSpPr>
        <p:spPr>
          <a:xfrm>
            <a:off x="1484927" y="2022675"/>
            <a:ext cx="2290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722" name="Google Shape;3722;p376"/>
          <p:cNvSpPr txBox="1"/>
          <p:nvPr>
            <p:ph idx="6" type="title"/>
          </p:nvPr>
        </p:nvSpPr>
        <p:spPr>
          <a:xfrm>
            <a:off x="5405023" y="2022675"/>
            <a:ext cx="22179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723" name="Google Shape;3723;p376"/>
          <p:cNvSpPr txBox="1"/>
          <p:nvPr>
            <p:ph hasCustomPrompt="1" idx="7" type="title"/>
          </p:nvPr>
        </p:nvSpPr>
        <p:spPr>
          <a:xfrm>
            <a:off x="6193123" y="1672125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724" name="Google Shape;3724;p376"/>
          <p:cNvSpPr txBox="1"/>
          <p:nvPr>
            <p:ph hasCustomPrompt="1" idx="8" type="title"/>
          </p:nvPr>
        </p:nvSpPr>
        <p:spPr>
          <a:xfrm>
            <a:off x="6193123" y="2989672"/>
            <a:ext cx="6417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zha One"/>
              <a:buNone/>
              <a:defRPr sz="20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725" name="Google Shape;3725;p376"/>
          <p:cNvSpPr txBox="1"/>
          <p:nvPr>
            <p:ph idx="1" type="subTitle"/>
          </p:nvPr>
        </p:nvSpPr>
        <p:spPr>
          <a:xfrm>
            <a:off x="1403027" y="2368720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26" name="Google Shape;3726;p376"/>
          <p:cNvSpPr txBox="1"/>
          <p:nvPr>
            <p:ph idx="9" type="subTitle"/>
          </p:nvPr>
        </p:nvSpPr>
        <p:spPr>
          <a:xfrm>
            <a:off x="5286973" y="2368720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27" name="Google Shape;3727;p376"/>
          <p:cNvSpPr txBox="1"/>
          <p:nvPr>
            <p:ph idx="13" type="subTitle"/>
          </p:nvPr>
        </p:nvSpPr>
        <p:spPr>
          <a:xfrm>
            <a:off x="1403027" y="3688123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28" name="Google Shape;3728;p376"/>
          <p:cNvSpPr txBox="1"/>
          <p:nvPr>
            <p:ph idx="14" type="subTitle"/>
          </p:nvPr>
        </p:nvSpPr>
        <p:spPr>
          <a:xfrm>
            <a:off x="5286973" y="3688123"/>
            <a:ext cx="2454000" cy="23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29" name="Google Shape;3729;p376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730" name="Google Shape;3730;p37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1" name="Google Shape;3731;p37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32" name="Shape 3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3" name="Google Shape;3733;p377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734" name="Google Shape;3734;p377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735" name="Google Shape;3735;p377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736" name="Google Shape;3736;p37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7" name="Google Shape;3737;p37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738" name="Google Shape;3738;p37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9" name="Google Shape;3739;p37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40" name="Google Shape;3740;p377"/>
          <p:cNvSpPr txBox="1"/>
          <p:nvPr>
            <p:ph hasCustomPrompt="1" idx="2" type="title"/>
          </p:nvPr>
        </p:nvSpPr>
        <p:spPr>
          <a:xfrm>
            <a:off x="4203751" y="1315750"/>
            <a:ext cx="3577500" cy="4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741" name="Google Shape;3741;p377"/>
          <p:cNvSpPr txBox="1"/>
          <p:nvPr>
            <p:ph idx="1" type="subTitle"/>
          </p:nvPr>
        </p:nvSpPr>
        <p:spPr>
          <a:xfrm>
            <a:off x="4203751" y="1813683"/>
            <a:ext cx="3577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42" name="Google Shape;3742;p377"/>
          <p:cNvSpPr txBox="1"/>
          <p:nvPr>
            <p:ph hasCustomPrompt="1" idx="3" type="title"/>
          </p:nvPr>
        </p:nvSpPr>
        <p:spPr>
          <a:xfrm>
            <a:off x="4203751" y="2444625"/>
            <a:ext cx="3577500" cy="4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743" name="Google Shape;3743;p377"/>
          <p:cNvSpPr txBox="1"/>
          <p:nvPr>
            <p:ph idx="4" type="subTitle"/>
          </p:nvPr>
        </p:nvSpPr>
        <p:spPr>
          <a:xfrm>
            <a:off x="4203751" y="2942624"/>
            <a:ext cx="3577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44" name="Google Shape;3744;p377"/>
          <p:cNvSpPr txBox="1"/>
          <p:nvPr>
            <p:ph hasCustomPrompt="1" idx="5" type="title"/>
          </p:nvPr>
        </p:nvSpPr>
        <p:spPr>
          <a:xfrm>
            <a:off x="4203751" y="3573573"/>
            <a:ext cx="3577500" cy="44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None/>
              <a:defRPr sz="3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00"/>
              <a:buFont typeface="Rozha One"/>
              <a:buNone/>
              <a:defRPr sz="62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745" name="Google Shape;3745;p377"/>
          <p:cNvSpPr txBox="1"/>
          <p:nvPr>
            <p:ph idx="6" type="subTitle"/>
          </p:nvPr>
        </p:nvSpPr>
        <p:spPr>
          <a:xfrm>
            <a:off x="4203751" y="4071576"/>
            <a:ext cx="3577500" cy="3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46" name="Shape 3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7" name="Google Shape;3747;p378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748" name="Google Shape;3748;p378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749" name="Google Shape;3749;p378"/>
          <p:cNvSpPr/>
          <p:nvPr/>
        </p:nvSpPr>
        <p:spPr>
          <a:xfrm>
            <a:off x="1186000" y="1323316"/>
            <a:ext cx="8239600" cy="3957500"/>
          </a:xfrm>
          <a:custGeom>
            <a:rect b="b" l="l" r="r" t="t"/>
            <a:pathLst>
              <a:path extrusionOk="0" h="158300" w="329584">
                <a:moveTo>
                  <a:pt x="0" y="0"/>
                </a:moveTo>
                <a:lnTo>
                  <a:pt x="117851" y="158300"/>
                </a:lnTo>
                <a:lnTo>
                  <a:pt x="329584" y="154305"/>
                </a:lnTo>
                <a:lnTo>
                  <a:pt x="320595" y="56929"/>
                </a:lnTo>
                <a:lnTo>
                  <a:pt x="145316" y="60923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750" name="Google Shape;3750;p37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1" name="Google Shape;3751;p378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752" name="Google Shape;3752;p37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53" name="Google Shape;3753;p37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54" name="Google Shape;3754;p378"/>
          <p:cNvSpPr txBox="1"/>
          <p:nvPr>
            <p:ph idx="2" type="title"/>
          </p:nvPr>
        </p:nvSpPr>
        <p:spPr>
          <a:xfrm>
            <a:off x="707656" y="18815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755" name="Google Shape;3755;p378"/>
          <p:cNvSpPr txBox="1"/>
          <p:nvPr>
            <p:ph hasCustomPrompt="1" idx="3" type="title"/>
          </p:nvPr>
        </p:nvSpPr>
        <p:spPr>
          <a:xfrm>
            <a:off x="707650" y="14548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756" name="Google Shape;3756;p378"/>
          <p:cNvSpPr txBox="1"/>
          <p:nvPr>
            <p:ph idx="1" type="subTitle"/>
          </p:nvPr>
        </p:nvSpPr>
        <p:spPr>
          <a:xfrm>
            <a:off x="707650" y="22276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57" name="Google Shape;3757;p378"/>
          <p:cNvSpPr txBox="1"/>
          <p:nvPr>
            <p:ph idx="4" type="title"/>
          </p:nvPr>
        </p:nvSpPr>
        <p:spPr>
          <a:xfrm>
            <a:off x="3397294" y="18815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758" name="Google Shape;3758;p378"/>
          <p:cNvSpPr txBox="1"/>
          <p:nvPr>
            <p:ph hasCustomPrompt="1" idx="5" type="title"/>
          </p:nvPr>
        </p:nvSpPr>
        <p:spPr>
          <a:xfrm>
            <a:off x="3397288" y="14548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759" name="Google Shape;3759;p378"/>
          <p:cNvSpPr txBox="1"/>
          <p:nvPr>
            <p:ph idx="6" type="subTitle"/>
          </p:nvPr>
        </p:nvSpPr>
        <p:spPr>
          <a:xfrm>
            <a:off x="3397288" y="22276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60" name="Google Shape;3760;p378"/>
          <p:cNvSpPr txBox="1"/>
          <p:nvPr>
            <p:ph idx="7" type="title"/>
          </p:nvPr>
        </p:nvSpPr>
        <p:spPr>
          <a:xfrm>
            <a:off x="6086882" y="18815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761" name="Google Shape;3761;p378"/>
          <p:cNvSpPr txBox="1"/>
          <p:nvPr>
            <p:ph hasCustomPrompt="1" idx="8" type="title"/>
          </p:nvPr>
        </p:nvSpPr>
        <p:spPr>
          <a:xfrm>
            <a:off x="6086875" y="14548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762" name="Google Shape;3762;p378"/>
          <p:cNvSpPr txBox="1"/>
          <p:nvPr>
            <p:ph idx="9" type="subTitle"/>
          </p:nvPr>
        </p:nvSpPr>
        <p:spPr>
          <a:xfrm>
            <a:off x="6086875" y="22276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63" name="Google Shape;3763;p378"/>
          <p:cNvSpPr txBox="1"/>
          <p:nvPr>
            <p:ph idx="13" type="title"/>
          </p:nvPr>
        </p:nvSpPr>
        <p:spPr>
          <a:xfrm>
            <a:off x="707656" y="32924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764" name="Google Shape;3764;p378"/>
          <p:cNvSpPr txBox="1"/>
          <p:nvPr>
            <p:ph hasCustomPrompt="1" idx="14" type="title"/>
          </p:nvPr>
        </p:nvSpPr>
        <p:spPr>
          <a:xfrm>
            <a:off x="707650" y="28657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765" name="Google Shape;3765;p378"/>
          <p:cNvSpPr txBox="1"/>
          <p:nvPr>
            <p:ph idx="15" type="subTitle"/>
          </p:nvPr>
        </p:nvSpPr>
        <p:spPr>
          <a:xfrm>
            <a:off x="707650" y="36385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66" name="Google Shape;3766;p378"/>
          <p:cNvSpPr txBox="1"/>
          <p:nvPr>
            <p:ph idx="16" type="title"/>
          </p:nvPr>
        </p:nvSpPr>
        <p:spPr>
          <a:xfrm>
            <a:off x="3397294" y="32924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767" name="Google Shape;3767;p378"/>
          <p:cNvSpPr txBox="1"/>
          <p:nvPr>
            <p:ph hasCustomPrompt="1" idx="17" type="title"/>
          </p:nvPr>
        </p:nvSpPr>
        <p:spPr>
          <a:xfrm>
            <a:off x="3397288" y="28657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768" name="Google Shape;3768;p378"/>
          <p:cNvSpPr txBox="1"/>
          <p:nvPr>
            <p:ph idx="18" type="subTitle"/>
          </p:nvPr>
        </p:nvSpPr>
        <p:spPr>
          <a:xfrm>
            <a:off x="3397288" y="36385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69" name="Google Shape;3769;p378"/>
          <p:cNvSpPr txBox="1"/>
          <p:nvPr>
            <p:ph idx="19" type="title"/>
          </p:nvPr>
        </p:nvSpPr>
        <p:spPr>
          <a:xfrm>
            <a:off x="6086882" y="3292463"/>
            <a:ext cx="2343900" cy="32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770" name="Google Shape;3770;p378"/>
          <p:cNvSpPr txBox="1"/>
          <p:nvPr>
            <p:ph hasCustomPrompt="1" idx="20" type="title"/>
          </p:nvPr>
        </p:nvSpPr>
        <p:spPr>
          <a:xfrm>
            <a:off x="6086875" y="2865725"/>
            <a:ext cx="2343900" cy="2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000"/>
              <a:buFont typeface="Rozha One"/>
              <a:buNone/>
              <a:defRPr sz="2000">
                <a:latin typeface="Rozha One"/>
                <a:ea typeface="Rozha One"/>
                <a:cs typeface="Rozha One"/>
                <a:sym typeface="Rozha One"/>
              </a:defRPr>
            </a:lvl9pPr>
          </a:lstStyle>
          <a:p>
            <a:r>
              <a:t>xx%</a:t>
            </a:r>
          </a:p>
        </p:txBody>
      </p:sp>
      <p:sp>
        <p:nvSpPr>
          <p:cNvPr id="3771" name="Google Shape;3771;p378"/>
          <p:cNvSpPr txBox="1"/>
          <p:nvPr>
            <p:ph idx="21" type="subTitle"/>
          </p:nvPr>
        </p:nvSpPr>
        <p:spPr>
          <a:xfrm>
            <a:off x="6086875" y="3638500"/>
            <a:ext cx="23439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1">
  <p:cSld name="CUSTOM_2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72" name="Shape 3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3" name="Google Shape;3773;p379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774" name="Google Shape;3774;p379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775" name="Google Shape;3775;p379"/>
          <p:cNvSpPr/>
          <p:nvPr/>
        </p:nvSpPr>
        <p:spPr>
          <a:xfrm>
            <a:off x="1186000" y="1323316"/>
            <a:ext cx="8239600" cy="3957500"/>
          </a:xfrm>
          <a:custGeom>
            <a:rect b="b" l="l" r="r" t="t"/>
            <a:pathLst>
              <a:path extrusionOk="0" h="158300" w="329584">
                <a:moveTo>
                  <a:pt x="0" y="0"/>
                </a:moveTo>
                <a:lnTo>
                  <a:pt x="117851" y="158300"/>
                </a:lnTo>
                <a:lnTo>
                  <a:pt x="329584" y="154305"/>
                </a:lnTo>
                <a:lnTo>
                  <a:pt x="320595" y="56929"/>
                </a:lnTo>
                <a:lnTo>
                  <a:pt x="145316" y="60923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776" name="Google Shape;3776;p37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7" name="Google Shape;3777;p379"/>
          <p:cNvSpPr txBox="1"/>
          <p:nvPr>
            <p:ph idx="1" type="body"/>
          </p:nvPr>
        </p:nvSpPr>
        <p:spPr>
          <a:xfrm>
            <a:off x="4968035" y="2381425"/>
            <a:ext cx="2547000" cy="7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78" name="Google Shape;3778;p37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779" name="Google Shape;3779;p37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0" name="Google Shape;3780;p37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81" name="Shape 3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2" name="Google Shape;3782;p380"/>
          <p:cNvGrpSpPr/>
          <p:nvPr/>
        </p:nvGrpSpPr>
        <p:grpSpPr>
          <a:xfrm>
            <a:off x="-299629" y="-137325"/>
            <a:ext cx="9550450" cy="5418141"/>
            <a:chOff x="-124850" y="-137325"/>
            <a:chExt cx="9550450" cy="5418141"/>
          </a:xfrm>
        </p:grpSpPr>
        <p:sp>
          <p:nvSpPr>
            <p:cNvPr id="3783" name="Google Shape;3783;p380"/>
            <p:cNvSpPr/>
            <p:nvPr/>
          </p:nvSpPr>
          <p:spPr>
            <a:xfrm flipH="1">
              <a:off x="5180950" y="-137325"/>
              <a:ext cx="4244650" cy="5405675"/>
            </a:xfrm>
            <a:custGeom>
              <a:rect b="b" l="l" r="r" t="t"/>
              <a:pathLst>
                <a:path extrusionOk="0" h="216227" w="169786">
                  <a:moveTo>
                    <a:pt x="57428" y="0"/>
                  </a:moveTo>
                  <a:lnTo>
                    <a:pt x="0" y="0"/>
                  </a:lnTo>
                  <a:lnTo>
                    <a:pt x="0" y="216227"/>
                  </a:lnTo>
                  <a:lnTo>
                    <a:pt x="169786" y="216227"/>
                  </a:lnTo>
                  <a:lnTo>
                    <a:pt x="53433" y="60424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3784" name="Google Shape;3784;p380"/>
            <p:cNvSpPr/>
            <p:nvPr/>
          </p:nvSpPr>
          <p:spPr>
            <a:xfrm flipH="1">
              <a:off x="-124850" y="1323316"/>
              <a:ext cx="8239600" cy="3957500"/>
            </a:xfrm>
            <a:custGeom>
              <a:rect b="b" l="l" r="r" t="t"/>
              <a:pathLst>
                <a:path extrusionOk="0" h="158300" w="329584">
                  <a:moveTo>
                    <a:pt x="0" y="0"/>
                  </a:moveTo>
                  <a:lnTo>
                    <a:pt x="117851" y="158300"/>
                  </a:lnTo>
                  <a:lnTo>
                    <a:pt x="329584" y="154305"/>
                  </a:lnTo>
                  <a:lnTo>
                    <a:pt x="320595" y="56929"/>
                  </a:lnTo>
                  <a:lnTo>
                    <a:pt x="145316" y="60923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3785" name="Google Shape;3785;p380"/>
            <p:cNvSpPr/>
            <p:nvPr/>
          </p:nvSpPr>
          <p:spPr>
            <a:xfrm flipH="1">
              <a:off x="87400" y="-112350"/>
              <a:ext cx="4419400" cy="2958750"/>
            </a:xfrm>
            <a:custGeom>
              <a:rect b="b" l="l" r="r" t="t"/>
              <a:pathLst>
                <a:path extrusionOk="0" h="118350" w="176776">
                  <a:moveTo>
                    <a:pt x="33957" y="0"/>
                  </a:moveTo>
                  <a:lnTo>
                    <a:pt x="176776" y="0"/>
                  </a:lnTo>
                  <a:lnTo>
                    <a:pt x="176776" y="114355"/>
                  </a:lnTo>
                  <a:lnTo>
                    <a:pt x="0" y="11835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3786" name="Google Shape;3786;p38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7" name="Google Shape;3787;p38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788" name="Google Shape;3788;p38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9" name="Google Shape;3789;p38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790" name="Shape 3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1" name="Google Shape;3791;p381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792" name="Google Shape;3792;p381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793" name="Google Shape;3793;p381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794" name="Google Shape;3794;p38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5" name="Google Shape;3795;p381"/>
          <p:cNvSpPr txBox="1"/>
          <p:nvPr>
            <p:ph type="title"/>
          </p:nvPr>
        </p:nvSpPr>
        <p:spPr>
          <a:xfrm>
            <a:off x="2048424" y="15718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796" name="Google Shape;3796;p381"/>
          <p:cNvSpPr txBox="1"/>
          <p:nvPr>
            <p:ph idx="1" type="subTitle"/>
          </p:nvPr>
        </p:nvSpPr>
        <p:spPr>
          <a:xfrm>
            <a:off x="1557925" y="1849666"/>
            <a:ext cx="2639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97" name="Google Shape;3797;p381"/>
          <p:cNvSpPr txBox="1"/>
          <p:nvPr>
            <p:ph idx="2" type="title"/>
          </p:nvPr>
        </p:nvSpPr>
        <p:spPr>
          <a:xfrm>
            <a:off x="5663855" y="157185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798" name="Google Shape;3798;p381"/>
          <p:cNvSpPr txBox="1"/>
          <p:nvPr>
            <p:ph idx="3" type="subTitle"/>
          </p:nvPr>
        </p:nvSpPr>
        <p:spPr>
          <a:xfrm>
            <a:off x="5173352" y="1849660"/>
            <a:ext cx="2639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99" name="Google Shape;3799;p381"/>
          <p:cNvSpPr txBox="1"/>
          <p:nvPr>
            <p:ph idx="4" type="title"/>
          </p:nvPr>
        </p:nvSpPr>
        <p:spPr>
          <a:xfrm>
            <a:off x="3742650" y="2940969"/>
            <a:ext cx="16587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800" name="Google Shape;3800;p381"/>
          <p:cNvSpPr txBox="1"/>
          <p:nvPr>
            <p:ph idx="5" type="subTitle"/>
          </p:nvPr>
        </p:nvSpPr>
        <p:spPr>
          <a:xfrm>
            <a:off x="3252150" y="3219961"/>
            <a:ext cx="26397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01" name="Google Shape;3801;p381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802" name="Google Shape;3802;p38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3" name="Google Shape;3803;p38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5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04" name="Shape 3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5" name="Google Shape;3805;p382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806" name="Google Shape;3806;p382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807" name="Google Shape;3807;p382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808" name="Google Shape;3808;p38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9" name="Google Shape;3809;p382">
            <a:hlinkClick/>
          </p:cNvPr>
          <p:cNvSpPr txBox="1"/>
          <p:nvPr>
            <p:ph type="title"/>
          </p:nvPr>
        </p:nvSpPr>
        <p:spPr>
          <a:xfrm>
            <a:off x="713236" y="2503799"/>
            <a:ext cx="2332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810" name="Google Shape;3810;p382"/>
          <p:cNvSpPr txBox="1"/>
          <p:nvPr>
            <p:ph idx="1" type="subTitle"/>
          </p:nvPr>
        </p:nvSpPr>
        <p:spPr>
          <a:xfrm>
            <a:off x="713235" y="2996207"/>
            <a:ext cx="23328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11" name="Google Shape;3811;p382"/>
          <p:cNvSpPr txBox="1"/>
          <p:nvPr>
            <p:ph idx="2" type="title"/>
          </p:nvPr>
        </p:nvSpPr>
        <p:spPr>
          <a:xfrm>
            <a:off x="6097308" y="2503800"/>
            <a:ext cx="2332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812" name="Google Shape;3812;p382"/>
          <p:cNvSpPr txBox="1"/>
          <p:nvPr>
            <p:ph idx="3" type="subTitle"/>
          </p:nvPr>
        </p:nvSpPr>
        <p:spPr>
          <a:xfrm>
            <a:off x="6097311" y="2996202"/>
            <a:ext cx="23328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13" name="Google Shape;3813;p382"/>
          <p:cNvSpPr txBox="1"/>
          <p:nvPr>
            <p:ph idx="4" type="title"/>
          </p:nvPr>
        </p:nvSpPr>
        <p:spPr>
          <a:xfrm>
            <a:off x="3405610" y="2503801"/>
            <a:ext cx="2332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814" name="Google Shape;3814;p382"/>
          <p:cNvSpPr txBox="1"/>
          <p:nvPr>
            <p:ph idx="5" type="subTitle"/>
          </p:nvPr>
        </p:nvSpPr>
        <p:spPr>
          <a:xfrm>
            <a:off x="3405609" y="3000768"/>
            <a:ext cx="2332800" cy="119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15" name="Google Shape;3815;p382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816" name="Google Shape;3816;p38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7" name="Google Shape;3817;p38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5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18" name="Shape 3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" name="Google Shape;3819;p383"/>
          <p:cNvSpPr/>
          <p:nvPr/>
        </p:nvSpPr>
        <p:spPr>
          <a:xfrm flipH="1" rot="10800000">
            <a:off x="-245132" y="-54579"/>
            <a:ext cx="8614100" cy="5343569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820" name="Google Shape;3820;p383"/>
          <p:cNvSpPr/>
          <p:nvPr/>
        </p:nvSpPr>
        <p:spPr>
          <a:xfrm flipH="1" rot="10800000">
            <a:off x="3008694" y="3916513"/>
            <a:ext cx="4169725" cy="135096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821" name="Google Shape;3821;p383"/>
          <p:cNvSpPr/>
          <p:nvPr/>
        </p:nvSpPr>
        <p:spPr>
          <a:xfrm flipH="1" rot="10800000">
            <a:off x="5842607" y="-87559"/>
            <a:ext cx="3383225" cy="5368393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822" name="Google Shape;3822;p38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3" name="Google Shape;3823;p383"/>
          <p:cNvSpPr txBox="1"/>
          <p:nvPr>
            <p:ph type="title"/>
          </p:nvPr>
        </p:nvSpPr>
        <p:spPr>
          <a:xfrm>
            <a:off x="5200938" y="3459472"/>
            <a:ext cx="3229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824" name="Google Shape;3824;p383"/>
          <p:cNvSpPr txBox="1"/>
          <p:nvPr>
            <p:ph idx="1" type="subTitle"/>
          </p:nvPr>
        </p:nvSpPr>
        <p:spPr>
          <a:xfrm>
            <a:off x="5200924" y="3799476"/>
            <a:ext cx="3229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25" name="Google Shape;3825;p383"/>
          <p:cNvSpPr txBox="1"/>
          <p:nvPr>
            <p:ph idx="2" type="title"/>
          </p:nvPr>
        </p:nvSpPr>
        <p:spPr>
          <a:xfrm>
            <a:off x="5200935" y="1353000"/>
            <a:ext cx="3229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826" name="Google Shape;3826;p383"/>
          <p:cNvSpPr txBox="1"/>
          <p:nvPr>
            <p:ph idx="3" type="subTitle"/>
          </p:nvPr>
        </p:nvSpPr>
        <p:spPr>
          <a:xfrm>
            <a:off x="5200924" y="1693001"/>
            <a:ext cx="3229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27" name="Google Shape;3827;p383"/>
          <p:cNvSpPr txBox="1"/>
          <p:nvPr>
            <p:ph idx="4" type="title"/>
          </p:nvPr>
        </p:nvSpPr>
        <p:spPr>
          <a:xfrm>
            <a:off x="5200938" y="2427412"/>
            <a:ext cx="3229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828" name="Google Shape;3828;p383"/>
          <p:cNvSpPr txBox="1"/>
          <p:nvPr>
            <p:ph idx="5" type="subTitle"/>
          </p:nvPr>
        </p:nvSpPr>
        <p:spPr>
          <a:xfrm>
            <a:off x="5200921" y="2769273"/>
            <a:ext cx="3229800" cy="48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29" name="Google Shape;3829;p383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830" name="Google Shape;3830;p38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1" name="Google Shape;3831;p38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32" name="Shape 3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3" name="Google Shape;3833;p384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834" name="Google Shape;3834;p384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835" name="Google Shape;3835;p384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836" name="Google Shape;3836;p38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7" name="Google Shape;3837;p384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38" name="Google Shape;3838;p384"/>
          <p:cNvSpPr txBox="1"/>
          <p:nvPr>
            <p:ph idx="2" type="title"/>
          </p:nvPr>
        </p:nvSpPr>
        <p:spPr>
          <a:xfrm>
            <a:off x="2271525" y="158527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839" name="Google Shape;3839;p384"/>
          <p:cNvSpPr txBox="1"/>
          <p:nvPr>
            <p:ph idx="1" type="subTitle"/>
          </p:nvPr>
        </p:nvSpPr>
        <p:spPr>
          <a:xfrm>
            <a:off x="1496175" y="1871730"/>
            <a:ext cx="27327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40" name="Google Shape;3840;p384"/>
          <p:cNvSpPr txBox="1"/>
          <p:nvPr>
            <p:ph idx="3" type="title"/>
          </p:nvPr>
        </p:nvSpPr>
        <p:spPr>
          <a:xfrm>
            <a:off x="2271525" y="309697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841" name="Google Shape;3841;p384"/>
          <p:cNvSpPr txBox="1"/>
          <p:nvPr>
            <p:ph idx="4" type="subTitle"/>
          </p:nvPr>
        </p:nvSpPr>
        <p:spPr>
          <a:xfrm>
            <a:off x="1496175" y="3391207"/>
            <a:ext cx="27327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42" name="Google Shape;3842;p384"/>
          <p:cNvSpPr txBox="1"/>
          <p:nvPr>
            <p:ph idx="5" type="title"/>
          </p:nvPr>
        </p:nvSpPr>
        <p:spPr>
          <a:xfrm>
            <a:off x="5601525" y="158527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843" name="Google Shape;3843;p384"/>
          <p:cNvSpPr txBox="1"/>
          <p:nvPr>
            <p:ph idx="6" type="subTitle"/>
          </p:nvPr>
        </p:nvSpPr>
        <p:spPr>
          <a:xfrm>
            <a:off x="4915125" y="1871730"/>
            <a:ext cx="2732700" cy="5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44" name="Google Shape;3844;p384"/>
          <p:cNvSpPr txBox="1"/>
          <p:nvPr>
            <p:ph idx="7" type="title"/>
          </p:nvPr>
        </p:nvSpPr>
        <p:spPr>
          <a:xfrm>
            <a:off x="5601525" y="3097125"/>
            <a:ext cx="13599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845" name="Google Shape;3845;p384"/>
          <p:cNvSpPr txBox="1"/>
          <p:nvPr>
            <p:ph idx="8" type="subTitle"/>
          </p:nvPr>
        </p:nvSpPr>
        <p:spPr>
          <a:xfrm>
            <a:off x="4915125" y="3389946"/>
            <a:ext cx="27327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846" name="Google Shape;3846;p38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7" name="Google Shape;3847;p38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48" name="Shape 3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9" name="Google Shape;3849;p385"/>
          <p:cNvSpPr/>
          <p:nvPr/>
        </p:nvSpPr>
        <p:spPr>
          <a:xfrm flipH="1" rot="10800000">
            <a:off x="-74900" y="1635441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850" name="Google Shape;3850;p385"/>
          <p:cNvSpPr/>
          <p:nvPr/>
        </p:nvSpPr>
        <p:spPr>
          <a:xfrm flipH="1" rot="10800000">
            <a:off x="-74909" y="-74900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851" name="Google Shape;3851;p385"/>
          <p:cNvSpPr/>
          <p:nvPr/>
        </p:nvSpPr>
        <p:spPr>
          <a:xfrm flipH="1" rot="10800000">
            <a:off x="1672891" y="1385757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852" name="Google Shape;3852;p38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3" name="Google Shape;3853;p385"/>
          <p:cNvSpPr txBox="1"/>
          <p:nvPr>
            <p:ph type="title"/>
          </p:nvPr>
        </p:nvSpPr>
        <p:spPr>
          <a:xfrm>
            <a:off x="1695750" y="1784933"/>
            <a:ext cx="5752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54" name="Google Shape;3854;p385"/>
          <p:cNvSpPr txBox="1"/>
          <p:nvPr>
            <p:ph idx="1" type="subTitle"/>
          </p:nvPr>
        </p:nvSpPr>
        <p:spPr>
          <a:xfrm>
            <a:off x="2607250" y="2837758"/>
            <a:ext cx="3699300" cy="2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855" name="Google Shape;3855;p38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6" name="Google Shape;3856;p38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6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57" name="Shape 3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8" name="Google Shape;3858;p386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859" name="Google Shape;3859;p386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860" name="Google Shape;3860;p38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1" name="Google Shape;3861;p386"/>
          <p:cNvSpPr txBox="1"/>
          <p:nvPr>
            <p:ph type="title"/>
          </p:nvPr>
        </p:nvSpPr>
        <p:spPr>
          <a:xfrm>
            <a:off x="4215400" y="1558650"/>
            <a:ext cx="38883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62" name="Google Shape;3862;p386"/>
          <p:cNvSpPr txBox="1"/>
          <p:nvPr>
            <p:ph idx="1" type="subTitle"/>
          </p:nvPr>
        </p:nvSpPr>
        <p:spPr>
          <a:xfrm>
            <a:off x="4215396" y="3247925"/>
            <a:ext cx="3888300" cy="2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863" name="Google Shape;3863;p38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4" name="Google Shape;3864;p38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65" name="Shape 3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6" name="Google Shape;3866;p387"/>
          <p:cNvSpPr/>
          <p:nvPr/>
        </p:nvSpPr>
        <p:spPr>
          <a:xfrm>
            <a:off x="-112366" y="-74900"/>
            <a:ext cx="4455825" cy="3945000"/>
          </a:xfrm>
          <a:custGeom>
            <a:rect b="b" l="l" r="r" t="t"/>
            <a:pathLst>
              <a:path extrusionOk="0" h="157800" w="178233">
                <a:moveTo>
                  <a:pt x="128338" y="0"/>
                </a:moveTo>
                <a:lnTo>
                  <a:pt x="0" y="0"/>
                </a:lnTo>
                <a:lnTo>
                  <a:pt x="0" y="157800"/>
                </a:lnTo>
                <a:lnTo>
                  <a:pt x="178233" y="110043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867" name="Google Shape;3867;p387"/>
          <p:cNvSpPr/>
          <p:nvPr/>
        </p:nvSpPr>
        <p:spPr>
          <a:xfrm>
            <a:off x="3096091" y="-74900"/>
            <a:ext cx="6204650" cy="4232150"/>
          </a:xfrm>
          <a:custGeom>
            <a:rect b="b" l="l" r="r" t="t"/>
            <a:pathLst>
              <a:path extrusionOk="0" h="169286" w="248186">
                <a:moveTo>
                  <a:pt x="0" y="0"/>
                </a:moveTo>
                <a:lnTo>
                  <a:pt x="248186" y="0"/>
                </a:lnTo>
                <a:lnTo>
                  <a:pt x="247687" y="169286"/>
                </a:lnTo>
                <a:lnTo>
                  <a:pt x="48938" y="111359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868" name="Google Shape;3868;p387"/>
          <p:cNvSpPr/>
          <p:nvPr/>
        </p:nvSpPr>
        <p:spPr>
          <a:xfrm>
            <a:off x="-124825" y="2696600"/>
            <a:ext cx="6564300" cy="2559275"/>
          </a:xfrm>
          <a:custGeom>
            <a:rect b="b" l="l" r="r" t="t"/>
            <a:pathLst>
              <a:path extrusionOk="0" h="102371" w="262572">
                <a:moveTo>
                  <a:pt x="0" y="46941"/>
                </a:moveTo>
                <a:lnTo>
                  <a:pt x="0" y="102371"/>
                </a:lnTo>
                <a:lnTo>
                  <a:pt x="262572" y="102362"/>
                </a:lnTo>
                <a:lnTo>
                  <a:pt x="242678" y="19120"/>
                </a:lnTo>
                <a:lnTo>
                  <a:pt x="177276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869" name="Google Shape;3869;p387"/>
          <p:cNvSpPr/>
          <p:nvPr/>
        </p:nvSpPr>
        <p:spPr>
          <a:xfrm>
            <a:off x="5930009" y="3160026"/>
            <a:ext cx="3395700" cy="2134800"/>
          </a:xfrm>
          <a:custGeom>
            <a:rect b="b" l="l" r="r" t="t"/>
            <a:pathLst>
              <a:path extrusionOk="0" h="85392" w="135828">
                <a:moveTo>
                  <a:pt x="0" y="0"/>
                </a:moveTo>
                <a:lnTo>
                  <a:pt x="135828" y="40449"/>
                </a:lnTo>
                <a:lnTo>
                  <a:pt x="135828" y="85392"/>
                </a:lnTo>
                <a:lnTo>
                  <a:pt x="20973" y="85392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870" name="Google Shape;3870;p38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1" name="Google Shape;3871;p38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3872" name="Google Shape;3872;p38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3" name="Google Shape;3873;p38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74" name="Shape 3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5" name="Google Shape;3875;p388"/>
          <p:cNvGrpSpPr/>
          <p:nvPr/>
        </p:nvGrpSpPr>
        <p:grpSpPr>
          <a:xfrm flipH="1">
            <a:off x="-136250" y="-74900"/>
            <a:ext cx="9461959" cy="5380700"/>
            <a:chOff x="-124834" y="-74900"/>
            <a:chExt cx="9461959" cy="5380700"/>
          </a:xfrm>
        </p:grpSpPr>
        <p:sp>
          <p:nvSpPr>
            <p:cNvPr id="3876" name="Google Shape;3876;p388"/>
            <p:cNvSpPr/>
            <p:nvPr/>
          </p:nvSpPr>
          <p:spPr>
            <a:xfrm>
              <a:off x="-112366" y="-74900"/>
              <a:ext cx="4455825" cy="3945000"/>
            </a:xfrm>
            <a:custGeom>
              <a:rect b="b" l="l" r="r" t="t"/>
              <a:pathLst>
                <a:path extrusionOk="0" h="157800" w="178233">
                  <a:moveTo>
                    <a:pt x="128338" y="0"/>
                  </a:moveTo>
                  <a:lnTo>
                    <a:pt x="0" y="0"/>
                  </a:lnTo>
                  <a:lnTo>
                    <a:pt x="0" y="157800"/>
                  </a:lnTo>
                  <a:lnTo>
                    <a:pt x="178233" y="110043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  <p:sp>
          <p:nvSpPr>
            <p:cNvPr id="3877" name="Google Shape;3877;p388"/>
            <p:cNvSpPr/>
            <p:nvPr/>
          </p:nvSpPr>
          <p:spPr>
            <a:xfrm>
              <a:off x="3096091" y="-74900"/>
              <a:ext cx="6204650" cy="4232150"/>
            </a:xfrm>
            <a:custGeom>
              <a:rect b="b" l="l" r="r" t="t"/>
              <a:pathLst>
                <a:path extrusionOk="0" h="169286" w="248186">
                  <a:moveTo>
                    <a:pt x="0" y="0"/>
                  </a:moveTo>
                  <a:lnTo>
                    <a:pt x="248186" y="0"/>
                  </a:lnTo>
                  <a:lnTo>
                    <a:pt x="247687" y="169286"/>
                  </a:lnTo>
                  <a:lnTo>
                    <a:pt x="48938" y="111359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3878" name="Google Shape;3878;p388"/>
            <p:cNvSpPr/>
            <p:nvPr/>
          </p:nvSpPr>
          <p:spPr>
            <a:xfrm>
              <a:off x="-124834" y="2696591"/>
              <a:ext cx="6579175" cy="2559275"/>
            </a:xfrm>
            <a:custGeom>
              <a:rect b="b" l="l" r="r" t="t"/>
              <a:pathLst>
                <a:path extrusionOk="0" h="102371" w="263167">
                  <a:moveTo>
                    <a:pt x="0" y="46941"/>
                  </a:moveTo>
                  <a:lnTo>
                    <a:pt x="0" y="102371"/>
                  </a:lnTo>
                  <a:lnTo>
                    <a:pt x="263167" y="102371"/>
                  </a:lnTo>
                  <a:lnTo>
                    <a:pt x="241195" y="18976"/>
                  </a:lnTo>
                  <a:lnTo>
                    <a:pt x="177276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3879" name="Google Shape;3879;p388"/>
            <p:cNvSpPr/>
            <p:nvPr/>
          </p:nvSpPr>
          <p:spPr>
            <a:xfrm>
              <a:off x="5887625" y="3176625"/>
              <a:ext cx="3449500" cy="2129175"/>
            </a:xfrm>
            <a:custGeom>
              <a:rect b="b" l="l" r="r" t="t"/>
              <a:pathLst>
                <a:path extrusionOk="0" h="85167" w="137980">
                  <a:moveTo>
                    <a:pt x="0" y="0"/>
                  </a:moveTo>
                  <a:lnTo>
                    <a:pt x="137980" y="39627"/>
                  </a:lnTo>
                  <a:lnTo>
                    <a:pt x="137523" y="85167"/>
                  </a:lnTo>
                  <a:lnTo>
                    <a:pt x="22885" y="83685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</p:grpSp>
      <p:sp>
        <p:nvSpPr>
          <p:cNvPr id="3880" name="Google Shape;3880;p38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1" name="Google Shape;3881;p388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3882" name="Google Shape;3882;p38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3" name="Google Shape;3883;p38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84" name="Shape 3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5" name="Google Shape;3885;p389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886" name="Google Shape;3886;p389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887" name="Google Shape;3887;p389"/>
          <p:cNvSpPr/>
          <p:nvPr/>
        </p:nvSpPr>
        <p:spPr>
          <a:xfrm>
            <a:off x="3387250" y="-62425"/>
            <a:ext cx="5826100" cy="5343250"/>
          </a:xfrm>
          <a:custGeom>
            <a:rect b="b" l="l" r="r" t="t"/>
            <a:pathLst>
              <a:path extrusionOk="0" h="213730" w="233044">
                <a:moveTo>
                  <a:pt x="187102" y="0"/>
                </a:moveTo>
                <a:lnTo>
                  <a:pt x="233044" y="0"/>
                </a:lnTo>
                <a:lnTo>
                  <a:pt x="233044" y="213730"/>
                </a:lnTo>
                <a:lnTo>
                  <a:pt x="28920" y="208579"/>
                </a:lnTo>
                <a:lnTo>
                  <a:pt x="0" y="18603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888" name="Google Shape;3888;p38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9" name="Google Shape;3889;p38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890" name="Google Shape;3890;p38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1" name="Google Shape;3891;p38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10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92" name="Shape 3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3" name="Google Shape;3893;p390"/>
          <p:cNvSpPr/>
          <p:nvPr/>
        </p:nvSpPr>
        <p:spPr>
          <a:xfrm>
            <a:off x="4919975" y="-87400"/>
            <a:ext cx="4293375" cy="5280825"/>
          </a:xfrm>
          <a:custGeom>
            <a:rect b="b" l="l" r="r" t="t"/>
            <a:pathLst>
              <a:path extrusionOk="0" h="211233" w="171735">
                <a:moveTo>
                  <a:pt x="24921" y="0"/>
                </a:moveTo>
                <a:lnTo>
                  <a:pt x="171735" y="0"/>
                </a:lnTo>
                <a:lnTo>
                  <a:pt x="171735" y="211233"/>
                </a:lnTo>
                <a:lnTo>
                  <a:pt x="0" y="209809"/>
                </a:lnTo>
                <a:lnTo>
                  <a:pt x="127791" y="11585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894" name="Google Shape;3894;p390"/>
          <p:cNvSpPr/>
          <p:nvPr/>
        </p:nvSpPr>
        <p:spPr>
          <a:xfrm flipH="1">
            <a:off x="107364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895" name="Google Shape;3895;p390"/>
          <p:cNvSpPr/>
          <p:nvPr/>
        </p:nvSpPr>
        <p:spPr>
          <a:xfrm>
            <a:off x="-62425" y="-62425"/>
            <a:ext cx="5755225" cy="5343250"/>
          </a:xfrm>
          <a:custGeom>
            <a:rect b="b" l="l" r="r" t="t"/>
            <a:pathLst>
              <a:path extrusionOk="0" h="213730" w="230209">
                <a:moveTo>
                  <a:pt x="45942" y="0"/>
                </a:moveTo>
                <a:lnTo>
                  <a:pt x="0" y="0"/>
                </a:lnTo>
                <a:lnTo>
                  <a:pt x="0" y="213730"/>
                </a:lnTo>
                <a:lnTo>
                  <a:pt x="199078" y="209028"/>
                </a:lnTo>
                <a:lnTo>
                  <a:pt x="230209" y="18576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896" name="Google Shape;3896;p39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7" name="Google Shape;3897;p39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898" name="Google Shape;3898;p39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9" name="Google Shape;3899;p39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00" name="Shape 3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01" name="Google Shape;3901;p39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02" name="Google Shape;3902;p391"/>
          <p:cNvSpPr/>
          <p:nvPr/>
        </p:nvSpPr>
        <p:spPr>
          <a:xfrm>
            <a:off x="-62416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903" name="Google Shape;3903;p391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904" name="Google Shape;3904;p391"/>
          <p:cNvSpPr/>
          <p:nvPr/>
        </p:nvSpPr>
        <p:spPr>
          <a:xfrm>
            <a:off x="3447275" y="-62425"/>
            <a:ext cx="5766075" cy="5343250"/>
          </a:xfrm>
          <a:custGeom>
            <a:rect b="b" l="l" r="r" t="t"/>
            <a:pathLst>
              <a:path extrusionOk="0" h="213730" w="230643">
                <a:moveTo>
                  <a:pt x="184701" y="0"/>
                </a:moveTo>
                <a:lnTo>
                  <a:pt x="230643" y="0"/>
                </a:lnTo>
                <a:lnTo>
                  <a:pt x="230643" y="213730"/>
                </a:lnTo>
                <a:lnTo>
                  <a:pt x="33163" y="210250"/>
                </a:lnTo>
                <a:lnTo>
                  <a:pt x="0" y="185989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905" name="Google Shape;3905;p39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6" name="Google Shape;3906;p391"/>
          <p:cNvSpPr txBox="1"/>
          <p:nvPr>
            <p:ph type="title"/>
          </p:nvPr>
        </p:nvSpPr>
        <p:spPr>
          <a:xfrm>
            <a:off x="1051489" y="1754375"/>
            <a:ext cx="21336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907" name="Google Shape;3907;p391"/>
          <p:cNvSpPr txBox="1"/>
          <p:nvPr>
            <p:ph idx="1" type="subTitle"/>
          </p:nvPr>
        </p:nvSpPr>
        <p:spPr>
          <a:xfrm>
            <a:off x="1184989" y="2121233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08" name="Google Shape;3908;p391"/>
          <p:cNvSpPr txBox="1"/>
          <p:nvPr>
            <p:ph idx="2" type="title"/>
          </p:nvPr>
        </p:nvSpPr>
        <p:spPr>
          <a:xfrm>
            <a:off x="1051489" y="3204650"/>
            <a:ext cx="21336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909" name="Google Shape;3909;p391"/>
          <p:cNvSpPr txBox="1"/>
          <p:nvPr>
            <p:ph idx="3" type="subTitle"/>
          </p:nvPr>
        </p:nvSpPr>
        <p:spPr>
          <a:xfrm>
            <a:off x="1184989" y="3595392"/>
            <a:ext cx="18666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10" name="Google Shape;3910;p391"/>
          <p:cNvSpPr txBox="1"/>
          <p:nvPr>
            <p:ph idx="4" type="title"/>
          </p:nvPr>
        </p:nvSpPr>
        <p:spPr>
          <a:xfrm>
            <a:off x="3470378" y="1754375"/>
            <a:ext cx="21162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911" name="Google Shape;3911;p391"/>
          <p:cNvSpPr txBox="1"/>
          <p:nvPr>
            <p:ph idx="5" type="subTitle"/>
          </p:nvPr>
        </p:nvSpPr>
        <p:spPr>
          <a:xfrm>
            <a:off x="3595178" y="2121226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12" name="Google Shape;3912;p391"/>
          <p:cNvSpPr txBox="1"/>
          <p:nvPr>
            <p:ph idx="6" type="title"/>
          </p:nvPr>
        </p:nvSpPr>
        <p:spPr>
          <a:xfrm>
            <a:off x="3470378" y="3204650"/>
            <a:ext cx="21162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913" name="Google Shape;3913;p391"/>
          <p:cNvSpPr txBox="1"/>
          <p:nvPr>
            <p:ph idx="7" type="subTitle"/>
          </p:nvPr>
        </p:nvSpPr>
        <p:spPr>
          <a:xfrm>
            <a:off x="3595178" y="3595392"/>
            <a:ext cx="18666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14" name="Google Shape;3914;p391"/>
          <p:cNvSpPr txBox="1"/>
          <p:nvPr>
            <p:ph idx="8" type="title"/>
          </p:nvPr>
        </p:nvSpPr>
        <p:spPr>
          <a:xfrm>
            <a:off x="5983511" y="1754375"/>
            <a:ext cx="21090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915" name="Google Shape;3915;p391"/>
          <p:cNvSpPr txBox="1"/>
          <p:nvPr>
            <p:ph idx="9" type="subTitle"/>
          </p:nvPr>
        </p:nvSpPr>
        <p:spPr>
          <a:xfrm>
            <a:off x="6104711" y="2121226"/>
            <a:ext cx="18666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16" name="Google Shape;3916;p391"/>
          <p:cNvSpPr txBox="1"/>
          <p:nvPr>
            <p:ph idx="13" type="title"/>
          </p:nvPr>
        </p:nvSpPr>
        <p:spPr>
          <a:xfrm>
            <a:off x="5983511" y="3204650"/>
            <a:ext cx="21090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ozha One"/>
              <a:buNone/>
              <a:defRPr sz="3600">
                <a:solidFill>
                  <a:schemeClr val="dk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917" name="Google Shape;3917;p391"/>
          <p:cNvSpPr txBox="1"/>
          <p:nvPr>
            <p:ph idx="14" type="subTitle"/>
          </p:nvPr>
        </p:nvSpPr>
        <p:spPr>
          <a:xfrm>
            <a:off x="6104711" y="3595392"/>
            <a:ext cx="1866600" cy="52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918" name="Google Shape;3918;p39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9" name="Google Shape;3919;p39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20" name="Google Shape;3920;p391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1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21" name="Shape 3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2" name="Google Shape;3922;p392"/>
          <p:cNvSpPr/>
          <p:nvPr/>
        </p:nvSpPr>
        <p:spPr>
          <a:xfrm>
            <a:off x="-62416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923" name="Google Shape;3923;p392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924" name="Google Shape;3924;p392"/>
          <p:cNvSpPr/>
          <p:nvPr/>
        </p:nvSpPr>
        <p:spPr>
          <a:xfrm>
            <a:off x="3447275" y="-62425"/>
            <a:ext cx="5766075" cy="5343250"/>
          </a:xfrm>
          <a:custGeom>
            <a:rect b="b" l="l" r="r" t="t"/>
            <a:pathLst>
              <a:path extrusionOk="0" h="213730" w="230643">
                <a:moveTo>
                  <a:pt x="184701" y="0"/>
                </a:moveTo>
                <a:lnTo>
                  <a:pt x="230643" y="0"/>
                </a:lnTo>
                <a:lnTo>
                  <a:pt x="230643" y="213730"/>
                </a:lnTo>
                <a:lnTo>
                  <a:pt x="33163" y="210250"/>
                </a:lnTo>
                <a:lnTo>
                  <a:pt x="0" y="185989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925" name="Google Shape;3925;p39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6" name="Google Shape;3926;p392"/>
          <p:cNvSpPr txBox="1"/>
          <p:nvPr>
            <p:ph type="title"/>
          </p:nvPr>
        </p:nvSpPr>
        <p:spPr>
          <a:xfrm>
            <a:off x="713229" y="1392000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927" name="Google Shape;3927;p392"/>
          <p:cNvSpPr txBox="1"/>
          <p:nvPr>
            <p:ph idx="1" type="subTitle"/>
          </p:nvPr>
        </p:nvSpPr>
        <p:spPr>
          <a:xfrm>
            <a:off x="713231" y="1793096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28" name="Google Shape;3928;p392"/>
          <p:cNvSpPr txBox="1"/>
          <p:nvPr>
            <p:ph idx="2" type="title"/>
          </p:nvPr>
        </p:nvSpPr>
        <p:spPr>
          <a:xfrm>
            <a:off x="713244" y="3403806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929" name="Google Shape;3929;p392"/>
          <p:cNvSpPr txBox="1"/>
          <p:nvPr>
            <p:ph idx="3" type="subTitle"/>
          </p:nvPr>
        </p:nvSpPr>
        <p:spPr>
          <a:xfrm>
            <a:off x="713231" y="3804899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30" name="Google Shape;3930;p392"/>
          <p:cNvSpPr txBox="1"/>
          <p:nvPr>
            <p:ph idx="4" type="title"/>
          </p:nvPr>
        </p:nvSpPr>
        <p:spPr>
          <a:xfrm>
            <a:off x="713247" y="2397903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931" name="Google Shape;3931;p392"/>
          <p:cNvSpPr txBox="1"/>
          <p:nvPr>
            <p:ph idx="5" type="subTitle"/>
          </p:nvPr>
        </p:nvSpPr>
        <p:spPr>
          <a:xfrm>
            <a:off x="713250" y="2799005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32" name="Google Shape;3932;p392"/>
          <p:cNvSpPr txBox="1"/>
          <p:nvPr>
            <p:ph idx="6" type="title"/>
          </p:nvPr>
        </p:nvSpPr>
        <p:spPr>
          <a:xfrm>
            <a:off x="5895420" y="2397903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933" name="Google Shape;3933;p392"/>
          <p:cNvSpPr txBox="1"/>
          <p:nvPr>
            <p:ph idx="7" type="subTitle"/>
          </p:nvPr>
        </p:nvSpPr>
        <p:spPr>
          <a:xfrm>
            <a:off x="5895424" y="2798996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34" name="Google Shape;3934;p392"/>
          <p:cNvSpPr txBox="1"/>
          <p:nvPr>
            <p:ph idx="8" type="title"/>
          </p:nvPr>
        </p:nvSpPr>
        <p:spPr>
          <a:xfrm>
            <a:off x="5895437" y="1392000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935" name="Google Shape;3935;p392"/>
          <p:cNvSpPr txBox="1"/>
          <p:nvPr>
            <p:ph idx="9" type="subTitle"/>
          </p:nvPr>
        </p:nvSpPr>
        <p:spPr>
          <a:xfrm>
            <a:off x="5895435" y="1793090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36" name="Google Shape;3936;p392"/>
          <p:cNvSpPr txBox="1"/>
          <p:nvPr>
            <p:ph idx="13" type="title"/>
          </p:nvPr>
        </p:nvSpPr>
        <p:spPr>
          <a:xfrm>
            <a:off x="5895437" y="3403806"/>
            <a:ext cx="2535300" cy="40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20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Rozha One"/>
              <a:buNone/>
              <a:defRPr sz="3600"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937" name="Google Shape;3937;p392"/>
          <p:cNvSpPr txBox="1"/>
          <p:nvPr>
            <p:ph idx="14" type="subTitle"/>
          </p:nvPr>
        </p:nvSpPr>
        <p:spPr>
          <a:xfrm>
            <a:off x="5895435" y="3804899"/>
            <a:ext cx="2535300" cy="52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38" name="Google Shape;3938;p392"/>
          <p:cNvSpPr txBox="1"/>
          <p:nvPr>
            <p:ph idx="15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939" name="Google Shape;3939;p39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0" name="Google Shape;3940;p39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41" name="Shape 3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" name="Google Shape;3942;p393"/>
          <p:cNvSpPr/>
          <p:nvPr/>
        </p:nvSpPr>
        <p:spPr>
          <a:xfrm>
            <a:off x="-55980" y="-27995"/>
            <a:ext cx="5691450" cy="5224950"/>
          </a:xfrm>
          <a:custGeom>
            <a:rect b="b" l="l" r="r" t="t"/>
            <a:pathLst>
              <a:path extrusionOk="0" h="208998" w="227658">
                <a:moveTo>
                  <a:pt x="197428" y="208998"/>
                </a:moveTo>
                <a:lnTo>
                  <a:pt x="0" y="208998"/>
                </a:lnTo>
                <a:lnTo>
                  <a:pt x="0" y="0"/>
                </a:lnTo>
                <a:lnTo>
                  <a:pt x="46651" y="0"/>
                </a:lnTo>
                <a:lnTo>
                  <a:pt x="69417" y="22393"/>
                </a:lnTo>
                <a:lnTo>
                  <a:pt x="226165" y="180261"/>
                </a:lnTo>
                <a:lnTo>
                  <a:pt x="227658" y="18772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943" name="Google Shape;3943;p393"/>
          <p:cNvSpPr/>
          <p:nvPr/>
        </p:nvSpPr>
        <p:spPr>
          <a:xfrm flipH="1">
            <a:off x="4881322" y="-87400"/>
            <a:ext cx="4332025" cy="5280825"/>
          </a:xfrm>
          <a:custGeom>
            <a:rect b="b" l="l" r="r" t="t"/>
            <a:pathLst>
              <a:path extrusionOk="0" h="211233" w="173281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73281" y="211233"/>
                </a:lnTo>
                <a:lnTo>
                  <a:pt x="43944" y="11585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944" name="Google Shape;3944;p393"/>
          <p:cNvSpPr/>
          <p:nvPr/>
        </p:nvSpPr>
        <p:spPr>
          <a:xfrm flipH="1">
            <a:off x="107364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945" name="Google Shape;3945;p39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6" name="Google Shape;3946;p393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947" name="Google Shape;3947;p393"/>
          <p:cNvSpPr txBox="1"/>
          <p:nvPr>
            <p:ph idx="2" type="title"/>
          </p:nvPr>
        </p:nvSpPr>
        <p:spPr>
          <a:xfrm>
            <a:off x="1848226" y="15090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948" name="Google Shape;3948;p393"/>
          <p:cNvSpPr txBox="1"/>
          <p:nvPr>
            <p:ph idx="1" type="subTitle"/>
          </p:nvPr>
        </p:nvSpPr>
        <p:spPr>
          <a:xfrm>
            <a:off x="1608525" y="1799405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49" name="Google Shape;3949;p393"/>
          <p:cNvSpPr txBox="1"/>
          <p:nvPr>
            <p:ph idx="3" type="title"/>
          </p:nvPr>
        </p:nvSpPr>
        <p:spPr>
          <a:xfrm>
            <a:off x="1848226" y="30969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950" name="Google Shape;3950;p393"/>
          <p:cNvSpPr txBox="1"/>
          <p:nvPr>
            <p:ph idx="4" type="subTitle"/>
          </p:nvPr>
        </p:nvSpPr>
        <p:spPr>
          <a:xfrm>
            <a:off x="1608525" y="3483426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51" name="Google Shape;3951;p393"/>
          <p:cNvSpPr txBox="1"/>
          <p:nvPr>
            <p:ph idx="5" type="title"/>
          </p:nvPr>
        </p:nvSpPr>
        <p:spPr>
          <a:xfrm>
            <a:off x="5272526" y="15090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952" name="Google Shape;3952;p393"/>
          <p:cNvSpPr txBox="1"/>
          <p:nvPr>
            <p:ph idx="6" type="subTitle"/>
          </p:nvPr>
        </p:nvSpPr>
        <p:spPr>
          <a:xfrm>
            <a:off x="5032825" y="1799405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953" name="Google Shape;3953;p393"/>
          <p:cNvSpPr txBox="1"/>
          <p:nvPr>
            <p:ph idx="7" type="title"/>
          </p:nvPr>
        </p:nvSpPr>
        <p:spPr>
          <a:xfrm>
            <a:off x="5272526" y="309712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Rozha One"/>
              <a:buNone/>
              <a:defRPr sz="36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defRPr>
            </a:lvl9pPr>
          </a:lstStyle>
          <a:p/>
        </p:txBody>
      </p:sp>
      <p:sp>
        <p:nvSpPr>
          <p:cNvPr id="3954" name="Google Shape;3954;p393"/>
          <p:cNvSpPr txBox="1"/>
          <p:nvPr>
            <p:ph idx="8" type="subTitle"/>
          </p:nvPr>
        </p:nvSpPr>
        <p:spPr>
          <a:xfrm>
            <a:off x="5032825" y="3482981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3955" name="Google Shape;3955;p39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6" name="Google Shape;3956;p39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57" name="Shape 3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8" name="Google Shape;3958;p394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3959" name="Google Shape;3959;p394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960" name="Google Shape;3960;p394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961" name="Google Shape;3961;p394"/>
          <p:cNvSpPr/>
          <p:nvPr/>
        </p:nvSpPr>
        <p:spPr>
          <a:xfrm>
            <a:off x="5867575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3962" name="Google Shape;3962;p39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3" name="Google Shape;3963;p39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964" name="Google Shape;3964;p39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5" name="Google Shape;3965;p39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6" name="Google Shape;3966;p394"/>
          <p:cNvSpPr txBox="1"/>
          <p:nvPr>
            <p:ph idx="1" type="subTitle"/>
          </p:nvPr>
        </p:nvSpPr>
        <p:spPr>
          <a:xfrm>
            <a:off x="2014850" y="1937938"/>
            <a:ext cx="2427600" cy="1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67" name="Shape 3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8" name="Google Shape;3968;p395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969" name="Google Shape;3969;p395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970" name="Google Shape;3970;p39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1" name="Google Shape;3971;p39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3972" name="Google Shape;3972;p39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3" name="Google Shape;3973;p39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4" name="Google Shape;3974;p395"/>
          <p:cNvSpPr txBox="1"/>
          <p:nvPr>
            <p:ph idx="1" type="subTitle"/>
          </p:nvPr>
        </p:nvSpPr>
        <p:spPr>
          <a:xfrm>
            <a:off x="5163175" y="1938025"/>
            <a:ext cx="2427600" cy="168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75" name="Shape 3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6" name="Google Shape;3976;p396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977" name="Google Shape;3977;p396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978" name="Google Shape;3978;p39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79" name="Google Shape;3979;p39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0" name="Google Shape;3980;p39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1" name="Google Shape;3981;p396"/>
          <p:cNvSpPr txBox="1"/>
          <p:nvPr>
            <p:ph idx="1" type="body"/>
          </p:nvPr>
        </p:nvSpPr>
        <p:spPr>
          <a:xfrm>
            <a:off x="713225" y="1348475"/>
            <a:ext cx="7717500" cy="28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2" name="Google Shape;3982;p396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_1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83" name="Shape 3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4" name="Google Shape;3984;p397"/>
          <p:cNvSpPr/>
          <p:nvPr/>
        </p:nvSpPr>
        <p:spPr>
          <a:xfrm>
            <a:off x="-62425" y="-87400"/>
            <a:ext cx="4162700" cy="5280825"/>
          </a:xfrm>
          <a:custGeom>
            <a:rect b="b" l="l" r="r" t="t"/>
            <a:pathLst>
              <a:path extrusionOk="0" h="211233" w="166508">
                <a:moveTo>
                  <a:pt x="146814" y="0"/>
                </a:moveTo>
                <a:lnTo>
                  <a:pt x="0" y="0"/>
                </a:lnTo>
                <a:lnTo>
                  <a:pt x="0" y="211233"/>
                </a:lnTo>
                <a:lnTo>
                  <a:pt x="166508" y="209407"/>
                </a:lnTo>
                <a:lnTo>
                  <a:pt x="46844" y="11541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3985" name="Google Shape;3985;p397"/>
          <p:cNvSpPr/>
          <p:nvPr/>
        </p:nvSpPr>
        <p:spPr>
          <a:xfrm>
            <a:off x="1036191" y="-62416"/>
            <a:ext cx="7041100" cy="4656600"/>
          </a:xfrm>
          <a:custGeom>
            <a:rect b="b" l="l" r="r" t="t"/>
            <a:pathLst>
              <a:path extrusionOk="0" h="186264" w="281644">
                <a:moveTo>
                  <a:pt x="101871" y="0"/>
                </a:moveTo>
                <a:lnTo>
                  <a:pt x="281644" y="0"/>
                </a:lnTo>
                <a:lnTo>
                  <a:pt x="96378" y="186264"/>
                </a:lnTo>
                <a:lnTo>
                  <a:pt x="0" y="11585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3986" name="Google Shape;3986;p39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87" name="Google Shape;3987;p39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8" name="Google Shape;3988;p39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9" name="Google Shape;3989;p397"/>
          <p:cNvSpPr txBox="1"/>
          <p:nvPr>
            <p:ph idx="1" type="body"/>
          </p:nvPr>
        </p:nvSpPr>
        <p:spPr>
          <a:xfrm>
            <a:off x="713225" y="1348475"/>
            <a:ext cx="7717500" cy="28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0" name="Google Shape;3990;p39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_1_2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91" name="Shape 3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2" name="Google Shape;3992;p398"/>
          <p:cNvGrpSpPr/>
          <p:nvPr/>
        </p:nvGrpSpPr>
        <p:grpSpPr>
          <a:xfrm>
            <a:off x="-299629" y="-137325"/>
            <a:ext cx="9550450" cy="5418141"/>
            <a:chOff x="-124850" y="-137325"/>
            <a:chExt cx="9550450" cy="5418141"/>
          </a:xfrm>
        </p:grpSpPr>
        <p:sp>
          <p:nvSpPr>
            <p:cNvPr id="3993" name="Google Shape;3993;p398"/>
            <p:cNvSpPr/>
            <p:nvPr/>
          </p:nvSpPr>
          <p:spPr>
            <a:xfrm flipH="1">
              <a:off x="5180950" y="-137325"/>
              <a:ext cx="4244650" cy="5405675"/>
            </a:xfrm>
            <a:custGeom>
              <a:rect b="b" l="l" r="r" t="t"/>
              <a:pathLst>
                <a:path extrusionOk="0" h="216227" w="169786">
                  <a:moveTo>
                    <a:pt x="57428" y="0"/>
                  </a:moveTo>
                  <a:lnTo>
                    <a:pt x="0" y="0"/>
                  </a:lnTo>
                  <a:lnTo>
                    <a:pt x="0" y="216227"/>
                  </a:lnTo>
                  <a:lnTo>
                    <a:pt x="169786" y="216227"/>
                  </a:lnTo>
                  <a:lnTo>
                    <a:pt x="53433" y="60424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3994" name="Google Shape;3994;p398"/>
            <p:cNvSpPr/>
            <p:nvPr/>
          </p:nvSpPr>
          <p:spPr>
            <a:xfrm flipH="1">
              <a:off x="-124850" y="1323316"/>
              <a:ext cx="8239600" cy="3957500"/>
            </a:xfrm>
            <a:custGeom>
              <a:rect b="b" l="l" r="r" t="t"/>
              <a:pathLst>
                <a:path extrusionOk="0" h="158300" w="329584">
                  <a:moveTo>
                    <a:pt x="0" y="0"/>
                  </a:moveTo>
                  <a:lnTo>
                    <a:pt x="117851" y="158300"/>
                  </a:lnTo>
                  <a:lnTo>
                    <a:pt x="329584" y="154305"/>
                  </a:lnTo>
                  <a:lnTo>
                    <a:pt x="320595" y="56929"/>
                  </a:lnTo>
                  <a:lnTo>
                    <a:pt x="145316" y="60923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3995" name="Google Shape;3995;p398"/>
            <p:cNvSpPr/>
            <p:nvPr/>
          </p:nvSpPr>
          <p:spPr>
            <a:xfrm flipH="1">
              <a:off x="87400" y="-112350"/>
              <a:ext cx="4419400" cy="2958750"/>
            </a:xfrm>
            <a:custGeom>
              <a:rect b="b" l="l" r="r" t="t"/>
              <a:pathLst>
                <a:path extrusionOk="0" h="118350" w="176776">
                  <a:moveTo>
                    <a:pt x="33957" y="0"/>
                  </a:moveTo>
                  <a:lnTo>
                    <a:pt x="176776" y="0"/>
                  </a:lnTo>
                  <a:lnTo>
                    <a:pt x="176776" y="114355"/>
                  </a:lnTo>
                  <a:lnTo>
                    <a:pt x="0" y="11835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3996" name="Google Shape;3996;p39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997" name="Google Shape;3997;p39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8" name="Google Shape;3998;p39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9" name="Google Shape;3999;p398"/>
          <p:cNvSpPr txBox="1"/>
          <p:nvPr>
            <p:ph idx="1" type="body"/>
          </p:nvPr>
        </p:nvSpPr>
        <p:spPr>
          <a:xfrm>
            <a:off x="713225" y="1348475"/>
            <a:ext cx="7717500" cy="29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0" name="Google Shape;4000;p398"/>
          <p:cNvSpPr txBox="1"/>
          <p:nvPr>
            <p:ph type="title"/>
          </p:nvPr>
        </p:nvSpPr>
        <p:spPr>
          <a:xfrm>
            <a:off x="713250" y="683125"/>
            <a:ext cx="7717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_1_2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01" name="Shape 4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2" name="Google Shape;4002;p399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003" name="Google Shape;4003;p399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4004" name="Google Shape;4004;p399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005" name="Google Shape;4005;p39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06" name="Google Shape;4006;p39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07" name="Google Shape;4007;p39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08" name="Google Shape;4008;p399"/>
          <p:cNvSpPr txBox="1"/>
          <p:nvPr>
            <p:ph idx="1" type="body"/>
          </p:nvPr>
        </p:nvSpPr>
        <p:spPr>
          <a:xfrm>
            <a:off x="713225" y="1348475"/>
            <a:ext cx="7717500" cy="29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solidFill>
                  <a:schemeClr val="dk1"/>
                </a:solidFill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9" name="Google Shape;4009;p399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6">
  <p:cSld name="CUSTOM_1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10" name="Shape 4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1" name="Google Shape;4011;p400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4012" name="Google Shape;4012;p400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013" name="Google Shape;4013;p400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014" name="Google Shape;4014;p400"/>
          <p:cNvSpPr/>
          <p:nvPr/>
        </p:nvSpPr>
        <p:spPr>
          <a:xfrm>
            <a:off x="5867575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4015" name="Google Shape;4015;p40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6" name="Google Shape;4016;p40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17" name="Google Shape;4017;p40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8" name="Google Shape;4018;p40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7">
  <p:cSld name="CUSTOM_1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19" name="Shape 4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0" name="Google Shape;4020;p401"/>
          <p:cNvSpPr/>
          <p:nvPr/>
        </p:nvSpPr>
        <p:spPr>
          <a:xfrm>
            <a:off x="1974642" y="3927350"/>
            <a:ext cx="4028750" cy="1428400"/>
          </a:xfrm>
          <a:custGeom>
            <a:rect b="b" l="l" r="r" t="t"/>
            <a:pathLst>
              <a:path extrusionOk="0" h="57136" w="161150">
                <a:moveTo>
                  <a:pt x="161150" y="57136"/>
                </a:moveTo>
                <a:lnTo>
                  <a:pt x="0" y="50398"/>
                </a:lnTo>
                <a:lnTo>
                  <a:pt x="46254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4021" name="Google Shape;4021;p401"/>
          <p:cNvSpPr/>
          <p:nvPr/>
        </p:nvSpPr>
        <p:spPr>
          <a:xfrm>
            <a:off x="636700" y="-1622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215727" y="221220"/>
                </a:moveTo>
                <a:lnTo>
                  <a:pt x="344564" y="221220"/>
                </a:lnTo>
                <a:lnTo>
                  <a:pt x="343908" y="103150"/>
                </a:lnTo>
                <a:lnTo>
                  <a:pt x="165790" y="108862"/>
                </a:lnTo>
                <a:lnTo>
                  <a:pt x="0" y="0"/>
                </a:lnTo>
                <a:lnTo>
                  <a:pt x="100872" y="164792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022" name="Google Shape;4022;p401"/>
          <p:cNvSpPr/>
          <p:nvPr/>
        </p:nvSpPr>
        <p:spPr>
          <a:xfrm>
            <a:off x="600075" y="-199725"/>
            <a:ext cx="8638250" cy="2759025"/>
          </a:xfrm>
          <a:custGeom>
            <a:rect b="b" l="l" r="r" t="t"/>
            <a:pathLst>
              <a:path extrusionOk="0" h="110361" w="345530">
                <a:moveTo>
                  <a:pt x="345373" y="104648"/>
                </a:moveTo>
                <a:lnTo>
                  <a:pt x="345530" y="0"/>
                </a:lnTo>
                <a:lnTo>
                  <a:pt x="0" y="534"/>
                </a:lnTo>
                <a:lnTo>
                  <a:pt x="166756" y="11036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023" name="Google Shape;4023;p401"/>
          <p:cNvSpPr/>
          <p:nvPr/>
        </p:nvSpPr>
        <p:spPr>
          <a:xfrm>
            <a:off x="-237200" y="-212225"/>
            <a:ext cx="3422675" cy="5580450"/>
          </a:xfrm>
          <a:custGeom>
            <a:rect b="b" l="l" r="r" t="t"/>
            <a:pathLst>
              <a:path extrusionOk="0" h="223218" w="136907">
                <a:moveTo>
                  <a:pt x="81896" y="223218"/>
                </a:moveTo>
                <a:lnTo>
                  <a:pt x="0" y="223218"/>
                </a:lnTo>
                <a:lnTo>
                  <a:pt x="0" y="0"/>
                </a:lnTo>
                <a:lnTo>
                  <a:pt x="33457" y="0"/>
                </a:lnTo>
                <a:lnTo>
                  <a:pt x="136907" y="163139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4024" name="Google Shape;4024;p40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5" name="Google Shape;4025;p401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26" name="Google Shape;4026;p40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7" name="Google Shape;4027;p40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8">
  <p:cSld name="CUSTOM_1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28" name="Shape 4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9" name="Google Shape;4029;p402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030" name="Google Shape;4030;p402"/>
          <p:cNvSpPr/>
          <p:nvPr/>
        </p:nvSpPr>
        <p:spPr>
          <a:xfrm>
            <a:off x="632825" y="2596700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031" name="Google Shape;4031;p402"/>
          <p:cNvSpPr/>
          <p:nvPr/>
        </p:nvSpPr>
        <p:spPr>
          <a:xfrm flipH="1">
            <a:off x="-237191" y="-212225"/>
            <a:ext cx="3383225" cy="5580450"/>
          </a:xfrm>
          <a:custGeom>
            <a:rect b="b" l="l" r="r" t="t"/>
            <a:pathLst>
              <a:path extrusionOk="0" h="223218" w="135329">
                <a:moveTo>
                  <a:pt x="53433" y="0"/>
                </a:moveTo>
                <a:lnTo>
                  <a:pt x="135329" y="0"/>
                </a:lnTo>
                <a:lnTo>
                  <a:pt x="135329" y="223218"/>
                </a:lnTo>
                <a:lnTo>
                  <a:pt x="101872" y="223218"/>
                </a:lnTo>
                <a:lnTo>
                  <a:pt x="0" y="57927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4032" name="Google Shape;4032;p40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3" name="Google Shape;4033;p402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34" name="Google Shape;4034;p40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35" name="Google Shape;4035;p40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9">
  <p:cSld name="CUSTOM_15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36" name="Shape 4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7" name="Google Shape;4037;p403"/>
          <p:cNvSpPr/>
          <p:nvPr/>
        </p:nvSpPr>
        <p:spPr>
          <a:xfrm>
            <a:off x="-74900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4038" name="Google Shape;4038;p403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039" name="Google Shape;4039;p403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040" name="Google Shape;4040;p40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1" name="Google Shape;4041;p403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42" name="Google Shape;4042;p40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43" name="Google Shape;4043;p40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0">
  <p:cSld name="CUSTOM_1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44" name="Shape 4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5" name="Google Shape;4045;p404"/>
          <p:cNvSpPr/>
          <p:nvPr/>
        </p:nvSpPr>
        <p:spPr>
          <a:xfrm flipH="1">
            <a:off x="5168482" y="-74900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4046" name="Google Shape;4046;p404"/>
          <p:cNvSpPr/>
          <p:nvPr/>
        </p:nvSpPr>
        <p:spPr>
          <a:xfrm flipH="1"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047" name="Google Shape;4047;p404"/>
          <p:cNvSpPr/>
          <p:nvPr/>
        </p:nvSpPr>
        <p:spPr>
          <a:xfrm flipH="1">
            <a:off x="-37434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048" name="Google Shape;4048;p40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9" name="Google Shape;4049;p404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50" name="Google Shape;4050;p40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1" name="Google Shape;4051;p40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1">
  <p:cSld name="CUSTOM_1_1_1_1_1_1_2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52" name="Shape 4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3" name="Google Shape;4053;p405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054" name="Google Shape;4054;p405"/>
          <p:cNvSpPr/>
          <p:nvPr/>
        </p:nvSpPr>
        <p:spPr>
          <a:xfrm>
            <a:off x="545550" y="2596700"/>
            <a:ext cx="8694300" cy="2781500"/>
          </a:xfrm>
          <a:custGeom>
            <a:rect b="b" l="l" r="r" t="t"/>
            <a:pathLst>
              <a:path extrusionOk="0" h="111260" w="347772">
                <a:moveTo>
                  <a:pt x="347772" y="6056"/>
                </a:moveTo>
                <a:lnTo>
                  <a:pt x="347711" y="110361"/>
                </a:lnTo>
                <a:lnTo>
                  <a:pt x="0" y="111260"/>
                </a:lnTo>
                <a:lnTo>
                  <a:pt x="168937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055" name="Google Shape;4055;p405"/>
          <p:cNvSpPr/>
          <p:nvPr/>
        </p:nvSpPr>
        <p:spPr>
          <a:xfrm flipH="1">
            <a:off x="1816614" y="-199750"/>
            <a:ext cx="4203083" cy="139822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4056" name="Google Shape;4056;p405"/>
          <p:cNvSpPr/>
          <p:nvPr/>
        </p:nvSpPr>
        <p:spPr>
          <a:xfrm>
            <a:off x="-226275" y="-287950"/>
            <a:ext cx="3383225" cy="5656175"/>
          </a:xfrm>
          <a:custGeom>
            <a:rect b="b" l="l" r="r" t="t"/>
            <a:pathLst>
              <a:path extrusionOk="0" h="226247" w="135329">
                <a:moveTo>
                  <a:pt x="78639" y="0"/>
                </a:moveTo>
                <a:lnTo>
                  <a:pt x="0" y="3029"/>
                </a:lnTo>
                <a:lnTo>
                  <a:pt x="0" y="226247"/>
                </a:lnTo>
                <a:lnTo>
                  <a:pt x="33457" y="226247"/>
                </a:lnTo>
                <a:lnTo>
                  <a:pt x="135329" y="60956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4057" name="Google Shape;4057;p40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8" name="Google Shape;4058;p405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59" name="Google Shape;4059;p40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0" name="Google Shape;4060;p40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2">
  <p:cSld name="CUSTOM_1_1_1_1_1_1_2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61" name="Shape 4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2" name="Google Shape;4062;p406"/>
          <p:cNvSpPr/>
          <p:nvPr/>
        </p:nvSpPr>
        <p:spPr>
          <a:xfrm flipH="1" rot="10800000">
            <a:off x="-111375" y="-1747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063" name="Google Shape;4063;p406"/>
          <p:cNvSpPr/>
          <p:nvPr/>
        </p:nvSpPr>
        <p:spPr>
          <a:xfrm rot="10800000">
            <a:off x="-98900" y="-212225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064" name="Google Shape;4064;p40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5" name="Google Shape;4065;p406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66" name="Google Shape;4066;p40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67" name="Google Shape;4067;p40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3">
  <p:cSld name="CUSTOM_1_1_1_1_1_1_2_1_1_1_1_1_1_1_1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68" name="Shape 4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69" name="Google Shape;4069;p407"/>
          <p:cNvGrpSpPr/>
          <p:nvPr/>
        </p:nvGrpSpPr>
        <p:grpSpPr>
          <a:xfrm>
            <a:off x="-149800" y="-124843"/>
            <a:ext cx="9350666" cy="5418150"/>
            <a:chOff x="-149800" y="-124843"/>
            <a:chExt cx="9350666" cy="5418150"/>
          </a:xfrm>
        </p:grpSpPr>
        <p:sp>
          <p:nvSpPr>
            <p:cNvPr id="4070" name="Google Shape;4070;p407"/>
            <p:cNvSpPr/>
            <p:nvPr/>
          </p:nvSpPr>
          <p:spPr>
            <a:xfrm>
              <a:off x="-149800" y="1164482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4071" name="Google Shape;4071;p407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4072" name="Google Shape;4072;p40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3" name="Google Shape;4073;p40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74" name="Google Shape;4074;p40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5" name="Google Shape;4075;p40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4">
  <p:cSld name="CUSTOM_1_1_1_1_1_1_2_1_1_1_1_1_1_1_1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76" name="Shape 4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7" name="Google Shape;4077;p408"/>
          <p:cNvSpPr/>
          <p:nvPr/>
        </p:nvSpPr>
        <p:spPr>
          <a:xfrm>
            <a:off x="-218375" y="2550050"/>
            <a:ext cx="4311125" cy="2803650"/>
          </a:xfrm>
          <a:custGeom>
            <a:rect b="b" l="l" r="r" t="t"/>
            <a:pathLst>
              <a:path extrusionOk="0" h="112146" w="172445">
                <a:moveTo>
                  <a:pt x="0" y="7890"/>
                </a:moveTo>
                <a:lnTo>
                  <a:pt x="0" y="112146"/>
                </a:lnTo>
                <a:lnTo>
                  <a:pt x="172445" y="34658"/>
                </a:lnTo>
                <a:lnTo>
                  <a:pt x="172445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4078" name="Google Shape;4078;p408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079" name="Google Shape;4079;p408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080" name="Google Shape;4080;p40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1" name="Google Shape;4081;p408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82" name="Google Shape;4082;p40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83" name="Google Shape;4083;p40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5">
  <p:cSld name="CUSTOM_1_1_1_1_1_1_2_1_1_1_1_1_1_1_1_2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84" name="Shape 4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" name="Google Shape;4085;p409"/>
          <p:cNvSpPr/>
          <p:nvPr/>
        </p:nvSpPr>
        <p:spPr>
          <a:xfrm>
            <a:off x="4793950" y="-112350"/>
            <a:ext cx="4419400" cy="2958750"/>
          </a:xfrm>
          <a:custGeom>
            <a:rect b="b" l="l" r="r" t="t"/>
            <a:pathLst>
              <a:path extrusionOk="0" h="118350" w="176776">
                <a:moveTo>
                  <a:pt x="33957" y="0"/>
                </a:moveTo>
                <a:lnTo>
                  <a:pt x="176776" y="0"/>
                </a:lnTo>
                <a:lnTo>
                  <a:pt x="176776" y="114355"/>
                </a:lnTo>
                <a:lnTo>
                  <a:pt x="0" y="11835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086" name="Google Shape;4086;p409"/>
          <p:cNvSpPr/>
          <p:nvPr/>
        </p:nvSpPr>
        <p:spPr>
          <a:xfrm>
            <a:off x="-124850" y="-137325"/>
            <a:ext cx="4244650" cy="5405675"/>
          </a:xfrm>
          <a:custGeom>
            <a:rect b="b" l="l" r="r" t="t"/>
            <a:pathLst>
              <a:path extrusionOk="0" h="216227" w="169786">
                <a:moveTo>
                  <a:pt x="57428" y="0"/>
                </a:moveTo>
                <a:lnTo>
                  <a:pt x="0" y="0"/>
                </a:lnTo>
                <a:lnTo>
                  <a:pt x="0" y="216227"/>
                </a:lnTo>
                <a:lnTo>
                  <a:pt x="169786" y="216227"/>
                </a:lnTo>
                <a:lnTo>
                  <a:pt x="53433" y="60424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087" name="Google Shape;4087;p40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8" name="Google Shape;4088;p409"/>
          <p:cNvSpPr txBox="1"/>
          <p:nvPr>
            <p:ph type="title"/>
          </p:nvPr>
        </p:nvSpPr>
        <p:spPr>
          <a:xfrm>
            <a:off x="713275" y="683125"/>
            <a:ext cx="7717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89" name="Google Shape;4089;p40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0" name="Google Shape;4090;p40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6">
  <p:cSld name="CUSTOM_1_1_1_1_1_1_2_1_1_1_1_1_1_1_1_2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91" name="Shape 4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2" name="Google Shape;4092;p410"/>
          <p:cNvSpPr/>
          <p:nvPr/>
        </p:nvSpPr>
        <p:spPr>
          <a:xfrm flipH="1" rot="10800000">
            <a:off x="-74909" y="-62416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093" name="Google Shape;4093;p410"/>
          <p:cNvSpPr/>
          <p:nvPr/>
        </p:nvSpPr>
        <p:spPr>
          <a:xfrm flipH="1" rot="10800000">
            <a:off x="1672891" y="1398241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094" name="Google Shape;4094;p41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95" name="Google Shape;4095;p41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6" name="Google Shape;4096;p41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7" name="Google Shape;4097;p41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7">
  <p:cSld name="CUSTOM_1_1_1_1_1_1_2_1_1_1_1_1_1_1_1_2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98" name="Shape 4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Google Shape;4099;p411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100" name="Google Shape;4100;p411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101" name="Google Shape;4101;p41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02" name="Google Shape;4102;p41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3" name="Google Shape;4103;p41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04" name="Google Shape;4104;p411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_1_1_1_1_2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05" name="Shape 4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Google Shape;4106;p412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107" name="Google Shape;4107;p412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108" name="Google Shape;4108;p41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9" name="Google Shape;4109;p412"/>
          <p:cNvSpPr txBox="1"/>
          <p:nvPr>
            <p:ph type="title"/>
          </p:nvPr>
        </p:nvSpPr>
        <p:spPr>
          <a:xfrm>
            <a:off x="1042450" y="2874242"/>
            <a:ext cx="3702300" cy="62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10" name="Google Shape;4110;p412"/>
          <p:cNvSpPr txBox="1"/>
          <p:nvPr>
            <p:ph hasCustomPrompt="1" idx="2" type="title"/>
          </p:nvPr>
        </p:nvSpPr>
        <p:spPr>
          <a:xfrm>
            <a:off x="1042504" y="1276888"/>
            <a:ext cx="3702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11" name="Google Shape;4111;p412"/>
          <p:cNvSpPr txBox="1"/>
          <p:nvPr>
            <p:ph idx="1" type="subTitle"/>
          </p:nvPr>
        </p:nvSpPr>
        <p:spPr>
          <a:xfrm>
            <a:off x="1042450" y="3718263"/>
            <a:ext cx="3702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12" name="Google Shape;4112;p412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4113" name="Google Shape;4113;p41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4" name="Google Shape;4114;p41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_1_1_1_1_1_2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15" name="Shape 4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" name="Google Shape;4116;p413"/>
          <p:cNvSpPr/>
          <p:nvPr/>
        </p:nvSpPr>
        <p:spPr>
          <a:xfrm>
            <a:off x="636700" y="-16227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215727" y="221220"/>
                </a:moveTo>
                <a:lnTo>
                  <a:pt x="344564" y="221220"/>
                </a:lnTo>
                <a:lnTo>
                  <a:pt x="343908" y="103150"/>
                </a:lnTo>
                <a:lnTo>
                  <a:pt x="165790" y="108862"/>
                </a:lnTo>
                <a:lnTo>
                  <a:pt x="0" y="0"/>
                </a:lnTo>
                <a:lnTo>
                  <a:pt x="100872" y="164792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117" name="Google Shape;4117;p413"/>
          <p:cNvSpPr/>
          <p:nvPr/>
        </p:nvSpPr>
        <p:spPr>
          <a:xfrm>
            <a:off x="600075" y="-199725"/>
            <a:ext cx="8638250" cy="2759025"/>
          </a:xfrm>
          <a:custGeom>
            <a:rect b="b" l="l" r="r" t="t"/>
            <a:pathLst>
              <a:path extrusionOk="0" h="110361" w="345530">
                <a:moveTo>
                  <a:pt x="345373" y="104648"/>
                </a:moveTo>
                <a:lnTo>
                  <a:pt x="345530" y="0"/>
                </a:lnTo>
                <a:lnTo>
                  <a:pt x="0" y="534"/>
                </a:lnTo>
                <a:lnTo>
                  <a:pt x="166756" y="110361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118" name="Google Shape;4118;p41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9" name="Google Shape;4119;p413"/>
          <p:cNvSpPr txBox="1"/>
          <p:nvPr>
            <p:ph type="title"/>
          </p:nvPr>
        </p:nvSpPr>
        <p:spPr>
          <a:xfrm>
            <a:off x="4444188" y="2874242"/>
            <a:ext cx="3702300" cy="62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20" name="Google Shape;4120;p413"/>
          <p:cNvSpPr txBox="1"/>
          <p:nvPr>
            <p:ph hasCustomPrompt="1" idx="2" type="title"/>
          </p:nvPr>
        </p:nvSpPr>
        <p:spPr>
          <a:xfrm>
            <a:off x="4444242" y="1276888"/>
            <a:ext cx="3702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21" name="Google Shape;4121;p413"/>
          <p:cNvSpPr txBox="1"/>
          <p:nvPr>
            <p:ph idx="1" type="subTitle"/>
          </p:nvPr>
        </p:nvSpPr>
        <p:spPr>
          <a:xfrm>
            <a:off x="4444188" y="3718263"/>
            <a:ext cx="3702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22" name="Google Shape;4122;p413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4123" name="Google Shape;4123;p41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4" name="Google Shape;4124;p41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_1_1_1_1_1_2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25" name="Shape 4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" name="Google Shape;4126;p414"/>
          <p:cNvSpPr/>
          <p:nvPr/>
        </p:nvSpPr>
        <p:spPr>
          <a:xfrm>
            <a:off x="-239800" y="-124825"/>
            <a:ext cx="4422355" cy="5368200"/>
          </a:xfrm>
          <a:custGeom>
            <a:rect b="b" l="l" r="r" t="t"/>
            <a:pathLst>
              <a:path extrusionOk="0" h="214728" w="174280">
                <a:moveTo>
                  <a:pt x="2997" y="0"/>
                </a:moveTo>
                <a:lnTo>
                  <a:pt x="174280" y="125341"/>
                </a:lnTo>
                <a:lnTo>
                  <a:pt x="174280" y="214728"/>
                </a:lnTo>
                <a:lnTo>
                  <a:pt x="0" y="214728"/>
                </a:lnTo>
                <a:lnTo>
                  <a:pt x="0" y="49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127" name="Google Shape;4127;p414"/>
          <p:cNvSpPr/>
          <p:nvPr/>
        </p:nvSpPr>
        <p:spPr>
          <a:xfrm>
            <a:off x="4182502" y="1960030"/>
            <a:ext cx="4219583" cy="3295825"/>
          </a:xfrm>
          <a:custGeom>
            <a:rect b="b" l="l" r="r" t="t"/>
            <a:pathLst>
              <a:path extrusionOk="0" h="131833" w="166289">
                <a:moveTo>
                  <a:pt x="0" y="131833"/>
                </a:moveTo>
                <a:lnTo>
                  <a:pt x="12484" y="131334"/>
                </a:lnTo>
                <a:lnTo>
                  <a:pt x="166289" y="131334"/>
                </a:lnTo>
                <a:lnTo>
                  <a:pt x="95878" y="0"/>
                </a:lnTo>
                <a:lnTo>
                  <a:pt x="0" y="42946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128" name="Google Shape;4128;p414"/>
          <p:cNvSpPr/>
          <p:nvPr/>
        </p:nvSpPr>
        <p:spPr>
          <a:xfrm>
            <a:off x="-151090" y="-99863"/>
            <a:ext cx="6918621" cy="3121050"/>
          </a:xfrm>
          <a:custGeom>
            <a:rect b="b" l="l" r="r" t="t"/>
            <a:pathLst>
              <a:path extrusionOk="0" h="124842" w="272655">
                <a:moveTo>
                  <a:pt x="0" y="0"/>
                </a:moveTo>
                <a:lnTo>
                  <a:pt x="272655" y="0"/>
                </a:lnTo>
                <a:lnTo>
                  <a:pt x="266164" y="82895"/>
                </a:lnTo>
                <a:lnTo>
                  <a:pt x="171284" y="124842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4129" name="Google Shape;4129;p414"/>
          <p:cNvSpPr/>
          <p:nvPr/>
        </p:nvSpPr>
        <p:spPr>
          <a:xfrm>
            <a:off x="6626802" y="1954877"/>
            <a:ext cx="2785600" cy="3323000"/>
          </a:xfrm>
          <a:custGeom>
            <a:rect b="b" l="l" r="r" t="t"/>
            <a:pathLst>
              <a:path extrusionOk="0" h="132920" w="111424">
                <a:moveTo>
                  <a:pt x="0" y="878"/>
                </a:moveTo>
                <a:lnTo>
                  <a:pt x="71505" y="132920"/>
                </a:lnTo>
                <a:lnTo>
                  <a:pt x="111424" y="132920"/>
                </a:lnTo>
                <a:lnTo>
                  <a:pt x="107038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4130" name="Google Shape;4130;p41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1" name="Google Shape;4131;p414"/>
          <p:cNvSpPr txBox="1"/>
          <p:nvPr>
            <p:ph type="title"/>
          </p:nvPr>
        </p:nvSpPr>
        <p:spPr>
          <a:xfrm>
            <a:off x="2764312" y="2746230"/>
            <a:ext cx="3615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32" name="Google Shape;4132;p414"/>
          <p:cNvSpPr txBox="1"/>
          <p:nvPr>
            <p:ph hasCustomPrompt="1" idx="2" type="title"/>
          </p:nvPr>
        </p:nvSpPr>
        <p:spPr>
          <a:xfrm>
            <a:off x="2764365" y="1148900"/>
            <a:ext cx="3615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33" name="Google Shape;4133;p414"/>
          <p:cNvSpPr txBox="1"/>
          <p:nvPr>
            <p:ph idx="1" type="subTitle"/>
          </p:nvPr>
        </p:nvSpPr>
        <p:spPr>
          <a:xfrm>
            <a:off x="2764312" y="3590275"/>
            <a:ext cx="3615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34" name="Google Shape;4134;p414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4135" name="Google Shape;4135;p41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6" name="Google Shape;4136;p41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CUSTOM_1_1_1_1_1_1_2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37" name="Shape 4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8" name="Google Shape;4138;p415"/>
          <p:cNvSpPr/>
          <p:nvPr/>
        </p:nvSpPr>
        <p:spPr>
          <a:xfrm rot="10800000">
            <a:off x="2684116" y="-137325"/>
            <a:ext cx="6629125" cy="2933800"/>
          </a:xfrm>
          <a:custGeom>
            <a:rect b="b" l="l" r="r" t="t"/>
            <a:pathLst>
              <a:path extrusionOk="0" h="117352" w="265165">
                <a:moveTo>
                  <a:pt x="155803" y="0"/>
                </a:moveTo>
                <a:lnTo>
                  <a:pt x="218724" y="40948"/>
                </a:lnTo>
                <a:lnTo>
                  <a:pt x="265165" y="117352"/>
                </a:lnTo>
                <a:lnTo>
                  <a:pt x="0" y="117352"/>
                </a:lnTo>
                <a:lnTo>
                  <a:pt x="0" y="58426"/>
                </a:lnTo>
                <a:lnTo>
                  <a:pt x="57427" y="5842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139" name="Google Shape;4139;p415"/>
          <p:cNvSpPr/>
          <p:nvPr/>
        </p:nvSpPr>
        <p:spPr>
          <a:xfrm>
            <a:off x="2883850" y="3632900"/>
            <a:ext cx="6354475" cy="1598000"/>
          </a:xfrm>
          <a:custGeom>
            <a:rect b="b" l="l" r="r" t="t"/>
            <a:pathLst>
              <a:path extrusionOk="0" h="63920" w="254179">
                <a:moveTo>
                  <a:pt x="153806" y="0"/>
                </a:moveTo>
                <a:lnTo>
                  <a:pt x="0" y="63920"/>
                </a:lnTo>
                <a:lnTo>
                  <a:pt x="254179" y="6392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4140" name="Google Shape;4140;p415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141" name="Google Shape;4141;p415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2" name="Google Shape;4142;p415"/>
          <p:cNvSpPr txBox="1"/>
          <p:nvPr>
            <p:ph type="title"/>
          </p:nvPr>
        </p:nvSpPr>
        <p:spPr>
          <a:xfrm>
            <a:off x="4319913" y="2618205"/>
            <a:ext cx="3702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43" name="Google Shape;4143;p415"/>
          <p:cNvSpPr txBox="1"/>
          <p:nvPr>
            <p:ph hasCustomPrompt="1" idx="2" type="title"/>
          </p:nvPr>
        </p:nvSpPr>
        <p:spPr>
          <a:xfrm>
            <a:off x="4319967" y="1148888"/>
            <a:ext cx="37023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44" name="Google Shape;4144;p415"/>
          <p:cNvSpPr txBox="1"/>
          <p:nvPr>
            <p:ph idx="1" type="subTitle"/>
          </p:nvPr>
        </p:nvSpPr>
        <p:spPr>
          <a:xfrm>
            <a:off x="4319913" y="3437863"/>
            <a:ext cx="37023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45" name="Google Shape;4145;p415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4146" name="Google Shape;4146;p415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7" name="Google Shape;4147;p415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5">
  <p:cSld name="CUSTOM_1_1_1_1_1_1_2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48" name="Shape 4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9" name="Google Shape;4149;p416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150" name="Google Shape;4150;p416"/>
          <p:cNvSpPr/>
          <p:nvPr/>
        </p:nvSpPr>
        <p:spPr>
          <a:xfrm>
            <a:off x="632825" y="2596700"/>
            <a:ext cx="8605500" cy="2759025"/>
          </a:xfrm>
          <a:custGeom>
            <a:rect b="b" l="l" r="r" t="t"/>
            <a:pathLst>
              <a:path extrusionOk="0" h="110361" w="344220">
                <a:moveTo>
                  <a:pt x="344220" y="4994"/>
                </a:moveTo>
                <a:lnTo>
                  <a:pt x="344220" y="110361"/>
                </a:lnTo>
                <a:lnTo>
                  <a:pt x="0" y="109035"/>
                </a:lnTo>
                <a:lnTo>
                  <a:pt x="165446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151" name="Google Shape;4151;p416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152" name="Google Shape;4152;p416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3" name="Google Shape;4153;p416"/>
          <p:cNvSpPr txBox="1"/>
          <p:nvPr>
            <p:ph type="title"/>
          </p:nvPr>
        </p:nvSpPr>
        <p:spPr>
          <a:xfrm>
            <a:off x="839825" y="2798905"/>
            <a:ext cx="35691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54" name="Google Shape;4154;p416"/>
          <p:cNvSpPr txBox="1"/>
          <p:nvPr>
            <p:ph hasCustomPrompt="1" idx="2" type="title"/>
          </p:nvPr>
        </p:nvSpPr>
        <p:spPr>
          <a:xfrm>
            <a:off x="839877" y="1201575"/>
            <a:ext cx="3569100" cy="1382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55" name="Google Shape;4155;p416"/>
          <p:cNvSpPr txBox="1"/>
          <p:nvPr>
            <p:ph idx="1" type="subTitle"/>
          </p:nvPr>
        </p:nvSpPr>
        <p:spPr>
          <a:xfrm>
            <a:off x="839825" y="3642950"/>
            <a:ext cx="3569100" cy="40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56" name="Google Shape;4156;p416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4157" name="Google Shape;4157;p416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8" name="Google Shape;4158;p416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6">
  <p:cSld name="CUSTOM_1_1_1_1_1_1_2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59" name="Shape 4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0" name="Google Shape;4160;p417"/>
          <p:cNvSpPr/>
          <p:nvPr/>
        </p:nvSpPr>
        <p:spPr>
          <a:xfrm>
            <a:off x="-74909" y="2384491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161" name="Google Shape;4161;p417"/>
          <p:cNvSpPr/>
          <p:nvPr/>
        </p:nvSpPr>
        <p:spPr>
          <a:xfrm>
            <a:off x="1672891" y="-62416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162" name="Google Shape;4162;p417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163" name="Google Shape;4163;p417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4" name="Google Shape;4164;p417"/>
          <p:cNvSpPr txBox="1"/>
          <p:nvPr>
            <p:ph type="title"/>
          </p:nvPr>
        </p:nvSpPr>
        <p:spPr>
          <a:xfrm>
            <a:off x="3150162" y="2536338"/>
            <a:ext cx="28437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65" name="Google Shape;4165;p417"/>
          <p:cNvSpPr txBox="1"/>
          <p:nvPr>
            <p:ph hasCustomPrompt="1" idx="2" type="title"/>
          </p:nvPr>
        </p:nvSpPr>
        <p:spPr>
          <a:xfrm>
            <a:off x="3150226" y="1104400"/>
            <a:ext cx="28437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66" name="Google Shape;4166;p417"/>
          <p:cNvSpPr txBox="1"/>
          <p:nvPr>
            <p:ph idx="1" type="subTitle"/>
          </p:nvPr>
        </p:nvSpPr>
        <p:spPr>
          <a:xfrm>
            <a:off x="3150162" y="3791875"/>
            <a:ext cx="28437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67" name="Google Shape;4167;p417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4168" name="Google Shape;4168;p417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9" name="Google Shape;4169;p417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7">
  <p:cSld name="CUSTOM_1_1_1_1_1_1_2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70" name="Shape 4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1" name="Google Shape;4171;p418"/>
          <p:cNvSpPr/>
          <p:nvPr/>
        </p:nvSpPr>
        <p:spPr>
          <a:xfrm>
            <a:off x="4278625" y="3457200"/>
            <a:ext cx="4110775" cy="1867125"/>
          </a:xfrm>
          <a:custGeom>
            <a:rect b="b" l="l" r="r" t="t"/>
            <a:pathLst>
              <a:path extrusionOk="0" h="74685" w="164431">
                <a:moveTo>
                  <a:pt x="164431" y="74685"/>
                </a:moveTo>
                <a:lnTo>
                  <a:pt x="0" y="74685"/>
                </a:lnTo>
                <a:lnTo>
                  <a:pt x="43119" y="0"/>
                </a:lnTo>
                <a:lnTo>
                  <a:pt x="74588" y="8432"/>
                </a:lnTo>
                <a:lnTo>
                  <a:pt x="130278" y="5166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172" name="Google Shape;4172;p418"/>
          <p:cNvSpPr/>
          <p:nvPr/>
        </p:nvSpPr>
        <p:spPr>
          <a:xfrm>
            <a:off x="-227861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173" name="Google Shape;4173;p418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174" name="Google Shape;4174;p418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5" name="Google Shape;4175;p418"/>
          <p:cNvSpPr txBox="1"/>
          <p:nvPr>
            <p:ph type="title"/>
          </p:nvPr>
        </p:nvSpPr>
        <p:spPr>
          <a:xfrm>
            <a:off x="3024350" y="2536338"/>
            <a:ext cx="30954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76" name="Google Shape;4176;p418"/>
          <p:cNvSpPr txBox="1"/>
          <p:nvPr>
            <p:ph hasCustomPrompt="1" idx="2" type="title"/>
          </p:nvPr>
        </p:nvSpPr>
        <p:spPr>
          <a:xfrm>
            <a:off x="3024420" y="1104400"/>
            <a:ext cx="30954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77" name="Google Shape;4177;p418"/>
          <p:cNvSpPr txBox="1"/>
          <p:nvPr>
            <p:ph idx="1" type="subTitle"/>
          </p:nvPr>
        </p:nvSpPr>
        <p:spPr>
          <a:xfrm>
            <a:off x="3024350" y="3791875"/>
            <a:ext cx="30954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78" name="Google Shape;4178;p418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4179" name="Google Shape;4179;p418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0" name="Google Shape;4180;p418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8">
  <p:cSld name="CUSTOM_1_1_1_1_1_1_2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81" name="Shape 4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2" name="Google Shape;4182;p419"/>
          <p:cNvSpPr/>
          <p:nvPr/>
        </p:nvSpPr>
        <p:spPr>
          <a:xfrm flipH="1">
            <a:off x="636700" y="-212225"/>
            <a:ext cx="8614100" cy="5530500"/>
          </a:xfrm>
          <a:custGeom>
            <a:rect b="b" l="l" r="r" t="t"/>
            <a:pathLst>
              <a:path extrusionOk="0" h="221220" w="344564">
                <a:moveTo>
                  <a:pt x="128837" y="0"/>
                </a:moveTo>
                <a:lnTo>
                  <a:pt x="0" y="0"/>
                </a:lnTo>
                <a:lnTo>
                  <a:pt x="0" y="118350"/>
                </a:lnTo>
                <a:lnTo>
                  <a:pt x="178774" y="112358"/>
                </a:lnTo>
                <a:lnTo>
                  <a:pt x="344564" y="221220"/>
                </a:lnTo>
                <a:lnTo>
                  <a:pt x="243692" y="56428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183" name="Google Shape;4183;p419"/>
          <p:cNvSpPr/>
          <p:nvPr/>
        </p:nvSpPr>
        <p:spPr>
          <a:xfrm flipH="1">
            <a:off x="1816614" y="-199750"/>
            <a:ext cx="4203083" cy="1398225"/>
          </a:xfrm>
          <a:custGeom>
            <a:rect b="b" l="l" r="r" t="t"/>
            <a:pathLst>
              <a:path extrusionOk="0" h="55929" w="166789">
                <a:moveTo>
                  <a:pt x="0" y="0"/>
                </a:moveTo>
                <a:lnTo>
                  <a:pt x="166789" y="0"/>
                </a:lnTo>
                <a:lnTo>
                  <a:pt x="114355" y="55929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4184" name="Google Shape;4184;p419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185" name="Google Shape;4185;p419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6" name="Google Shape;4186;p419"/>
          <p:cNvSpPr txBox="1"/>
          <p:nvPr>
            <p:ph type="title"/>
          </p:nvPr>
        </p:nvSpPr>
        <p:spPr>
          <a:xfrm>
            <a:off x="4416625" y="2536338"/>
            <a:ext cx="40140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87" name="Google Shape;4187;p419"/>
          <p:cNvSpPr txBox="1"/>
          <p:nvPr>
            <p:ph hasCustomPrompt="1" idx="2" type="title"/>
          </p:nvPr>
        </p:nvSpPr>
        <p:spPr>
          <a:xfrm>
            <a:off x="4416715" y="1104400"/>
            <a:ext cx="40140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88" name="Google Shape;4188;p419"/>
          <p:cNvSpPr txBox="1"/>
          <p:nvPr>
            <p:ph idx="1" type="subTitle"/>
          </p:nvPr>
        </p:nvSpPr>
        <p:spPr>
          <a:xfrm>
            <a:off x="4416625" y="3791875"/>
            <a:ext cx="4014000" cy="6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89" name="Google Shape;4189;p419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4190" name="Google Shape;4190;p419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1" name="Google Shape;4191;p419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9">
  <p:cSld name="CUSTOM_1_1_1_1_1_1_2_1_1_1_1_1_1_1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92" name="Shape 4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3" name="Google Shape;4193;p420"/>
          <p:cNvSpPr/>
          <p:nvPr/>
        </p:nvSpPr>
        <p:spPr>
          <a:xfrm flipH="1" rot="10800000">
            <a:off x="-74900" y="1635441"/>
            <a:ext cx="4144750" cy="3620425"/>
          </a:xfrm>
          <a:custGeom>
            <a:rect b="b" l="l" r="r" t="t"/>
            <a:pathLst>
              <a:path extrusionOk="0" h="144817" w="165790">
                <a:moveTo>
                  <a:pt x="0" y="0"/>
                </a:moveTo>
                <a:lnTo>
                  <a:pt x="0" y="144817"/>
                </a:lnTo>
                <a:lnTo>
                  <a:pt x="165790" y="98375"/>
                </a:lnTo>
                <a:lnTo>
                  <a:pt x="69911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194" name="Google Shape;4194;p420"/>
          <p:cNvSpPr/>
          <p:nvPr/>
        </p:nvSpPr>
        <p:spPr>
          <a:xfrm flipH="1" rot="10800000">
            <a:off x="-74909" y="-74900"/>
            <a:ext cx="9388150" cy="2871375"/>
          </a:xfrm>
          <a:custGeom>
            <a:rect b="b" l="l" r="r" t="t"/>
            <a:pathLst>
              <a:path extrusionOk="0" h="114855" w="375526">
                <a:moveTo>
                  <a:pt x="0" y="46441"/>
                </a:moveTo>
                <a:lnTo>
                  <a:pt x="0" y="114855"/>
                </a:lnTo>
                <a:lnTo>
                  <a:pt x="375526" y="114855"/>
                </a:lnTo>
                <a:lnTo>
                  <a:pt x="165791" y="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4195" name="Google Shape;4195;p420"/>
          <p:cNvSpPr/>
          <p:nvPr/>
        </p:nvSpPr>
        <p:spPr>
          <a:xfrm flipH="1" rot="10800000">
            <a:off x="1672891" y="1385757"/>
            <a:ext cx="7602875" cy="3857625"/>
          </a:xfrm>
          <a:custGeom>
            <a:rect b="b" l="l" r="r" t="t"/>
            <a:pathLst>
              <a:path extrusionOk="0" h="154305" w="304115">
                <a:moveTo>
                  <a:pt x="0" y="0"/>
                </a:moveTo>
                <a:lnTo>
                  <a:pt x="304115" y="0"/>
                </a:lnTo>
                <a:lnTo>
                  <a:pt x="198249" y="154305"/>
                </a:lnTo>
                <a:lnTo>
                  <a:pt x="96378" y="98375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196" name="Google Shape;4196;p420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7" name="Google Shape;4197;p420"/>
          <p:cNvSpPr txBox="1"/>
          <p:nvPr>
            <p:ph type="title"/>
          </p:nvPr>
        </p:nvSpPr>
        <p:spPr>
          <a:xfrm>
            <a:off x="811150" y="2524950"/>
            <a:ext cx="4014000" cy="10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198" name="Google Shape;4198;p420"/>
          <p:cNvSpPr txBox="1"/>
          <p:nvPr>
            <p:ph hasCustomPrompt="1" idx="2" type="title"/>
          </p:nvPr>
        </p:nvSpPr>
        <p:spPr>
          <a:xfrm>
            <a:off x="811240" y="1093013"/>
            <a:ext cx="4014000" cy="126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6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199" name="Google Shape;4199;p420"/>
          <p:cNvSpPr txBox="1"/>
          <p:nvPr>
            <p:ph idx="1" type="subTitle"/>
          </p:nvPr>
        </p:nvSpPr>
        <p:spPr>
          <a:xfrm>
            <a:off x="811150" y="3780488"/>
            <a:ext cx="40140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200" name="Google Shape;4200;p420"/>
          <p:cNvSpPr txBox="1"/>
          <p:nvPr>
            <p:ph idx="3" type="subTitle"/>
          </p:nvPr>
        </p:nvSpPr>
        <p:spPr>
          <a:xfrm>
            <a:off x="713225" y="539500"/>
            <a:ext cx="946500" cy="5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4201" name="Google Shape;4201;p420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2" name="Google Shape;4202;p420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03" name="Shape 4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04" name="Google Shape;4204;p421"/>
          <p:cNvGrpSpPr/>
          <p:nvPr/>
        </p:nvGrpSpPr>
        <p:grpSpPr>
          <a:xfrm>
            <a:off x="-149800" y="-124843"/>
            <a:ext cx="9363150" cy="5430643"/>
            <a:chOff x="-149800" y="-124843"/>
            <a:chExt cx="9363150" cy="5430643"/>
          </a:xfrm>
        </p:grpSpPr>
        <p:sp>
          <p:nvSpPr>
            <p:cNvPr id="4205" name="Google Shape;4205;p421"/>
            <p:cNvSpPr/>
            <p:nvPr/>
          </p:nvSpPr>
          <p:spPr>
            <a:xfrm>
              <a:off x="-149800" y="-112350"/>
              <a:ext cx="7428100" cy="2272125"/>
            </a:xfrm>
            <a:custGeom>
              <a:rect b="b" l="l" r="r" t="t"/>
              <a:pathLst>
                <a:path extrusionOk="0" h="90885" w="297124">
                  <a:moveTo>
                    <a:pt x="0" y="90885"/>
                  </a:moveTo>
                  <a:lnTo>
                    <a:pt x="0" y="80897"/>
                  </a:lnTo>
                  <a:lnTo>
                    <a:pt x="0" y="0"/>
                  </a:lnTo>
                  <a:lnTo>
                    <a:pt x="297124" y="0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4206" name="Google Shape;4206;p421"/>
            <p:cNvSpPr/>
            <p:nvPr/>
          </p:nvSpPr>
          <p:spPr>
            <a:xfrm>
              <a:off x="-149800" y="1164482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4207" name="Google Shape;4207;p421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  <p:sp>
          <p:nvSpPr>
            <p:cNvPr id="4208" name="Google Shape;4208;p421"/>
            <p:cNvSpPr/>
            <p:nvPr/>
          </p:nvSpPr>
          <p:spPr>
            <a:xfrm>
              <a:off x="2983725" y="411975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</p:grpSp>
      <p:sp>
        <p:nvSpPr>
          <p:cNvPr id="4209" name="Google Shape;4209;p421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0" name="Google Shape;4210;p421"/>
          <p:cNvSpPr txBox="1"/>
          <p:nvPr>
            <p:ph idx="1" type="subTitle"/>
          </p:nvPr>
        </p:nvSpPr>
        <p:spPr>
          <a:xfrm>
            <a:off x="1367325" y="3680301"/>
            <a:ext cx="3100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211" name="Google Shape;4211;p421"/>
          <p:cNvSpPr txBox="1"/>
          <p:nvPr>
            <p:ph idx="2" type="subTitle"/>
          </p:nvPr>
        </p:nvSpPr>
        <p:spPr>
          <a:xfrm>
            <a:off x="4675875" y="3680301"/>
            <a:ext cx="3100800" cy="6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212" name="Google Shape;4212;p421"/>
          <p:cNvSpPr txBox="1"/>
          <p:nvPr>
            <p:ph type="title"/>
          </p:nvPr>
        </p:nvSpPr>
        <p:spPr>
          <a:xfrm>
            <a:off x="1371550" y="3400650"/>
            <a:ext cx="3100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4213" name="Google Shape;4213;p421"/>
          <p:cNvSpPr txBox="1"/>
          <p:nvPr>
            <p:ph idx="3" type="title"/>
          </p:nvPr>
        </p:nvSpPr>
        <p:spPr>
          <a:xfrm>
            <a:off x="4675875" y="3400650"/>
            <a:ext cx="31008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2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Barlow Condensed"/>
              <a:buNone/>
              <a:defRPr sz="3600">
                <a:latin typeface="Barlow Condensed"/>
                <a:ea typeface="Barlow Condensed"/>
                <a:cs typeface="Barlow Condensed"/>
                <a:sym typeface="Barlow Condensed"/>
              </a:defRPr>
            </a:lvl9pPr>
          </a:lstStyle>
          <a:p/>
        </p:txBody>
      </p:sp>
      <p:sp>
        <p:nvSpPr>
          <p:cNvPr id="4214" name="Google Shape;4214;p421"/>
          <p:cNvSpPr txBox="1"/>
          <p:nvPr>
            <p:ph idx="4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700"/>
              <a:buNone/>
              <a:defRPr sz="27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2pPr>
            <a:lvl3pPr lvl="2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3pPr>
            <a:lvl4pPr lvl="3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4pPr>
            <a:lvl5pPr lvl="4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5pPr>
            <a:lvl6pPr lvl="5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6pPr>
            <a:lvl7pPr lvl="6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7pPr>
            <a:lvl8pPr lvl="7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8pPr>
            <a:lvl9pPr lvl="8" rtl="0">
              <a:spcBef>
                <a:spcPts val="0"/>
              </a:spcBef>
              <a:spcAft>
                <a:spcPts val="0"/>
              </a:spcAft>
              <a:buSzPts val="2700"/>
              <a:buNone/>
              <a:defRPr sz="2700"/>
            </a:lvl9pPr>
          </a:lstStyle>
          <a:p/>
        </p:txBody>
      </p:sp>
      <p:cxnSp>
        <p:nvCxnSpPr>
          <p:cNvPr id="4215" name="Google Shape;4215;p421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6" name="Google Shape;4216;p421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2">
  <p:cSld name="CUSTOM_19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17" name="Shape 4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8" name="Google Shape;4218;p422"/>
          <p:cNvSpPr/>
          <p:nvPr/>
        </p:nvSpPr>
        <p:spPr>
          <a:xfrm rot="10800000">
            <a:off x="1791252" y="3021182"/>
            <a:ext cx="7428100" cy="2272125"/>
          </a:xfrm>
          <a:custGeom>
            <a:rect b="b" l="l" r="r" t="t"/>
            <a:pathLst>
              <a:path extrusionOk="0" h="90885" w="297124">
                <a:moveTo>
                  <a:pt x="0" y="90885"/>
                </a:moveTo>
                <a:lnTo>
                  <a:pt x="0" y="80897"/>
                </a:lnTo>
                <a:lnTo>
                  <a:pt x="0" y="0"/>
                </a:lnTo>
                <a:lnTo>
                  <a:pt x="297124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4219" name="Google Shape;4219;p422"/>
          <p:cNvSpPr/>
          <p:nvPr/>
        </p:nvSpPr>
        <p:spPr>
          <a:xfrm rot="10800000">
            <a:off x="3710841" y="-90416"/>
            <a:ext cx="5480575" cy="4128825"/>
          </a:xfrm>
          <a:custGeom>
            <a:rect b="b" l="l" r="r" t="t"/>
            <a:pathLst>
              <a:path extrusionOk="0" h="165153" w="219223">
                <a:moveTo>
                  <a:pt x="0" y="40311"/>
                </a:moveTo>
                <a:lnTo>
                  <a:pt x="0" y="165153"/>
                </a:lnTo>
                <a:lnTo>
                  <a:pt x="219223" y="165153"/>
                </a:lnTo>
                <a:lnTo>
                  <a:pt x="123872" y="0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220" name="Google Shape;4220;p422"/>
          <p:cNvSpPr/>
          <p:nvPr/>
        </p:nvSpPr>
        <p:spPr>
          <a:xfrm>
            <a:off x="-137325" y="961300"/>
            <a:ext cx="3731225" cy="4344500"/>
          </a:xfrm>
          <a:custGeom>
            <a:rect b="b" l="l" r="r" t="t"/>
            <a:pathLst>
              <a:path extrusionOk="0" h="173780" w="149249">
                <a:moveTo>
                  <a:pt x="96194" y="167653"/>
                </a:moveTo>
                <a:lnTo>
                  <a:pt x="0" y="173780"/>
                </a:lnTo>
                <a:lnTo>
                  <a:pt x="0" y="0"/>
                </a:lnTo>
                <a:lnTo>
                  <a:pt x="149249" y="151328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221" name="Google Shape;4221;p422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2" name="Google Shape;4222;p422"/>
          <p:cNvSpPr txBox="1"/>
          <p:nvPr>
            <p:ph idx="1" type="body"/>
          </p:nvPr>
        </p:nvSpPr>
        <p:spPr>
          <a:xfrm>
            <a:off x="2078825" y="3802375"/>
            <a:ext cx="5229300" cy="6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4223" name="Google Shape;4223;p422"/>
          <p:cNvCxnSpPr/>
          <p:nvPr/>
        </p:nvCxnSpPr>
        <p:spPr>
          <a:xfrm>
            <a:off x="4426663" y="606925"/>
            <a:ext cx="2907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24" name="Google Shape;4224;p422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225" name="Google Shape;4225;p422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6" name="Google Shape;4226;p422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8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27" name="Shape 4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8" name="Google Shape;4228;p423"/>
          <p:cNvGrpSpPr/>
          <p:nvPr/>
        </p:nvGrpSpPr>
        <p:grpSpPr>
          <a:xfrm>
            <a:off x="-152625" y="-124843"/>
            <a:ext cx="9355008" cy="5419676"/>
            <a:chOff x="-152625" y="-124843"/>
            <a:chExt cx="9355008" cy="5419676"/>
          </a:xfrm>
        </p:grpSpPr>
        <p:sp>
          <p:nvSpPr>
            <p:cNvPr id="4229" name="Google Shape;4229;p423"/>
            <p:cNvSpPr/>
            <p:nvPr/>
          </p:nvSpPr>
          <p:spPr>
            <a:xfrm>
              <a:off x="-149800" y="-112350"/>
              <a:ext cx="7428100" cy="2272125"/>
            </a:xfrm>
            <a:custGeom>
              <a:rect b="b" l="l" r="r" t="t"/>
              <a:pathLst>
                <a:path extrusionOk="0" h="90885" w="297124">
                  <a:moveTo>
                    <a:pt x="0" y="90885"/>
                  </a:moveTo>
                  <a:lnTo>
                    <a:pt x="0" y="80897"/>
                  </a:lnTo>
                  <a:lnTo>
                    <a:pt x="0" y="0"/>
                  </a:lnTo>
                  <a:lnTo>
                    <a:pt x="297124" y="0"/>
                  </a:lnTo>
                  <a:close/>
                </a:path>
              </a:pathLst>
            </a:custGeom>
            <a:solidFill>
              <a:srgbClr val="F7E5B7">
                <a:alpha val="52679"/>
              </a:srgbClr>
            </a:solidFill>
            <a:ln>
              <a:noFill/>
            </a:ln>
          </p:spPr>
        </p:sp>
        <p:sp>
          <p:nvSpPr>
            <p:cNvPr id="4230" name="Google Shape;4230;p423"/>
            <p:cNvSpPr/>
            <p:nvPr/>
          </p:nvSpPr>
          <p:spPr>
            <a:xfrm>
              <a:off x="-152625" y="1148825"/>
              <a:ext cx="5483400" cy="4144475"/>
            </a:xfrm>
            <a:custGeom>
              <a:rect b="b" l="l" r="r" t="t"/>
              <a:pathLst>
                <a:path extrusionOk="0" h="165779" w="219336">
                  <a:moveTo>
                    <a:pt x="0" y="40581"/>
                  </a:moveTo>
                  <a:lnTo>
                    <a:pt x="113" y="165779"/>
                  </a:lnTo>
                  <a:lnTo>
                    <a:pt x="219336" y="165779"/>
                  </a:lnTo>
                  <a:lnTo>
                    <a:pt x="125233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4231" name="Google Shape;4231;p423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4232" name="Google Shape;4232;p423"/>
            <p:cNvSpPr/>
            <p:nvPr/>
          </p:nvSpPr>
          <p:spPr>
            <a:xfrm>
              <a:off x="2972758" y="401008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4233" name="Google Shape;4233;p423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4" name="Google Shape;4234;p423"/>
          <p:cNvSpPr txBox="1"/>
          <p:nvPr>
            <p:ph type="title"/>
          </p:nvPr>
        </p:nvSpPr>
        <p:spPr>
          <a:xfrm>
            <a:off x="713250" y="748938"/>
            <a:ext cx="7717500" cy="12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235" name="Google Shape;4235;p423"/>
          <p:cNvSpPr txBox="1"/>
          <p:nvPr>
            <p:ph idx="1" type="body"/>
          </p:nvPr>
        </p:nvSpPr>
        <p:spPr>
          <a:xfrm>
            <a:off x="3068250" y="1958371"/>
            <a:ext cx="3007500" cy="1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400">
                <a:solidFill>
                  <a:srgbClr val="1D262D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200">
                <a:solidFill>
                  <a:srgbClr val="1D262D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●"/>
              <a:defRPr sz="1200">
                <a:solidFill>
                  <a:srgbClr val="1D262D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rgbClr val="1D262D"/>
              </a:buClr>
              <a:buSzPts val="1200"/>
              <a:buChar char="○"/>
              <a:defRPr sz="1200">
                <a:solidFill>
                  <a:srgbClr val="1D262D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rgbClr val="1D262D"/>
              </a:buClr>
              <a:buSzPts val="1200"/>
              <a:buChar char="■"/>
              <a:defRPr sz="1200">
                <a:solidFill>
                  <a:srgbClr val="1D262D"/>
                </a:solidFill>
              </a:defRPr>
            </a:lvl9pPr>
          </a:lstStyle>
          <a:p/>
        </p:txBody>
      </p:sp>
      <p:sp>
        <p:nvSpPr>
          <p:cNvPr id="4236" name="Google Shape;4236;p423"/>
          <p:cNvSpPr txBox="1"/>
          <p:nvPr/>
        </p:nvSpPr>
        <p:spPr>
          <a:xfrm>
            <a:off x="2308225" y="3221200"/>
            <a:ext cx="4525500" cy="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 This presentation template was created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b="1" lang="en" sz="1100">
                <a:solidFill>
                  <a:schemeClr val="dk1"/>
                </a:solidFill>
                <a:uFill>
                  <a:noFill/>
                </a:uFill>
                <a:latin typeface="Barlow"/>
                <a:ea typeface="Barlow"/>
                <a:cs typeface="Barlow"/>
                <a:sym typeface="Barlow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sz="11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237" name="Google Shape;4237;p423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8" name="Google Shape;4238;p423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 3">
  <p:cSld name="CUSTOM_1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39" name="Shape 4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0" name="Google Shape;4240;p424"/>
          <p:cNvGrpSpPr/>
          <p:nvPr/>
        </p:nvGrpSpPr>
        <p:grpSpPr>
          <a:xfrm flipH="1" rot="10800000">
            <a:off x="-138833" y="-124843"/>
            <a:ext cx="9352183" cy="5430643"/>
            <a:chOff x="-138833" y="-124843"/>
            <a:chExt cx="9352183" cy="5430643"/>
          </a:xfrm>
        </p:grpSpPr>
        <p:sp>
          <p:nvSpPr>
            <p:cNvPr id="4241" name="Google Shape;4241;p424"/>
            <p:cNvSpPr/>
            <p:nvPr/>
          </p:nvSpPr>
          <p:spPr>
            <a:xfrm>
              <a:off x="-138833" y="1175449"/>
              <a:ext cx="5480575" cy="4128825"/>
            </a:xfrm>
            <a:custGeom>
              <a:rect b="b" l="l" r="r" t="t"/>
              <a:pathLst>
                <a:path extrusionOk="0" h="165153" w="219223">
                  <a:moveTo>
                    <a:pt x="0" y="40311"/>
                  </a:moveTo>
                  <a:lnTo>
                    <a:pt x="0" y="165153"/>
                  </a:lnTo>
                  <a:lnTo>
                    <a:pt x="219223" y="165153"/>
                  </a:lnTo>
                  <a:lnTo>
                    <a:pt x="123872" y="0"/>
                  </a:lnTo>
                  <a:close/>
                </a:path>
              </a:pathLst>
            </a:custGeom>
            <a:solidFill>
              <a:srgbClr val="96B3C1">
                <a:alpha val="38840"/>
              </a:srgbClr>
            </a:solidFill>
            <a:ln>
              <a:noFill/>
            </a:ln>
          </p:spPr>
        </p:sp>
        <p:sp>
          <p:nvSpPr>
            <p:cNvPr id="4242" name="Google Shape;4242;p424"/>
            <p:cNvSpPr/>
            <p:nvPr/>
          </p:nvSpPr>
          <p:spPr>
            <a:xfrm>
              <a:off x="5480566" y="-124843"/>
              <a:ext cx="3720300" cy="4344500"/>
            </a:xfrm>
            <a:custGeom>
              <a:rect b="b" l="l" r="r" t="t"/>
              <a:pathLst>
                <a:path extrusionOk="0" h="173780" w="148812">
                  <a:moveTo>
                    <a:pt x="70911" y="0"/>
                  </a:moveTo>
                  <a:lnTo>
                    <a:pt x="148812" y="0"/>
                  </a:lnTo>
                  <a:lnTo>
                    <a:pt x="148812" y="173780"/>
                  </a:lnTo>
                  <a:lnTo>
                    <a:pt x="0" y="22971"/>
                  </a:lnTo>
                  <a:close/>
                </a:path>
              </a:pathLst>
            </a:custGeom>
            <a:solidFill>
              <a:srgbClr val="595959">
                <a:alpha val="16960"/>
              </a:srgbClr>
            </a:solidFill>
            <a:ln>
              <a:noFill/>
            </a:ln>
          </p:spPr>
        </p:sp>
        <p:sp>
          <p:nvSpPr>
            <p:cNvPr id="4243" name="Google Shape;4243;p424"/>
            <p:cNvSpPr/>
            <p:nvPr/>
          </p:nvSpPr>
          <p:spPr>
            <a:xfrm>
              <a:off x="2983725" y="411975"/>
              <a:ext cx="6229625" cy="4893825"/>
            </a:xfrm>
            <a:custGeom>
              <a:rect b="b" l="l" r="r" t="t"/>
              <a:pathLst>
                <a:path extrusionOk="0" h="195753" w="249185">
                  <a:moveTo>
                    <a:pt x="0" y="32459"/>
                  </a:moveTo>
                  <a:lnTo>
                    <a:pt x="94381" y="195753"/>
                  </a:lnTo>
                  <a:lnTo>
                    <a:pt x="249185" y="195753"/>
                  </a:lnTo>
                  <a:lnTo>
                    <a:pt x="249185" y="152308"/>
                  </a:lnTo>
                  <a:lnTo>
                    <a:pt x="98875" y="0"/>
                  </a:lnTo>
                  <a:close/>
                </a:path>
              </a:pathLst>
            </a:custGeom>
            <a:solidFill>
              <a:srgbClr val="9EDDEF">
                <a:alpha val="29460"/>
              </a:srgbClr>
            </a:solidFill>
            <a:ln>
              <a:noFill/>
            </a:ln>
          </p:spPr>
        </p:sp>
      </p:grpSp>
      <p:sp>
        <p:nvSpPr>
          <p:cNvPr id="4244" name="Google Shape;4244;p424"/>
          <p:cNvSpPr/>
          <p:nvPr/>
        </p:nvSpPr>
        <p:spPr>
          <a:xfrm>
            <a:off x="-24000" y="410550"/>
            <a:ext cx="9192000" cy="4322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5" name="Google Shape;4245;p424"/>
          <p:cNvSpPr txBox="1"/>
          <p:nvPr>
            <p:ph idx="1" type="body"/>
          </p:nvPr>
        </p:nvSpPr>
        <p:spPr>
          <a:xfrm>
            <a:off x="713225" y="1348475"/>
            <a:ext cx="7717500" cy="325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"/>
              <a:buChar char="●"/>
              <a:defRPr sz="1400"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46" name="Google Shape;4246;p424"/>
          <p:cNvSpPr txBox="1"/>
          <p:nvPr>
            <p:ph type="title"/>
          </p:nvPr>
        </p:nvSpPr>
        <p:spPr>
          <a:xfrm>
            <a:off x="1974300" y="6069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247" name="Google Shape;4247;p424"/>
          <p:cNvCxnSpPr/>
          <p:nvPr/>
        </p:nvCxnSpPr>
        <p:spPr>
          <a:xfrm>
            <a:off x="-111387" y="564550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48" name="Google Shape;4248;p424"/>
          <p:cNvCxnSpPr/>
          <p:nvPr/>
        </p:nvCxnSpPr>
        <p:spPr>
          <a:xfrm>
            <a:off x="-111387" y="4582625"/>
            <a:ext cx="928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49" name="Shape 4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0" name="Google Shape;4250;p425"/>
          <p:cNvSpPr/>
          <p:nvPr/>
        </p:nvSpPr>
        <p:spPr>
          <a:xfrm>
            <a:off x="-124850" y="-126358"/>
            <a:ext cx="8626600" cy="3433150"/>
          </a:xfrm>
          <a:custGeom>
            <a:rect b="b" l="l" r="r" t="t"/>
            <a:pathLst>
              <a:path extrusionOk="0" h="137326" w="345064">
                <a:moveTo>
                  <a:pt x="0" y="0"/>
                </a:moveTo>
                <a:lnTo>
                  <a:pt x="215728" y="137326"/>
                </a:lnTo>
                <a:lnTo>
                  <a:pt x="345064" y="0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251" name="Google Shape;4251;p425"/>
          <p:cNvSpPr/>
          <p:nvPr/>
        </p:nvSpPr>
        <p:spPr>
          <a:xfrm>
            <a:off x="5836207" y="-82490"/>
            <a:ext cx="3445650" cy="5180950"/>
          </a:xfrm>
          <a:custGeom>
            <a:rect b="b" l="l" r="r" t="t"/>
            <a:pathLst>
              <a:path extrusionOk="0" h="207238" w="137826">
                <a:moveTo>
                  <a:pt x="104368" y="0"/>
                </a:moveTo>
                <a:lnTo>
                  <a:pt x="137826" y="0"/>
                </a:lnTo>
                <a:lnTo>
                  <a:pt x="137826" y="207238"/>
                </a:lnTo>
                <a:lnTo>
                  <a:pt x="0" y="111859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4252" name="Google Shape;4252;p425"/>
          <p:cNvSpPr/>
          <p:nvPr/>
        </p:nvSpPr>
        <p:spPr>
          <a:xfrm>
            <a:off x="-137325" y="-124850"/>
            <a:ext cx="3770225" cy="3870125"/>
          </a:xfrm>
          <a:custGeom>
            <a:rect b="b" l="l" r="r" t="t"/>
            <a:pathLst>
              <a:path extrusionOk="0" h="154805" w="150809">
                <a:moveTo>
                  <a:pt x="1498" y="0"/>
                </a:moveTo>
                <a:lnTo>
                  <a:pt x="150809" y="95879"/>
                </a:lnTo>
                <a:lnTo>
                  <a:pt x="51435" y="154805"/>
                </a:lnTo>
                <a:lnTo>
                  <a:pt x="0" y="154805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4253" name="Google Shape;4253;p425"/>
          <p:cNvSpPr/>
          <p:nvPr/>
        </p:nvSpPr>
        <p:spPr>
          <a:xfrm>
            <a:off x="-65800" y="2281125"/>
            <a:ext cx="5351875" cy="2917200"/>
          </a:xfrm>
          <a:custGeom>
            <a:rect b="b" l="l" r="r" t="t"/>
            <a:pathLst>
              <a:path extrusionOk="0" h="116688" w="214075">
                <a:moveTo>
                  <a:pt x="211881" y="116688"/>
                </a:moveTo>
                <a:lnTo>
                  <a:pt x="0" y="116688"/>
                </a:lnTo>
                <a:lnTo>
                  <a:pt x="0" y="58783"/>
                </a:lnTo>
                <a:lnTo>
                  <a:pt x="48255" y="58783"/>
                </a:lnTo>
                <a:lnTo>
                  <a:pt x="147396" y="0"/>
                </a:lnTo>
                <a:lnTo>
                  <a:pt x="214075" y="4123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54" name="Shape 4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5" name="Google Shape;4255;p426"/>
          <p:cNvSpPr/>
          <p:nvPr/>
        </p:nvSpPr>
        <p:spPr>
          <a:xfrm rot="10800000">
            <a:off x="2684116" y="-137325"/>
            <a:ext cx="6629125" cy="2933800"/>
          </a:xfrm>
          <a:custGeom>
            <a:rect b="b" l="l" r="r" t="t"/>
            <a:pathLst>
              <a:path extrusionOk="0" h="117352" w="265165">
                <a:moveTo>
                  <a:pt x="155803" y="0"/>
                </a:moveTo>
                <a:lnTo>
                  <a:pt x="218724" y="40948"/>
                </a:lnTo>
                <a:lnTo>
                  <a:pt x="265165" y="117352"/>
                </a:lnTo>
                <a:lnTo>
                  <a:pt x="0" y="117352"/>
                </a:lnTo>
                <a:lnTo>
                  <a:pt x="0" y="58426"/>
                </a:lnTo>
                <a:lnTo>
                  <a:pt x="57427" y="58426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256" name="Google Shape;4256;p426"/>
          <p:cNvSpPr/>
          <p:nvPr/>
        </p:nvSpPr>
        <p:spPr>
          <a:xfrm>
            <a:off x="2883850" y="3632900"/>
            <a:ext cx="6354475" cy="1598000"/>
          </a:xfrm>
          <a:custGeom>
            <a:rect b="b" l="l" r="r" t="t"/>
            <a:pathLst>
              <a:path extrusionOk="0" h="63920" w="254179">
                <a:moveTo>
                  <a:pt x="153806" y="0"/>
                </a:moveTo>
                <a:lnTo>
                  <a:pt x="0" y="63920"/>
                </a:lnTo>
                <a:lnTo>
                  <a:pt x="254179" y="63920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4257" name="Google Shape;4257;p426"/>
          <p:cNvSpPr/>
          <p:nvPr/>
        </p:nvSpPr>
        <p:spPr>
          <a:xfrm>
            <a:off x="-87400" y="-112350"/>
            <a:ext cx="3932550" cy="5318275"/>
          </a:xfrm>
          <a:custGeom>
            <a:rect b="b" l="l" r="r" t="t"/>
            <a:pathLst>
              <a:path extrusionOk="0" h="212731" w="157302">
                <a:moveTo>
                  <a:pt x="157302" y="75904"/>
                </a:moveTo>
                <a:lnTo>
                  <a:pt x="120848" y="212731"/>
                </a:lnTo>
                <a:lnTo>
                  <a:pt x="0" y="212731"/>
                </a:lnTo>
                <a:lnTo>
                  <a:pt x="0" y="0"/>
                </a:lnTo>
                <a:lnTo>
                  <a:pt x="111859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  <p:sp>
        <p:nvSpPr>
          <p:cNvPr id="4258" name="Google Shape;4258;p426"/>
          <p:cNvSpPr/>
          <p:nvPr/>
        </p:nvSpPr>
        <p:spPr>
          <a:xfrm>
            <a:off x="5425014" y="1345736"/>
            <a:ext cx="3751250" cy="3860600"/>
          </a:xfrm>
          <a:custGeom>
            <a:rect b="b" l="l" r="r" t="t"/>
            <a:pathLst>
              <a:path extrusionOk="0" h="154424" w="150050">
                <a:moveTo>
                  <a:pt x="97566" y="0"/>
                </a:moveTo>
                <a:lnTo>
                  <a:pt x="0" y="57867"/>
                </a:lnTo>
                <a:lnTo>
                  <a:pt x="150050" y="154424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1_1_1_1_1_1_1_1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59" name="Shape 4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0" name="Google Shape;4260;p427"/>
          <p:cNvSpPr/>
          <p:nvPr/>
        </p:nvSpPr>
        <p:spPr>
          <a:xfrm>
            <a:off x="-239800" y="-124825"/>
            <a:ext cx="4422355" cy="5368200"/>
          </a:xfrm>
          <a:custGeom>
            <a:rect b="b" l="l" r="r" t="t"/>
            <a:pathLst>
              <a:path extrusionOk="0" h="214728" w="174280">
                <a:moveTo>
                  <a:pt x="2997" y="0"/>
                </a:moveTo>
                <a:lnTo>
                  <a:pt x="174280" y="125341"/>
                </a:lnTo>
                <a:lnTo>
                  <a:pt x="174280" y="214728"/>
                </a:lnTo>
                <a:lnTo>
                  <a:pt x="0" y="214728"/>
                </a:lnTo>
                <a:lnTo>
                  <a:pt x="0" y="4993"/>
                </a:lnTo>
                <a:close/>
              </a:path>
            </a:pathLst>
          </a:custGeom>
          <a:solidFill>
            <a:srgbClr val="F7E5B7">
              <a:alpha val="52679"/>
            </a:srgbClr>
          </a:solidFill>
          <a:ln>
            <a:noFill/>
          </a:ln>
        </p:spPr>
      </p:sp>
      <p:sp>
        <p:nvSpPr>
          <p:cNvPr id="4261" name="Google Shape;4261;p427"/>
          <p:cNvSpPr/>
          <p:nvPr/>
        </p:nvSpPr>
        <p:spPr>
          <a:xfrm>
            <a:off x="4182502" y="1960030"/>
            <a:ext cx="4219583" cy="3295825"/>
          </a:xfrm>
          <a:custGeom>
            <a:rect b="b" l="l" r="r" t="t"/>
            <a:pathLst>
              <a:path extrusionOk="0" h="131833" w="166289">
                <a:moveTo>
                  <a:pt x="0" y="131833"/>
                </a:moveTo>
                <a:lnTo>
                  <a:pt x="12484" y="131334"/>
                </a:lnTo>
                <a:lnTo>
                  <a:pt x="166289" y="131334"/>
                </a:lnTo>
                <a:lnTo>
                  <a:pt x="95878" y="0"/>
                </a:lnTo>
                <a:lnTo>
                  <a:pt x="0" y="42946"/>
                </a:lnTo>
                <a:close/>
              </a:path>
            </a:pathLst>
          </a:custGeom>
          <a:solidFill>
            <a:srgbClr val="9EDDEF">
              <a:alpha val="29460"/>
            </a:srgbClr>
          </a:solidFill>
          <a:ln>
            <a:noFill/>
          </a:ln>
        </p:spPr>
      </p:sp>
      <p:sp>
        <p:nvSpPr>
          <p:cNvPr id="4262" name="Google Shape;4262;p427"/>
          <p:cNvSpPr/>
          <p:nvPr/>
        </p:nvSpPr>
        <p:spPr>
          <a:xfrm>
            <a:off x="-151090" y="-99863"/>
            <a:ext cx="6918621" cy="3121050"/>
          </a:xfrm>
          <a:custGeom>
            <a:rect b="b" l="l" r="r" t="t"/>
            <a:pathLst>
              <a:path extrusionOk="0" h="124842" w="272655">
                <a:moveTo>
                  <a:pt x="0" y="0"/>
                </a:moveTo>
                <a:lnTo>
                  <a:pt x="272655" y="0"/>
                </a:lnTo>
                <a:lnTo>
                  <a:pt x="266164" y="82895"/>
                </a:lnTo>
                <a:lnTo>
                  <a:pt x="171284" y="124842"/>
                </a:lnTo>
                <a:close/>
              </a:path>
            </a:pathLst>
          </a:custGeom>
          <a:solidFill>
            <a:srgbClr val="96B3C1">
              <a:alpha val="38840"/>
            </a:srgbClr>
          </a:solidFill>
          <a:ln>
            <a:noFill/>
          </a:ln>
        </p:spPr>
      </p:sp>
      <p:sp>
        <p:nvSpPr>
          <p:cNvPr id="4263" name="Google Shape;4263;p427"/>
          <p:cNvSpPr/>
          <p:nvPr/>
        </p:nvSpPr>
        <p:spPr>
          <a:xfrm>
            <a:off x="6626802" y="1954877"/>
            <a:ext cx="2785600" cy="3323000"/>
          </a:xfrm>
          <a:custGeom>
            <a:rect b="b" l="l" r="r" t="t"/>
            <a:pathLst>
              <a:path extrusionOk="0" h="132920" w="111424">
                <a:moveTo>
                  <a:pt x="0" y="878"/>
                </a:moveTo>
                <a:lnTo>
                  <a:pt x="71505" y="132920"/>
                </a:lnTo>
                <a:lnTo>
                  <a:pt x="111424" y="132920"/>
                </a:lnTo>
                <a:lnTo>
                  <a:pt x="107038" y="0"/>
                </a:lnTo>
                <a:close/>
              </a:path>
            </a:pathLst>
          </a:custGeom>
          <a:solidFill>
            <a:srgbClr val="595959">
              <a:alpha val="16960"/>
            </a:srgbClr>
          </a:solidFill>
          <a:ln>
            <a:noFill/>
          </a:ln>
        </p:spPr>
      </p:sp>
    </p:spTree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264" name="Shape 426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38" Type="http://schemas.openxmlformats.org/officeDocument/2006/relationships/theme" Target="../theme/theme5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77.xml"/><Relationship Id="rId42" Type="http://schemas.openxmlformats.org/officeDocument/2006/relationships/slideLayout" Target="../slideLayouts/slideLayout79.xml"/><Relationship Id="rId41" Type="http://schemas.openxmlformats.org/officeDocument/2006/relationships/slideLayout" Target="../slideLayouts/slideLayout78.xml"/><Relationship Id="rId44" Type="http://schemas.openxmlformats.org/officeDocument/2006/relationships/slideLayout" Target="../slideLayouts/slideLayout81.xml"/><Relationship Id="rId43" Type="http://schemas.openxmlformats.org/officeDocument/2006/relationships/slideLayout" Target="../slideLayouts/slideLayout80.xml"/><Relationship Id="rId46" Type="http://schemas.openxmlformats.org/officeDocument/2006/relationships/slideLayout" Target="../slideLayouts/slideLayout83.xml"/><Relationship Id="rId45" Type="http://schemas.openxmlformats.org/officeDocument/2006/relationships/slideLayout" Target="../slideLayouts/slideLayout82.xml"/><Relationship Id="rId1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9.xml"/><Relationship Id="rId3" Type="http://schemas.openxmlformats.org/officeDocument/2006/relationships/slideLayout" Target="../slideLayouts/slideLayout40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85.xml"/><Relationship Id="rId47" Type="http://schemas.openxmlformats.org/officeDocument/2006/relationships/slideLayout" Target="../slideLayouts/slideLayout84.xml"/><Relationship Id="rId49" Type="http://schemas.openxmlformats.org/officeDocument/2006/relationships/slideLayout" Target="../slideLayouts/slideLayout86.xml"/><Relationship Id="rId5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5.xml"/><Relationship Id="rId31" Type="http://schemas.openxmlformats.org/officeDocument/2006/relationships/slideLayout" Target="../slideLayouts/slideLayout68.xml"/><Relationship Id="rId30" Type="http://schemas.openxmlformats.org/officeDocument/2006/relationships/slideLayout" Target="../slideLayouts/slideLayout67.xml"/><Relationship Id="rId33" Type="http://schemas.openxmlformats.org/officeDocument/2006/relationships/slideLayout" Target="../slideLayouts/slideLayout70.xml"/><Relationship Id="rId32" Type="http://schemas.openxmlformats.org/officeDocument/2006/relationships/slideLayout" Target="../slideLayouts/slideLayout69.xml"/><Relationship Id="rId35" Type="http://schemas.openxmlformats.org/officeDocument/2006/relationships/slideLayout" Target="../slideLayouts/slideLayout72.xml"/><Relationship Id="rId34" Type="http://schemas.openxmlformats.org/officeDocument/2006/relationships/slideLayout" Target="../slideLayouts/slideLayout71.xml"/><Relationship Id="rId37" Type="http://schemas.openxmlformats.org/officeDocument/2006/relationships/slideLayout" Target="../slideLayouts/slideLayout74.xml"/><Relationship Id="rId36" Type="http://schemas.openxmlformats.org/officeDocument/2006/relationships/slideLayout" Target="../slideLayouts/slideLayout73.xml"/><Relationship Id="rId39" Type="http://schemas.openxmlformats.org/officeDocument/2006/relationships/slideLayout" Target="../slideLayouts/slideLayout76.xml"/><Relationship Id="rId38" Type="http://schemas.openxmlformats.org/officeDocument/2006/relationships/slideLayout" Target="../slideLayouts/slideLayout75.xml"/><Relationship Id="rId62" Type="http://schemas.openxmlformats.org/officeDocument/2006/relationships/slideLayout" Target="../slideLayouts/slideLayout99.xml"/><Relationship Id="rId61" Type="http://schemas.openxmlformats.org/officeDocument/2006/relationships/slideLayout" Target="../slideLayouts/slideLayout98.xml"/><Relationship Id="rId20" Type="http://schemas.openxmlformats.org/officeDocument/2006/relationships/slideLayout" Target="../slideLayouts/slideLayout57.xml"/><Relationship Id="rId64" Type="http://schemas.openxmlformats.org/officeDocument/2006/relationships/slideLayout" Target="../slideLayouts/slideLayout101.xml"/><Relationship Id="rId63" Type="http://schemas.openxmlformats.org/officeDocument/2006/relationships/slideLayout" Target="../slideLayouts/slideLayout100.xml"/><Relationship Id="rId22" Type="http://schemas.openxmlformats.org/officeDocument/2006/relationships/slideLayout" Target="../slideLayouts/slideLayout59.xml"/><Relationship Id="rId21" Type="http://schemas.openxmlformats.org/officeDocument/2006/relationships/slideLayout" Target="../slideLayouts/slideLayout58.xml"/><Relationship Id="rId65" Type="http://schemas.openxmlformats.org/officeDocument/2006/relationships/theme" Target="../theme/theme2.xml"/><Relationship Id="rId24" Type="http://schemas.openxmlformats.org/officeDocument/2006/relationships/slideLayout" Target="../slideLayouts/slideLayout61.xml"/><Relationship Id="rId23" Type="http://schemas.openxmlformats.org/officeDocument/2006/relationships/slideLayout" Target="../slideLayouts/slideLayout60.xml"/><Relationship Id="rId60" Type="http://schemas.openxmlformats.org/officeDocument/2006/relationships/slideLayout" Target="../slideLayouts/slideLayout97.xml"/><Relationship Id="rId26" Type="http://schemas.openxmlformats.org/officeDocument/2006/relationships/slideLayout" Target="../slideLayouts/slideLayout63.xml"/><Relationship Id="rId25" Type="http://schemas.openxmlformats.org/officeDocument/2006/relationships/slideLayout" Target="../slideLayouts/slideLayout62.xml"/><Relationship Id="rId28" Type="http://schemas.openxmlformats.org/officeDocument/2006/relationships/slideLayout" Target="../slideLayouts/slideLayout65.xml"/><Relationship Id="rId27" Type="http://schemas.openxmlformats.org/officeDocument/2006/relationships/slideLayout" Target="../slideLayouts/slideLayout64.xml"/><Relationship Id="rId29" Type="http://schemas.openxmlformats.org/officeDocument/2006/relationships/slideLayout" Target="../slideLayouts/slideLayout66.xml"/><Relationship Id="rId51" Type="http://schemas.openxmlformats.org/officeDocument/2006/relationships/slideLayout" Target="../slideLayouts/slideLayout88.xml"/><Relationship Id="rId50" Type="http://schemas.openxmlformats.org/officeDocument/2006/relationships/slideLayout" Target="../slideLayouts/slideLayout87.xml"/><Relationship Id="rId53" Type="http://schemas.openxmlformats.org/officeDocument/2006/relationships/slideLayout" Target="../slideLayouts/slideLayout90.xml"/><Relationship Id="rId52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48.xml"/><Relationship Id="rId55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47.xml"/><Relationship Id="rId54" Type="http://schemas.openxmlformats.org/officeDocument/2006/relationships/slideLayout" Target="../slideLayouts/slideLayout91.xml"/><Relationship Id="rId13" Type="http://schemas.openxmlformats.org/officeDocument/2006/relationships/slideLayout" Target="../slideLayouts/slideLayout50.xml"/><Relationship Id="rId57" Type="http://schemas.openxmlformats.org/officeDocument/2006/relationships/slideLayout" Target="../slideLayouts/slideLayout94.xml"/><Relationship Id="rId12" Type="http://schemas.openxmlformats.org/officeDocument/2006/relationships/slideLayout" Target="../slideLayouts/slideLayout49.xml"/><Relationship Id="rId56" Type="http://schemas.openxmlformats.org/officeDocument/2006/relationships/slideLayout" Target="../slideLayouts/slideLayout93.xml"/><Relationship Id="rId15" Type="http://schemas.openxmlformats.org/officeDocument/2006/relationships/slideLayout" Target="../slideLayouts/slideLayout52.xml"/><Relationship Id="rId59" Type="http://schemas.openxmlformats.org/officeDocument/2006/relationships/slideLayout" Target="../slideLayouts/slideLayout96.xml"/><Relationship Id="rId14" Type="http://schemas.openxmlformats.org/officeDocument/2006/relationships/slideLayout" Target="../slideLayouts/slideLayout51.xml"/><Relationship Id="rId58" Type="http://schemas.openxmlformats.org/officeDocument/2006/relationships/slideLayout" Target="../slideLayouts/slideLayout95.xml"/><Relationship Id="rId17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56.xml"/><Relationship Id="rId18" Type="http://schemas.openxmlformats.org/officeDocument/2006/relationships/slideLayout" Target="../slideLayouts/slideLayout55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41.xml"/><Relationship Id="rId42" Type="http://schemas.openxmlformats.org/officeDocument/2006/relationships/slideLayout" Target="../slideLayouts/slideLayout143.xml"/><Relationship Id="rId41" Type="http://schemas.openxmlformats.org/officeDocument/2006/relationships/slideLayout" Target="../slideLayouts/slideLayout142.xml"/><Relationship Id="rId44" Type="http://schemas.openxmlformats.org/officeDocument/2006/relationships/slideLayout" Target="../slideLayouts/slideLayout145.xml"/><Relationship Id="rId43" Type="http://schemas.openxmlformats.org/officeDocument/2006/relationships/slideLayout" Target="../slideLayouts/slideLayout144.xml"/><Relationship Id="rId46" Type="http://schemas.openxmlformats.org/officeDocument/2006/relationships/slideLayout" Target="../slideLayouts/slideLayout147.xml"/><Relationship Id="rId45" Type="http://schemas.openxmlformats.org/officeDocument/2006/relationships/slideLayout" Target="../slideLayouts/slideLayout146.xml"/><Relationship Id="rId1" Type="http://schemas.openxmlformats.org/officeDocument/2006/relationships/slideLayout" Target="../slideLayouts/slideLayout102.xml"/><Relationship Id="rId2" Type="http://schemas.openxmlformats.org/officeDocument/2006/relationships/slideLayout" Target="../slideLayouts/slideLayout103.xml"/><Relationship Id="rId3" Type="http://schemas.openxmlformats.org/officeDocument/2006/relationships/slideLayout" Target="../slideLayouts/slideLayout104.xml"/><Relationship Id="rId4" Type="http://schemas.openxmlformats.org/officeDocument/2006/relationships/slideLayout" Target="../slideLayouts/slideLayout105.xml"/><Relationship Id="rId9" Type="http://schemas.openxmlformats.org/officeDocument/2006/relationships/slideLayout" Target="../slideLayouts/slideLayout110.xml"/><Relationship Id="rId48" Type="http://schemas.openxmlformats.org/officeDocument/2006/relationships/slideLayout" Target="../slideLayouts/slideLayout149.xml"/><Relationship Id="rId47" Type="http://schemas.openxmlformats.org/officeDocument/2006/relationships/slideLayout" Target="../slideLayouts/slideLayout148.xml"/><Relationship Id="rId49" Type="http://schemas.openxmlformats.org/officeDocument/2006/relationships/slideLayout" Target="../slideLayouts/slideLayout150.xml"/><Relationship Id="rId5" Type="http://schemas.openxmlformats.org/officeDocument/2006/relationships/slideLayout" Target="../slideLayouts/slideLayout106.xml"/><Relationship Id="rId6" Type="http://schemas.openxmlformats.org/officeDocument/2006/relationships/slideLayout" Target="../slideLayouts/slideLayout107.xml"/><Relationship Id="rId7" Type="http://schemas.openxmlformats.org/officeDocument/2006/relationships/slideLayout" Target="../slideLayouts/slideLayout108.xml"/><Relationship Id="rId8" Type="http://schemas.openxmlformats.org/officeDocument/2006/relationships/slideLayout" Target="../slideLayouts/slideLayout109.xml"/><Relationship Id="rId31" Type="http://schemas.openxmlformats.org/officeDocument/2006/relationships/slideLayout" Target="../slideLayouts/slideLayout132.xml"/><Relationship Id="rId30" Type="http://schemas.openxmlformats.org/officeDocument/2006/relationships/slideLayout" Target="../slideLayouts/slideLayout131.xml"/><Relationship Id="rId33" Type="http://schemas.openxmlformats.org/officeDocument/2006/relationships/slideLayout" Target="../slideLayouts/slideLayout134.xml"/><Relationship Id="rId32" Type="http://schemas.openxmlformats.org/officeDocument/2006/relationships/slideLayout" Target="../slideLayouts/slideLayout133.xml"/><Relationship Id="rId35" Type="http://schemas.openxmlformats.org/officeDocument/2006/relationships/slideLayout" Target="../slideLayouts/slideLayout136.xml"/><Relationship Id="rId34" Type="http://schemas.openxmlformats.org/officeDocument/2006/relationships/slideLayout" Target="../slideLayouts/slideLayout135.xml"/><Relationship Id="rId37" Type="http://schemas.openxmlformats.org/officeDocument/2006/relationships/slideLayout" Target="../slideLayouts/slideLayout138.xml"/><Relationship Id="rId36" Type="http://schemas.openxmlformats.org/officeDocument/2006/relationships/slideLayout" Target="../slideLayouts/slideLayout137.xml"/><Relationship Id="rId39" Type="http://schemas.openxmlformats.org/officeDocument/2006/relationships/slideLayout" Target="../slideLayouts/slideLayout140.xml"/><Relationship Id="rId38" Type="http://schemas.openxmlformats.org/officeDocument/2006/relationships/slideLayout" Target="../slideLayouts/slideLayout139.xml"/><Relationship Id="rId62" Type="http://schemas.openxmlformats.org/officeDocument/2006/relationships/slideLayout" Target="../slideLayouts/slideLayout163.xml"/><Relationship Id="rId61" Type="http://schemas.openxmlformats.org/officeDocument/2006/relationships/slideLayout" Target="../slideLayouts/slideLayout162.xml"/><Relationship Id="rId20" Type="http://schemas.openxmlformats.org/officeDocument/2006/relationships/slideLayout" Target="../slideLayouts/slideLayout121.xml"/><Relationship Id="rId64" Type="http://schemas.openxmlformats.org/officeDocument/2006/relationships/slideLayout" Target="../slideLayouts/slideLayout165.xml"/><Relationship Id="rId63" Type="http://schemas.openxmlformats.org/officeDocument/2006/relationships/slideLayout" Target="../slideLayouts/slideLayout164.xml"/><Relationship Id="rId22" Type="http://schemas.openxmlformats.org/officeDocument/2006/relationships/slideLayout" Target="../slideLayouts/slideLayout123.xml"/><Relationship Id="rId21" Type="http://schemas.openxmlformats.org/officeDocument/2006/relationships/slideLayout" Target="../slideLayouts/slideLayout122.xml"/><Relationship Id="rId65" Type="http://schemas.openxmlformats.org/officeDocument/2006/relationships/theme" Target="../theme/theme1.xml"/><Relationship Id="rId24" Type="http://schemas.openxmlformats.org/officeDocument/2006/relationships/slideLayout" Target="../slideLayouts/slideLayout125.xml"/><Relationship Id="rId23" Type="http://schemas.openxmlformats.org/officeDocument/2006/relationships/slideLayout" Target="../slideLayouts/slideLayout124.xml"/><Relationship Id="rId60" Type="http://schemas.openxmlformats.org/officeDocument/2006/relationships/slideLayout" Target="../slideLayouts/slideLayout161.xml"/><Relationship Id="rId26" Type="http://schemas.openxmlformats.org/officeDocument/2006/relationships/slideLayout" Target="../slideLayouts/slideLayout127.xml"/><Relationship Id="rId25" Type="http://schemas.openxmlformats.org/officeDocument/2006/relationships/slideLayout" Target="../slideLayouts/slideLayout126.xml"/><Relationship Id="rId28" Type="http://schemas.openxmlformats.org/officeDocument/2006/relationships/slideLayout" Target="../slideLayouts/slideLayout129.xml"/><Relationship Id="rId27" Type="http://schemas.openxmlformats.org/officeDocument/2006/relationships/slideLayout" Target="../slideLayouts/slideLayout128.xml"/><Relationship Id="rId29" Type="http://schemas.openxmlformats.org/officeDocument/2006/relationships/slideLayout" Target="../slideLayouts/slideLayout130.xml"/><Relationship Id="rId51" Type="http://schemas.openxmlformats.org/officeDocument/2006/relationships/slideLayout" Target="../slideLayouts/slideLayout152.xml"/><Relationship Id="rId50" Type="http://schemas.openxmlformats.org/officeDocument/2006/relationships/slideLayout" Target="../slideLayouts/slideLayout151.xml"/><Relationship Id="rId53" Type="http://schemas.openxmlformats.org/officeDocument/2006/relationships/slideLayout" Target="../slideLayouts/slideLayout154.xml"/><Relationship Id="rId52" Type="http://schemas.openxmlformats.org/officeDocument/2006/relationships/slideLayout" Target="../slideLayouts/slideLayout153.xml"/><Relationship Id="rId11" Type="http://schemas.openxmlformats.org/officeDocument/2006/relationships/slideLayout" Target="../slideLayouts/slideLayout112.xml"/><Relationship Id="rId55" Type="http://schemas.openxmlformats.org/officeDocument/2006/relationships/slideLayout" Target="../slideLayouts/slideLayout156.xml"/><Relationship Id="rId10" Type="http://schemas.openxmlformats.org/officeDocument/2006/relationships/slideLayout" Target="../slideLayouts/slideLayout111.xml"/><Relationship Id="rId54" Type="http://schemas.openxmlformats.org/officeDocument/2006/relationships/slideLayout" Target="../slideLayouts/slideLayout155.xml"/><Relationship Id="rId13" Type="http://schemas.openxmlformats.org/officeDocument/2006/relationships/slideLayout" Target="../slideLayouts/slideLayout114.xml"/><Relationship Id="rId57" Type="http://schemas.openxmlformats.org/officeDocument/2006/relationships/slideLayout" Target="../slideLayouts/slideLayout158.xml"/><Relationship Id="rId12" Type="http://schemas.openxmlformats.org/officeDocument/2006/relationships/slideLayout" Target="../slideLayouts/slideLayout113.xml"/><Relationship Id="rId56" Type="http://schemas.openxmlformats.org/officeDocument/2006/relationships/slideLayout" Target="../slideLayouts/slideLayout157.xml"/><Relationship Id="rId15" Type="http://schemas.openxmlformats.org/officeDocument/2006/relationships/slideLayout" Target="../slideLayouts/slideLayout116.xml"/><Relationship Id="rId59" Type="http://schemas.openxmlformats.org/officeDocument/2006/relationships/slideLayout" Target="../slideLayouts/slideLayout160.xml"/><Relationship Id="rId14" Type="http://schemas.openxmlformats.org/officeDocument/2006/relationships/slideLayout" Target="../slideLayouts/slideLayout115.xml"/><Relationship Id="rId58" Type="http://schemas.openxmlformats.org/officeDocument/2006/relationships/slideLayout" Target="../slideLayouts/slideLayout159.xml"/><Relationship Id="rId17" Type="http://schemas.openxmlformats.org/officeDocument/2006/relationships/slideLayout" Target="../slideLayouts/slideLayout118.xml"/><Relationship Id="rId16" Type="http://schemas.openxmlformats.org/officeDocument/2006/relationships/slideLayout" Target="../slideLayouts/slideLayout117.xml"/><Relationship Id="rId19" Type="http://schemas.openxmlformats.org/officeDocument/2006/relationships/slideLayout" Target="../slideLayouts/slideLayout120.xml"/><Relationship Id="rId18" Type="http://schemas.openxmlformats.org/officeDocument/2006/relationships/slideLayout" Target="../slideLayouts/slideLayout119.xml"/></Relationships>
</file>

<file path=ppt/slideMasters/_rels/slideMaster4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05.xml"/><Relationship Id="rId42" Type="http://schemas.openxmlformats.org/officeDocument/2006/relationships/slideLayout" Target="../slideLayouts/slideLayout207.xml"/><Relationship Id="rId41" Type="http://schemas.openxmlformats.org/officeDocument/2006/relationships/slideLayout" Target="../slideLayouts/slideLayout206.xml"/><Relationship Id="rId44" Type="http://schemas.openxmlformats.org/officeDocument/2006/relationships/slideLayout" Target="../slideLayouts/slideLayout209.xml"/><Relationship Id="rId43" Type="http://schemas.openxmlformats.org/officeDocument/2006/relationships/slideLayout" Target="../slideLayouts/slideLayout208.xml"/><Relationship Id="rId46" Type="http://schemas.openxmlformats.org/officeDocument/2006/relationships/slideLayout" Target="../slideLayouts/slideLayout211.xml"/><Relationship Id="rId45" Type="http://schemas.openxmlformats.org/officeDocument/2006/relationships/slideLayout" Target="../slideLayouts/slideLayout210.xml"/><Relationship Id="rId1" Type="http://schemas.openxmlformats.org/officeDocument/2006/relationships/slideLayout" Target="../slideLayouts/slideLayout166.xml"/><Relationship Id="rId2" Type="http://schemas.openxmlformats.org/officeDocument/2006/relationships/slideLayout" Target="../slideLayouts/slideLayout167.xml"/><Relationship Id="rId3" Type="http://schemas.openxmlformats.org/officeDocument/2006/relationships/slideLayout" Target="../slideLayouts/slideLayout168.xml"/><Relationship Id="rId4" Type="http://schemas.openxmlformats.org/officeDocument/2006/relationships/slideLayout" Target="../slideLayouts/slideLayout169.xml"/><Relationship Id="rId9" Type="http://schemas.openxmlformats.org/officeDocument/2006/relationships/slideLayout" Target="../slideLayouts/slideLayout174.xml"/><Relationship Id="rId48" Type="http://schemas.openxmlformats.org/officeDocument/2006/relationships/slideLayout" Target="../slideLayouts/slideLayout213.xml"/><Relationship Id="rId47" Type="http://schemas.openxmlformats.org/officeDocument/2006/relationships/slideLayout" Target="../slideLayouts/slideLayout212.xml"/><Relationship Id="rId49" Type="http://schemas.openxmlformats.org/officeDocument/2006/relationships/slideLayout" Target="../slideLayouts/slideLayout214.xml"/><Relationship Id="rId5" Type="http://schemas.openxmlformats.org/officeDocument/2006/relationships/slideLayout" Target="../slideLayouts/slideLayout170.xml"/><Relationship Id="rId6" Type="http://schemas.openxmlformats.org/officeDocument/2006/relationships/slideLayout" Target="../slideLayouts/slideLayout171.xml"/><Relationship Id="rId7" Type="http://schemas.openxmlformats.org/officeDocument/2006/relationships/slideLayout" Target="../slideLayouts/slideLayout172.xml"/><Relationship Id="rId8" Type="http://schemas.openxmlformats.org/officeDocument/2006/relationships/slideLayout" Target="../slideLayouts/slideLayout173.xml"/><Relationship Id="rId31" Type="http://schemas.openxmlformats.org/officeDocument/2006/relationships/slideLayout" Target="../slideLayouts/slideLayout196.xml"/><Relationship Id="rId30" Type="http://schemas.openxmlformats.org/officeDocument/2006/relationships/slideLayout" Target="../slideLayouts/slideLayout195.xml"/><Relationship Id="rId33" Type="http://schemas.openxmlformats.org/officeDocument/2006/relationships/slideLayout" Target="../slideLayouts/slideLayout198.xml"/><Relationship Id="rId32" Type="http://schemas.openxmlformats.org/officeDocument/2006/relationships/slideLayout" Target="../slideLayouts/slideLayout197.xml"/><Relationship Id="rId35" Type="http://schemas.openxmlformats.org/officeDocument/2006/relationships/slideLayout" Target="../slideLayouts/slideLayout200.xml"/><Relationship Id="rId34" Type="http://schemas.openxmlformats.org/officeDocument/2006/relationships/slideLayout" Target="../slideLayouts/slideLayout199.xml"/><Relationship Id="rId37" Type="http://schemas.openxmlformats.org/officeDocument/2006/relationships/slideLayout" Target="../slideLayouts/slideLayout202.xml"/><Relationship Id="rId36" Type="http://schemas.openxmlformats.org/officeDocument/2006/relationships/slideLayout" Target="../slideLayouts/slideLayout201.xml"/><Relationship Id="rId39" Type="http://schemas.openxmlformats.org/officeDocument/2006/relationships/slideLayout" Target="../slideLayouts/slideLayout204.xml"/><Relationship Id="rId38" Type="http://schemas.openxmlformats.org/officeDocument/2006/relationships/slideLayout" Target="../slideLayouts/slideLayout203.xml"/><Relationship Id="rId62" Type="http://schemas.openxmlformats.org/officeDocument/2006/relationships/slideLayout" Target="../slideLayouts/slideLayout227.xml"/><Relationship Id="rId61" Type="http://schemas.openxmlformats.org/officeDocument/2006/relationships/slideLayout" Target="../slideLayouts/slideLayout226.xml"/><Relationship Id="rId20" Type="http://schemas.openxmlformats.org/officeDocument/2006/relationships/slideLayout" Target="../slideLayouts/slideLayout185.xml"/><Relationship Id="rId64" Type="http://schemas.openxmlformats.org/officeDocument/2006/relationships/slideLayout" Target="../slideLayouts/slideLayout229.xml"/><Relationship Id="rId63" Type="http://schemas.openxmlformats.org/officeDocument/2006/relationships/slideLayout" Target="../slideLayouts/slideLayout228.xml"/><Relationship Id="rId22" Type="http://schemas.openxmlformats.org/officeDocument/2006/relationships/slideLayout" Target="../slideLayouts/slideLayout187.xml"/><Relationship Id="rId21" Type="http://schemas.openxmlformats.org/officeDocument/2006/relationships/slideLayout" Target="../slideLayouts/slideLayout186.xml"/><Relationship Id="rId65" Type="http://schemas.openxmlformats.org/officeDocument/2006/relationships/theme" Target="../theme/theme3.xml"/><Relationship Id="rId24" Type="http://schemas.openxmlformats.org/officeDocument/2006/relationships/slideLayout" Target="../slideLayouts/slideLayout189.xml"/><Relationship Id="rId23" Type="http://schemas.openxmlformats.org/officeDocument/2006/relationships/slideLayout" Target="../slideLayouts/slideLayout188.xml"/><Relationship Id="rId60" Type="http://schemas.openxmlformats.org/officeDocument/2006/relationships/slideLayout" Target="../slideLayouts/slideLayout225.xml"/><Relationship Id="rId26" Type="http://schemas.openxmlformats.org/officeDocument/2006/relationships/slideLayout" Target="../slideLayouts/slideLayout191.xml"/><Relationship Id="rId25" Type="http://schemas.openxmlformats.org/officeDocument/2006/relationships/slideLayout" Target="../slideLayouts/slideLayout190.xml"/><Relationship Id="rId28" Type="http://schemas.openxmlformats.org/officeDocument/2006/relationships/slideLayout" Target="../slideLayouts/slideLayout193.xml"/><Relationship Id="rId27" Type="http://schemas.openxmlformats.org/officeDocument/2006/relationships/slideLayout" Target="../slideLayouts/slideLayout192.xml"/><Relationship Id="rId29" Type="http://schemas.openxmlformats.org/officeDocument/2006/relationships/slideLayout" Target="../slideLayouts/slideLayout194.xml"/><Relationship Id="rId51" Type="http://schemas.openxmlformats.org/officeDocument/2006/relationships/slideLayout" Target="../slideLayouts/slideLayout216.xml"/><Relationship Id="rId50" Type="http://schemas.openxmlformats.org/officeDocument/2006/relationships/slideLayout" Target="../slideLayouts/slideLayout215.xml"/><Relationship Id="rId53" Type="http://schemas.openxmlformats.org/officeDocument/2006/relationships/slideLayout" Target="../slideLayouts/slideLayout218.xml"/><Relationship Id="rId52" Type="http://schemas.openxmlformats.org/officeDocument/2006/relationships/slideLayout" Target="../slideLayouts/slideLayout217.xml"/><Relationship Id="rId11" Type="http://schemas.openxmlformats.org/officeDocument/2006/relationships/slideLayout" Target="../slideLayouts/slideLayout176.xml"/><Relationship Id="rId55" Type="http://schemas.openxmlformats.org/officeDocument/2006/relationships/slideLayout" Target="../slideLayouts/slideLayout220.xml"/><Relationship Id="rId10" Type="http://schemas.openxmlformats.org/officeDocument/2006/relationships/slideLayout" Target="../slideLayouts/slideLayout175.xml"/><Relationship Id="rId54" Type="http://schemas.openxmlformats.org/officeDocument/2006/relationships/slideLayout" Target="../slideLayouts/slideLayout219.xml"/><Relationship Id="rId13" Type="http://schemas.openxmlformats.org/officeDocument/2006/relationships/slideLayout" Target="../slideLayouts/slideLayout178.xml"/><Relationship Id="rId57" Type="http://schemas.openxmlformats.org/officeDocument/2006/relationships/slideLayout" Target="../slideLayouts/slideLayout222.xml"/><Relationship Id="rId12" Type="http://schemas.openxmlformats.org/officeDocument/2006/relationships/slideLayout" Target="../slideLayouts/slideLayout177.xml"/><Relationship Id="rId56" Type="http://schemas.openxmlformats.org/officeDocument/2006/relationships/slideLayout" Target="../slideLayouts/slideLayout221.xml"/><Relationship Id="rId15" Type="http://schemas.openxmlformats.org/officeDocument/2006/relationships/slideLayout" Target="../slideLayouts/slideLayout180.xml"/><Relationship Id="rId59" Type="http://schemas.openxmlformats.org/officeDocument/2006/relationships/slideLayout" Target="../slideLayouts/slideLayout224.xml"/><Relationship Id="rId14" Type="http://schemas.openxmlformats.org/officeDocument/2006/relationships/slideLayout" Target="../slideLayouts/slideLayout179.xml"/><Relationship Id="rId58" Type="http://schemas.openxmlformats.org/officeDocument/2006/relationships/slideLayout" Target="../slideLayouts/slideLayout223.xml"/><Relationship Id="rId17" Type="http://schemas.openxmlformats.org/officeDocument/2006/relationships/slideLayout" Target="../slideLayouts/slideLayout182.xml"/><Relationship Id="rId16" Type="http://schemas.openxmlformats.org/officeDocument/2006/relationships/slideLayout" Target="../slideLayouts/slideLayout181.xml"/><Relationship Id="rId19" Type="http://schemas.openxmlformats.org/officeDocument/2006/relationships/slideLayout" Target="../slideLayouts/slideLayout184.xml"/><Relationship Id="rId18" Type="http://schemas.openxmlformats.org/officeDocument/2006/relationships/slideLayout" Target="../slideLayouts/slideLayout183.xml"/></Relationships>
</file>

<file path=ppt/slideMasters/_rels/slideMaster5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269.xml"/><Relationship Id="rId42" Type="http://schemas.openxmlformats.org/officeDocument/2006/relationships/slideLayout" Target="../slideLayouts/slideLayout271.xml"/><Relationship Id="rId41" Type="http://schemas.openxmlformats.org/officeDocument/2006/relationships/slideLayout" Target="../slideLayouts/slideLayout270.xml"/><Relationship Id="rId44" Type="http://schemas.openxmlformats.org/officeDocument/2006/relationships/slideLayout" Target="../slideLayouts/slideLayout273.xml"/><Relationship Id="rId43" Type="http://schemas.openxmlformats.org/officeDocument/2006/relationships/slideLayout" Target="../slideLayouts/slideLayout272.xml"/><Relationship Id="rId46" Type="http://schemas.openxmlformats.org/officeDocument/2006/relationships/slideLayout" Target="../slideLayouts/slideLayout275.xml"/><Relationship Id="rId45" Type="http://schemas.openxmlformats.org/officeDocument/2006/relationships/slideLayout" Target="../slideLayouts/slideLayout274.xml"/><Relationship Id="rId1" Type="http://schemas.openxmlformats.org/officeDocument/2006/relationships/slideLayout" Target="../slideLayouts/slideLayout230.xml"/><Relationship Id="rId2" Type="http://schemas.openxmlformats.org/officeDocument/2006/relationships/slideLayout" Target="../slideLayouts/slideLayout231.xml"/><Relationship Id="rId3" Type="http://schemas.openxmlformats.org/officeDocument/2006/relationships/slideLayout" Target="../slideLayouts/slideLayout232.xml"/><Relationship Id="rId4" Type="http://schemas.openxmlformats.org/officeDocument/2006/relationships/slideLayout" Target="../slideLayouts/slideLayout233.xml"/><Relationship Id="rId9" Type="http://schemas.openxmlformats.org/officeDocument/2006/relationships/slideLayout" Target="../slideLayouts/slideLayout238.xml"/><Relationship Id="rId48" Type="http://schemas.openxmlformats.org/officeDocument/2006/relationships/slideLayout" Target="../slideLayouts/slideLayout277.xml"/><Relationship Id="rId47" Type="http://schemas.openxmlformats.org/officeDocument/2006/relationships/slideLayout" Target="../slideLayouts/slideLayout276.xml"/><Relationship Id="rId49" Type="http://schemas.openxmlformats.org/officeDocument/2006/relationships/slideLayout" Target="../slideLayouts/slideLayout278.xml"/><Relationship Id="rId5" Type="http://schemas.openxmlformats.org/officeDocument/2006/relationships/slideLayout" Target="../slideLayouts/slideLayout234.xml"/><Relationship Id="rId6" Type="http://schemas.openxmlformats.org/officeDocument/2006/relationships/slideLayout" Target="../slideLayouts/slideLayout235.xml"/><Relationship Id="rId7" Type="http://schemas.openxmlformats.org/officeDocument/2006/relationships/slideLayout" Target="../slideLayouts/slideLayout236.xml"/><Relationship Id="rId8" Type="http://schemas.openxmlformats.org/officeDocument/2006/relationships/slideLayout" Target="../slideLayouts/slideLayout237.xml"/><Relationship Id="rId31" Type="http://schemas.openxmlformats.org/officeDocument/2006/relationships/slideLayout" Target="../slideLayouts/slideLayout260.xml"/><Relationship Id="rId30" Type="http://schemas.openxmlformats.org/officeDocument/2006/relationships/slideLayout" Target="../slideLayouts/slideLayout259.xml"/><Relationship Id="rId33" Type="http://schemas.openxmlformats.org/officeDocument/2006/relationships/slideLayout" Target="../slideLayouts/slideLayout262.xml"/><Relationship Id="rId32" Type="http://schemas.openxmlformats.org/officeDocument/2006/relationships/slideLayout" Target="../slideLayouts/slideLayout261.xml"/><Relationship Id="rId35" Type="http://schemas.openxmlformats.org/officeDocument/2006/relationships/slideLayout" Target="../slideLayouts/slideLayout264.xml"/><Relationship Id="rId34" Type="http://schemas.openxmlformats.org/officeDocument/2006/relationships/slideLayout" Target="../slideLayouts/slideLayout263.xml"/><Relationship Id="rId37" Type="http://schemas.openxmlformats.org/officeDocument/2006/relationships/slideLayout" Target="../slideLayouts/slideLayout266.xml"/><Relationship Id="rId36" Type="http://schemas.openxmlformats.org/officeDocument/2006/relationships/slideLayout" Target="../slideLayouts/slideLayout265.xml"/><Relationship Id="rId39" Type="http://schemas.openxmlformats.org/officeDocument/2006/relationships/slideLayout" Target="../slideLayouts/slideLayout268.xml"/><Relationship Id="rId38" Type="http://schemas.openxmlformats.org/officeDocument/2006/relationships/slideLayout" Target="../slideLayouts/slideLayout267.xml"/><Relationship Id="rId62" Type="http://schemas.openxmlformats.org/officeDocument/2006/relationships/slideLayout" Target="../slideLayouts/slideLayout291.xml"/><Relationship Id="rId61" Type="http://schemas.openxmlformats.org/officeDocument/2006/relationships/slideLayout" Target="../slideLayouts/slideLayout290.xml"/><Relationship Id="rId20" Type="http://schemas.openxmlformats.org/officeDocument/2006/relationships/slideLayout" Target="../slideLayouts/slideLayout249.xml"/><Relationship Id="rId64" Type="http://schemas.openxmlformats.org/officeDocument/2006/relationships/slideLayout" Target="../slideLayouts/slideLayout293.xml"/><Relationship Id="rId63" Type="http://schemas.openxmlformats.org/officeDocument/2006/relationships/slideLayout" Target="../slideLayouts/slideLayout292.xml"/><Relationship Id="rId22" Type="http://schemas.openxmlformats.org/officeDocument/2006/relationships/slideLayout" Target="../slideLayouts/slideLayout251.xml"/><Relationship Id="rId21" Type="http://schemas.openxmlformats.org/officeDocument/2006/relationships/slideLayout" Target="../slideLayouts/slideLayout250.xml"/><Relationship Id="rId65" Type="http://schemas.openxmlformats.org/officeDocument/2006/relationships/theme" Target="../theme/theme7.xml"/><Relationship Id="rId24" Type="http://schemas.openxmlformats.org/officeDocument/2006/relationships/slideLayout" Target="../slideLayouts/slideLayout253.xml"/><Relationship Id="rId23" Type="http://schemas.openxmlformats.org/officeDocument/2006/relationships/slideLayout" Target="../slideLayouts/slideLayout252.xml"/><Relationship Id="rId60" Type="http://schemas.openxmlformats.org/officeDocument/2006/relationships/slideLayout" Target="../slideLayouts/slideLayout289.xml"/><Relationship Id="rId26" Type="http://schemas.openxmlformats.org/officeDocument/2006/relationships/slideLayout" Target="../slideLayouts/slideLayout255.xml"/><Relationship Id="rId25" Type="http://schemas.openxmlformats.org/officeDocument/2006/relationships/slideLayout" Target="../slideLayouts/slideLayout254.xml"/><Relationship Id="rId28" Type="http://schemas.openxmlformats.org/officeDocument/2006/relationships/slideLayout" Target="../slideLayouts/slideLayout257.xml"/><Relationship Id="rId27" Type="http://schemas.openxmlformats.org/officeDocument/2006/relationships/slideLayout" Target="../slideLayouts/slideLayout256.xml"/><Relationship Id="rId29" Type="http://schemas.openxmlformats.org/officeDocument/2006/relationships/slideLayout" Target="../slideLayouts/slideLayout258.xml"/><Relationship Id="rId51" Type="http://schemas.openxmlformats.org/officeDocument/2006/relationships/slideLayout" Target="../slideLayouts/slideLayout280.xml"/><Relationship Id="rId50" Type="http://schemas.openxmlformats.org/officeDocument/2006/relationships/slideLayout" Target="../slideLayouts/slideLayout279.xml"/><Relationship Id="rId53" Type="http://schemas.openxmlformats.org/officeDocument/2006/relationships/slideLayout" Target="../slideLayouts/slideLayout282.xml"/><Relationship Id="rId52" Type="http://schemas.openxmlformats.org/officeDocument/2006/relationships/slideLayout" Target="../slideLayouts/slideLayout281.xml"/><Relationship Id="rId11" Type="http://schemas.openxmlformats.org/officeDocument/2006/relationships/slideLayout" Target="../slideLayouts/slideLayout240.xml"/><Relationship Id="rId55" Type="http://schemas.openxmlformats.org/officeDocument/2006/relationships/slideLayout" Target="../slideLayouts/slideLayout284.xml"/><Relationship Id="rId10" Type="http://schemas.openxmlformats.org/officeDocument/2006/relationships/slideLayout" Target="../slideLayouts/slideLayout239.xml"/><Relationship Id="rId54" Type="http://schemas.openxmlformats.org/officeDocument/2006/relationships/slideLayout" Target="../slideLayouts/slideLayout283.xml"/><Relationship Id="rId13" Type="http://schemas.openxmlformats.org/officeDocument/2006/relationships/slideLayout" Target="../slideLayouts/slideLayout242.xml"/><Relationship Id="rId57" Type="http://schemas.openxmlformats.org/officeDocument/2006/relationships/slideLayout" Target="../slideLayouts/slideLayout286.xml"/><Relationship Id="rId12" Type="http://schemas.openxmlformats.org/officeDocument/2006/relationships/slideLayout" Target="../slideLayouts/slideLayout241.xml"/><Relationship Id="rId56" Type="http://schemas.openxmlformats.org/officeDocument/2006/relationships/slideLayout" Target="../slideLayouts/slideLayout285.xml"/><Relationship Id="rId15" Type="http://schemas.openxmlformats.org/officeDocument/2006/relationships/slideLayout" Target="../slideLayouts/slideLayout244.xml"/><Relationship Id="rId59" Type="http://schemas.openxmlformats.org/officeDocument/2006/relationships/slideLayout" Target="../slideLayouts/slideLayout288.xml"/><Relationship Id="rId14" Type="http://schemas.openxmlformats.org/officeDocument/2006/relationships/slideLayout" Target="../slideLayouts/slideLayout243.xml"/><Relationship Id="rId58" Type="http://schemas.openxmlformats.org/officeDocument/2006/relationships/slideLayout" Target="../slideLayouts/slideLayout287.xml"/><Relationship Id="rId17" Type="http://schemas.openxmlformats.org/officeDocument/2006/relationships/slideLayout" Target="../slideLayouts/slideLayout246.xml"/><Relationship Id="rId16" Type="http://schemas.openxmlformats.org/officeDocument/2006/relationships/slideLayout" Target="../slideLayouts/slideLayout245.xml"/><Relationship Id="rId19" Type="http://schemas.openxmlformats.org/officeDocument/2006/relationships/slideLayout" Target="../slideLayouts/slideLayout248.xml"/><Relationship Id="rId18" Type="http://schemas.openxmlformats.org/officeDocument/2006/relationships/slideLayout" Target="../slideLayouts/slideLayout247.xml"/></Relationships>
</file>

<file path=ppt/slideMasters/_rels/slideMaster6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33.xml"/><Relationship Id="rId42" Type="http://schemas.openxmlformats.org/officeDocument/2006/relationships/slideLayout" Target="../slideLayouts/slideLayout335.xml"/><Relationship Id="rId41" Type="http://schemas.openxmlformats.org/officeDocument/2006/relationships/slideLayout" Target="../slideLayouts/slideLayout334.xml"/><Relationship Id="rId44" Type="http://schemas.openxmlformats.org/officeDocument/2006/relationships/slideLayout" Target="../slideLayouts/slideLayout337.xml"/><Relationship Id="rId43" Type="http://schemas.openxmlformats.org/officeDocument/2006/relationships/slideLayout" Target="../slideLayouts/slideLayout336.xml"/><Relationship Id="rId46" Type="http://schemas.openxmlformats.org/officeDocument/2006/relationships/slideLayout" Target="../slideLayouts/slideLayout339.xml"/><Relationship Id="rId45" Type="http://schemas.openxmlformats.org/officeDocument/2006/relationships/slideLayout" Target="../slideLayouts/slideLayout338.xml"/><Relationship Id="rId1" Type="http://schemas.openxmlformats.org/officeDocument/2006/relationships/slideLayout" Target="../slideLayouts/slideLayout294.xml"/><Relationship Id="rId2" Type="http://schemas.openxmlformats.org/officeDocument/2006/relationships/slideLayout" Target="../slideLayouts/slideLayout295.xml"/><Relationship Id="rId3" Type="http://schemas.openxmlformats.org/officeDocument/2006/relationships/slideLayout" Target="../slideLayouts/slideLayout296.xml"/><Relationship Id="rId4" Type="http://schemas.openxmlformats.org/officeDocument/2006/relationships/slideLayout" Target="../slideLayouts/slideLayout297.xml"/><Relationship Id="rId9" Type="http://schemas.openxmlformats.org/officeDocument/2006/relationships/slideLayout" Target="../slideLayouts/slideLayout302.xml"/><Relationship Id="rId48" Type="http://schemas.openxmlformats.org/officeDocument/2006/relationships/slideLayout" Target="../slideLayouts/slideLayout341.xml"/><Relationship Id="rId47" Type="http://schemas.openxmlformats.org/officeDocument/2006/relationships/slideLayout" Target="../slideLayouts/slideLayout340.xml"/><Relationship Id="rId49" Type="http://schemas.openxmlformats.org/officeDocument/2006/relationships/slideLayout" Target="../slideLayouts/slideLayout342.xml"/><Relationship Id="rId5" Type="http://schemas.openxmlformats.org/officeDocument/2006/relationships/slideLayout" Target="../slideLayouts/slideLayout298.xml"/><Relationship Id="rId6" Type="http://schemas.openxmlformats.org/officeDocument/2006/relationships/slideLayout" Target="../slideLayouts/slideLayout299.xml"/><Relationship Id="rId7" Type="http://schemas.openxmlformats.org/officeDocument/2006/relationships/slideLayout" Target="../slideLayouts/slideLayout300.xml"/><Relationship Id="rId8" Type="http://schemas.openxmlformats.org/officeDocument/2006/relationships/slideLayout" Target="../slideLayouts/slideLayout301.xml"/><Relationship Id="rId31" Type="http://schemas.openxmlformats.org/officeDocument/2006/relationships/slideLayout" Target="../slideLayouts/slideLayout324.xml"/><Relationship Id="rId30" Type="http://schemas.openxmlformats.org/officeDocument/2006/relationships/slideLayout" Target="../slideLayouts/slideLayout323.xml"/><Relationship Id="rId33" Type="http://schemas.openxmlformats.org/officeDocument/2006/relationships/slideLayout" Target="../slideLayouts/slideLayout326.xml"/><Relationship Id="rId32" Type="http://schemas.openxmlformats.org/officeDocument/2006/relationships/slideLayout" Target="../slideLayouts/slideLayout325.xml"/><Relationship Id="rId35" Type="http://schemas.openxmlformats.org/officeDocument/2006/relationships/slideLayout" Target="../slideLayouts/slideLayout328.xml"/><Relationship Id="rId34" Type="http://schemas.openxmlformats.org/officeDocument/2006/relationships/slideLayout" Target="../slideLayouts/slideLayout327.xml"/><Relationship Id="rId37" Type="http://schemas.openxmlformats.org/officeDocument/2006/relationships/slideLayout" Target="../slideLayouts/slideLayout330.xml"/><Relationship Id="rId36" Type="http://schemas.openxmlformats.org/officeDocument/2006/relationships/slideLayout" Target="../slideLayouts/slideLayout329.xml"/><Relationship Id="rId39" Type="http://schemas.openxmlformats.org/officeDocument/2006/relationships/slideLayout" Target="../slideLayouts/slideLayout332.xml"/><Relationship Id="rId38" Type="http://schemas.openxmlformats.org/officeDocument/2006/relationships/slideLayout" Target="../slideLayouts/slideLayout331.xml"/><Relationship Id="rId62" Type="http://schemas.openxmlformats.org/officeDocument/2006/relationships/slideLayout" Target="../slideLayouts/slideLayout355.xml"/><Relationship Id="rId61" Type="http://schemas.openxmlformats.org/officeDocument/2006/relationships/slideLayout" Target="../slideLayouts/slideLayout354.xml"/><Relationship Id="rId20" Type="http://schemas.openxmlformats.org/officeDocument/2006/relationships/slideLayout" Target="../slideLayouts/slideLayout313.xml"/><Relationship Id="rId64" Type="http://schemas.openxmlformats.org/officeDocument/2006/relationships/slideLayout" Target="../slideLayouts/slideLayout357.xml"/><Relationship Id="rId63" Type="http://schemas.openxmlformats.org/officeDocument/2006/relationships/slideLayout" Target="../slideLayouts/slideLayout356.xml"/><Relationship Id="rId22" Type="http://schemas.openxmlformats.org/officeDocument/2006/relationships/slideLayout" Target="../slideLayouts/slideLayout315.xml"/><Relationship Id="rId21" Type="http://schemas.openxmlformats.org/officeDocument/2006/relationships/slideLayout" Target="../slideLayouts/slideLayout314.xml"/><Relationship Id="rId65" Type="http://schemas.openxmlformats.org/officeDocument/2006/relationships/theme" Target="../theme/theme8.xml"/><Relationship Id="rId24" Type="http://schemas.openxmlformats.org/officeDocument/2006/relationships/slideLayout" Target="../slideLayouts/slideLayout317.xml"/><Relationship Id="rId23" Type="http://schemas.openxmlformats.org/officeDocument/2006/relationships/slideLayout" Target="../slideLayouts/slideLayout316.xml"/><Relationship Id="rId60" Type="http://schemas.openxmlformats.org/officeDocument/2006/relationships/slideLayout" Target="../slideLayouts/slideLayout353.xml"/><Relationship Id="rId26" Type="http://schemas.openxmlformats.org/officeDocument/2006/relationships/slideLayout" Target="../slideLayouts/slideLayout319.xml"/><Relationship Id="rId25" Type="http://schemas.openxmlformats.org/officeDocument/2006/relationships/slideLayout" Target="../slideLayouts/slideLayout318.xml"/><Relationship Id="rId28" Type="http://schemas.openxmlformats.org/officeDocument/2006/relationships/slideLayout" Target="../slideLayouts/slideLayout321.xml"/><Relationship Id="rId27" Type="http://schemas.openxmlformats.org/officeDocument/2006/relationships/slideLayout" Target="../slideLayouts/slideLayout320.xml"/><Relationship Id="rId29" Type="http://schemas.openxmlformats.org/officeDocument/2006/relationships/slideLayout" Target="../slideLayouts/slideLayout322.xml"/><Relationship Id="rId51" Type="http://schemas.openxmlformats.org/officeDocument/2006/relationships/slideLayout" Target="../slideLayouts/slideLayout344.xml"/><Relationship Id="rId50" Type="http://schemas.openxmlformats.org/officeDocument/2006/relationships/slideLayout" Target="../slideLayouts/slideLayout343.xml"/><Relationship Id="rId53" Type="http://schemas.openxmlformats.org/officeDocument/2006/relationships/slideLayout" Target="../slideLayouts/slideLayout346.xml"/><Relationship Id="rId52" Type="http://schemas.openxmlformats.org/officeDocument/2006/relationships/slideLayout" Target="../slideLayouts/slideLayout345.xml"/><Relationship Id="rId11" Type="http://schemas.openxmlformats.org/officeDocument/2006/relationships/slideLayout" Target="../slideLayouts/slideLayout304.xml"/><Relationship Id="rId55" Type="http://schemas.openxmlformats.org/officeDocument/2006/relationships/slideLayout" Target="../slideLayouts/slideLayout348.xml"/><Relationship Id="rId10" Type="http://schemas.openxmlformats.org/officeDocument/2006/relationships/slideLayout" Target="../slideLayouts/slideLayout303.xml"/><Relationship Id="rId54" Type="http://schemas.openxmlformats.org/officeDocument/2006/relationships/slideLayout" Target="../slideLayouts/slideLayout347.xml"/><Relationship Id="rId13" Type="http://schemas.openxmlformats.org/officeDocument/2006/relationships/slideLayout" Target="../slideLayouts/slideLayout306.xml"/><Relationship Id="rId57" Type="http://schemas.openxmlformats.org/officeDocument/2006/relationships/slideLayout" Target="../slideLayouts/slideLayout350.xml"/><Relationship Id="rId12" Type="http://schemas.openxmlformats.org/officeDocument/2006/relationships/slideLayout" Target="../slideLayouts/slideLayout305.xml"/><Relationship Id="rId56" Type="http://schemas.openxmlformats.org/officeDocument/2006/relationships/slideLayout" Target="../slideLayouts/slideLayout349.xml"/><Relationship Id="rId15" Type="http://schemas.openxmlformats.org/officeDocument/2006/relationships/slideLayout" Target="../slideLayouts/slideLayout308.xml"/><Relationship Id="rId59" Type="http://schemas.openxmlformats.org/officeDocument/2006/relationships/slideLayout" Target="../slideLayouts/slideLayout352.xml"/><Relationship Id="rId14" Type="http://schemas.openxmlformats.org/officeDocument/2006/relationships/slideLayout" Target="../slideLayouts/slideLayout307.xml"/><Relationship Id="rId58" Type="http://schemas.openxmlformats.org/officeDocument/2006/relationships/slideLayout" Target="../slideLayouts/slideLayout351.xml"/><Relationship Id="rId17" Type="http://schemas.openxmlformats.org/officeDocument/2006/relationships/slideLayout" Target="../slideLayouts/slideLayout310.xml"/><Relationship Id="rId16" Type="http://schemas.openxmlformats.org/officeDocument/2006/relationships/slideLayout" Target="../slideLayouts/slideLayout309.xml"/><Relationship Id="rId19" Type="http://schemas.openxmlformats.org/officeDocument/2006/relationships/slideLayout" Target="../slideLayouts/slideLayout312.xml"/><Relationship Id="rId18" Type="http://schemas.openxmlformats.org/officeDocument/2006/relationships/slideLayout" Target="../slideLayouts/slideLayout311.xml"/></Relationships>
</file>

<file path=ppt/slideMasters/_rels/slideMaster7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7.xml"/><Relationship Id="rId42" Type="http://schemas.openxmlformats.org/officeDocument/2006/relationships/slideLayout" Target="../slideLayouts/slideLayout399.xml"/><Relationship Id="rId41" Type="http://schemas.openxmlformats.org/officeDocument/2006/relationships/slideLayout" Target="../slideLayouts/slideLayout398.xml"/><Relationship Id="rId44" Type="http://schemas.openxmlformats.org/officeDocument/2006/relationships/slideLayout" Target="../slideLayouts/slideLayout401.xml"/><Relationship Id="rId43" Type="http://schemas.openxmlformats.org/officeDocument/2006/relationships/slideLayout" Target="../slideLayouts/slideLayout400.xml"/><Relationship Id="rId46" Type="http://schemas.openxmlformats.org/officeDocument/2006/relationships/slideLayout" Target="../slideLayouts/slideLayout403.xml"/><Relationship Id="rId45" Type="http://schemas.openxmlformats.org/officeDocument/2006/relationships/slideLayout" Target="../slideLayouts/slideLayout402.xml"/><Relationship Id="rId1" Type="http://schemas.openxmlformats.org/officeDocument/2006/relationships/slideLayout" Target="../slideLayouts/slideLayout358.xml"/><Relationship Id="rId2" Type="http://schemas.openxmlformats.org/officeDocument/2006/relationships/slideLayout" Target="../slideLayouts/slideLayout359.xml"/><Relationship Id="rId3" Type="http://schemas.openxmlformats.org/officeDocument/2006/relationships/slideLayout" Target="../slideLayouts/slideLayout360.xml"/><Relationship Id="rId4" Type="http://schemas.openxmlformats.org/officeDocument/2006/relationships/slideLayout" Target="../slideLayouts/slideLayout361.xml"/><Relationship Id="rId9" Type="http://schemas.openxmlformats.org/officeDocument/2006/relationships/slideLayout" Target="../slideLayouts/slideLayout366.xml"/><Relationship Id="rId48" Type="http://schemas.openxmlformats.org/officeDocument/2006/relationships/slideLayout" Target="../slideLayouts/slideLayout405.xml"/><Relationship Id="rId47" Type="http://schemas.openxmlformats.org/officeDocument/2006/relationships/slideLayout" Target="../slideLayouts/slideLayout404.xml"/><Relationship Id="rId49" Type="http://schemas.openxmlformats.org/officeDocument/2006/relationships/slideLayout" Target="../slideLayouts/slideLayout406.xml"/><Relationship Id="rId5" Type="http://schemas.openxmlformats.org/officeDocument/2006/relationships/slideLayout" Target="../slideLayouts/slideLayout362.xml"/><Relationship Id="rId6" Type="http://schemas.openxmlformats.org/officeDocument/2006/relationships/slideLayout" Target="../slideLayouts/slideLayout363.xml"/><Relationship Id="rId7" Type="http://schemas.openxmlformats.org/officeDocument/2006/relationships/slideLayout" Target="../slideLayouts/slideLayout364.xml"/><Relationship Id="rId8" Type="http://schemas.openxmlformats.org/officeDocument/2006/relationships/slideLayout" Target="../slideLayouts/slideLayout365.xml"/><Relationship Id="rId31" Type="http://schemas.openxmlformats.org/officeDocument/2006/relationships/slideLayout" Target="../slideLayouts/slideLayout388.xml"/><Relationship Id="rId30" Type="http://schemas.openxmlformats.org/officeDocument/2006/relationships/slideLayout" Target="../slideLayouts/slideLayout387.xml"/><Relationship Id="rId33" Type="http://schemas.openxmlformats.org/officeDocument/2006/relationships/slideLayout" Target="../slideLayouts/slideLayout390.xml"/><Relationship Id="rId32" Type="http://schemas.openxmlformats.org/officeDocument/2006/relationships/slideLayout" Target="../slideLayouts/slideLayout389.xml"/><Relationship Id="rId35" Type="http://schemas.openxmlformats.org/officeDocument/2006/relationships/slideLayout" Target="../slideLayouts/slideLayout392.xml"/><Relationship Id="rId34" Type="http://schemas.openxmlformats.org/officeDocument/2006/relationships/slideLayout" Target="../slideLayouts/slideLayout391.xml"/><Relationship Id="rId37" Type="http://schemas.openxmlformats.org/officeDocument/2006/relationships/slideLayout" Target="../slideLayouts/slideLayout394.xml"/><Relationship Id="rId36" Type="http://schemas.openxmlformats.org/officeDocument/2006/relationships/slideLayout" Target="../slideLayouts/slideLayout393.xml"/><Relationship Id="rId39" Type="http://schemas.openxmlformats.org/officeDocument/2006/relationships/slideLayout" Target="../slideLayouts/slideLayout396.xml"/><Relationship Id="rId38" Type="http://schemas.openxmlformats.org/officeDocument/2006/relationships/slideLayout" Target="../slideLayouts/slideLayout395.xml"/><Relationship Id="rId62" Type="http://schemas.openxmlformats.org/officeDocument/2006/relationships/slideLayout" Target="../slideLayouts/slideLayout419.xml"/><Relationship Id="rId61" Type="http://schemas.openxmlformats.org/officeDocument/2006/relationships/slideLayout" Target="../slideLayouts/slideLayout418.xml"/><Relationship Id="rId20" Type="http://schemas.openxmlformats.org/officeDocument/2006/relationships/slideLayout" Target="../slideLayouts/slideLayout377.xml"/><Relationship Id="rId64" Type="http://schemas.openxmlformats.org/officeDocument/2006/relationships/slideLayout" Target="../slideLayouts/slideLayout421.xml"/><Relationship Id="rId63" Type="http://schemas.openxmlformats.org/officeDocument/2006/relationships/slideLayout" Target="../slideLayouts/slideLayout420.xml"/><Relationship Id="rId22" Type="http://schemas.openxmlformats.org/officeDocument/2006/relationships/slideLayout" Target="../slideLayouts/slideLayout379.xml"/><Relationship Id="rId21" Type="http://schemas.openxmlformats.org/officeDocument/2006/relationships/slideLayout" Target="../slideLayouts/slideLayout378.xml"/><Relationship Id="rId65" Type="http://schemas.openxmlformats.org/officeDocument/2006/relationships/theme" Target="../theme/theme4.xml"/><Relationship Id="rId24" Type="http://schemas.openxmlformats.org/officeDocument/2006/relationships/slideLayout" Target="../slideLayouts/slideLayout381.xml"/><Relationship Id="rId23" Type="http://schemas.openxmlformats.org/officeDocument/2006/relationships/slideLayout" Target="../slideLayouts/slideLayout380.xml"/><Relationship Id="rId60" Type="http://schemas.openxmlformats.org/officeDocument/2006/relationships/slideLayout" Target="../slideLayouts/slideLayout417.xml"/><Relationship Id="rId26" Type="http://schemas.openxmlformats.org/officeDocument/2006/relationships/slideLayout" Target="../slideLayouts/slideLayout383.xml"/><Relationship Id="rId25" Type="http://schemas.openxmlformats.org/officeDocument/2006/relationships/slideLayout" Target="../slideLayouts/slideLayout382.xml"/><Relationship Id="rId28" Type="http://schemas.openxmlformats.org/officeDocument/2006/relationships/slideLayout" Target="../slideLayouts/slideLayout385.xml"/><Relationship Id="rId27" Type="http://schemas.openxmlformats.org/officeDocument/2006/relationships/slideLayout" Target="../slideLayouts/slideLayout384.xml"/><Relationship Id="rId29" Type="http://schemas.openxmlformats.org/officeDocument/2006/relationships/slideLayout" Target="../slideLayouts/slideLayout386.xml"/><Relationship Id="rId51" Type="http://schemas.openxmlformats.org/officeDocument/2006/relationships/slideLayout" Target="../slideLayouts/slideLayout408.xml"/><Relationship Id="rId50" Type="http://schemas.openxmlformats.org/officeDocument/2006/relationships/slideLayout" Target="../slideLayouts/slideLayout407.xml"/><Relationship Id="rId53" Type="http://schemas.openxmlformats.org/officeDocument/2006/relationships/slideLayout" Target="../slideLayouts/slideLayout410.xml"/><Relationship Id="rId52" Type="http://schemas.openxmlformats.org/officeDocument/2006/relationships/slideLayout" Target="../slideLayouts/slideLayout409.xml"/><Relationship Id="rId11" Type="http://schemas.openxmlformats.org/officeDocument/2006/relationships/slideLayout" Target="../slideLayouts/slideLayout368.xml"/><Relationship Id="rId55" Type="http://schemas.openxmlformats.org/officeDocument/2006/relationships/slideLayout" Target="../slideLayouts/slideLayout412.xml"/><Relationship Id="rId10" Type="http://schemas.openxmlformats.org/officeDocument/2006/relationships/slideLayout" Target="../slideLayouts/slideLayout367.xml"/><Relationship Id="rId54" Type="http://schemas.openxmlformats.org/officeDocument/2006/relationships/slideLayout" Target="../slideLayouts/slideLayout411.xml"/><Relationship Id="rId13" Type="http://schemas.openxmlformats.org/officeDocument/2006/relationships/slideLayout" Target="../slideLayouts/slideLayout370.xml"/><Relationship Id="rId57" Type="http://schemas.openxmlformats.org/officeDocument/2006/relationships/slideLayout" Target="../slideLayouts/slideLayout414.xml"/><Relationship Id="rId12" Type="http://schemas.openxmlformats.org/officeDocument/2006/relationships/slideLayout" Target="../slideLayouts/slideLayout369.xml"/><Relationship Id="rId56" Type="http://schemas.openxmlformats.org/officeDocument/2006/relationships/slideLayout" Target="../slideLayouts/slideLayout413.xml"/><Relationship Id="rId15" Type="http://schemas.openxmlformats.org/officeDocument/2006/relationships/slideLayout" Target="../slideLayouts/slideLayout372.xml"/><Relationship Id="rId59" Type="http://schemas.openxmlformats.org/officeDocument/2006/relationships/slideLayout" Target="../slideLayouts/slideLayout416.xml"/><Relationship Id="rId14" Type="http://schemas.openxmlformats.org/officeDocument/2006/relationships/slideLayout" Target="../slideLayouts/slideLayout371.xml"/><Relationship Id="rId58" Type="http://schemas.openxmlformats.org/officeDocument/2006/relationships/slideLayout" Target="../slideLayouts/slideLayout415.xml"/><Relationship Id="rId17" Type="http://schemas.openxmlformats.org/officeDocument/2006/relationships/slideLayout" Target="../slideLayouts/slideLayout374.xml"/><Relationship Id="rId16" Type="http://schemas.openxmlformats.org/officeDocument/2006/relationships/slideLayout" Target="../slideLayouts/slideLayout373.xml"/><Relationship Id="rId19" Type="http://schemas.openxmlformats.org/officeDocument/2006/relationships/slideLayout" Target="../slideLayouts/slideLayout376.xml"/><Relationship Id="rId18" Type="http://schemas.openxmlformats.org/officeDocument/2006/relationships/slideLayout" Target="../slideLayouts/slideLayout37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539500"/>
            <a:ext cx="77175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Barlow Condensed Light"/>
              <a:buNone/>
              <a:defRPr sz="3000">
                <a:solidFill>
                  <a:schemeClr val="hlink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Barlow Condensed Light"/>
              <a:buNone/>
              <a:defRPr sz="3000">
                <a:solidFill>
                  <a:schemeClr val="hlink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Barlow Condensed Light"/>
              <a:buNone/>
              <a:defRPr sz="3000">
                <a:solidFill>
                  <a:schemeClr val="hlink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Barlow Condensed Light"/>
              <a:buNone/>
              <a:defRPr sz="3000">
                <a:solidFill>
                  <a:schemeClr val="hlink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Barlow Condensed Light"/>
              <a:buNone/>
              <a:defRPr sz="3000">
                <a:solidFill>
                  <a:schemeClr val="hlink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Barlow Condensed Light"/>
              <a:buNone/>
              <a:defRPr sz="3000">
                <a:solidFill>
                  <a:schemeClr val="hlink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Barlow Condensed Light"/>
              <a:buNone/>
              <a:defRPr sz="3000">
                <a:solidFill>
                  <a:schemeClr val="hlink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Barlow Condensed Light"/>
              <a:buNone/>
              <a:defRPr sz="3000">
                <a:solidFill>
                  <a:schemeClr val="hlink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3000"/>
              <a:buFont typeface="Barlow Condensed Light"/>
              <a:buNone/>
              <a:defRPr sz="3000">
                <a:solidFill>
                  <a:schemeClr val="hlink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800"/>
              <a:buFont typeface="Barlow"/>
              <a:buChar char="●"/>
              <a:defRPr sz="1800"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Barlow"/>
              <a:buChar char="○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Barlow"/>
              <a:buChar char="■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Barlow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Barlow"/>
              <a:buChar char="○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Barlow"/>
              <a:buChar char="■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Barlow"/>
              <a:buChar char="●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Barlow"/>
              <a:buChar char="○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hlink"/>
              </a:buClr>
              <a:buSzPts val="1400"/>
              <a:buFont typeface="Barlow"/>
              <a:buChar char="■"/>
              <a:defRPr>
                <a:solidFill>
                  <a:schemeClr val="hlink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9"/>
          <p:cNvSpPr txBox="1"/>
          <p:nvPr>
            <p:ph type="title"/>
          </p:nvPr>
        </p:nvSpPr>
        <p:spPr>
          <a:xfrm>
            <a:off x="713225" y="539500"/>
            <a:ext cx="77175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zha One"/>
              <a:buNone/>
              <a:defRPr sz="2800">
                <a:solidFill>
                  <a:schemeClr val="dk2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/>
        </p:txBody>
      </p:sp>
      <p:sp>
        <p:nvSpPr>
          <p:cNvPr id="337" name="Google Shape;337;p39"/>
          <p:cNvSpPr txBox="1"/>
          <p:nvPr>
            <p:ph idx="1" type="body"/>
          </p:nvPr>
        </p:nvSpPr>
        <p:spPr>
          <a:xfrm>
            <a:off x="713225" y="1152475"/>
            <a:ext cx="7717500" cy="3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jari"/>
              <a:buChar char="●"/>
              <a:defRPr sz="18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3" r:id="rId19"/>
    <p:sldLayoutId id="2147483704" r:id="rId20"/>
    <p:sldLayoutId id="2147483705" r:id="rId21"/>
    <p:sldLayoutId id="2147483706" r:id="rId22"/>
    <p:sldLayoutId id="2147483707" r:id="rId23"/>
    <p:sldLayoutId id="2147483708" r:id="rId24"/>
    <p:sldLayoutId id="2147483709" r:id="rId25"/>
    <p:sldLayoutId id="2147483710" r:id="rId26"/>
    <p:sldLayoutId id="2147483711" r:id="rId27"/>
    <p:sldLayoutId id="2147483712" r:id="rId28"/>
    <p:sldLayoutId id="2147483713" r:id="rId29"/>
    <p:sldLayoutId id="2147483714" r:id="rId30"/>
    <p:sldLayoutId id="2147483715" r:id="rId31"/>
    <p:sldLayoutId id="2147483716" r:id="rId32"/>
    <p:sldLayoutId id="2147483717" r:id="rId33"/>
    <p:sldLayoutId id="2147483718" r:id="rId34"/>
    <p:sldLayoutId id="2147483719" r:id="rId35"/>
    <p:sldLayoutId id="2147483720" r:id="rId36"/>
    <p:sldLayoutId id="2147483721" r:id="rId37"/>
    <p:sldLayoutId id="2147483722" r:id="rId38"/>
    <p:sldLayoutId id="2147483723" r:id="rId39"/>
    <p:sldLayoutId id="2147483724" r:id="rId40"/>
    <p:sldLayoutId id="2147483725" r:id="rId41"/>
    <p:sldLayoutId id="2147483726" r:id="rId42"/>
    <p:sldLayoutId id="2147483727" r:id="rId43"/>
    <p:sldLayoutId id="2147483728" r:id="rId44"/>
    <p:sldLayoutId id="2147483729" r:id="rId45"/>
    <p:sldLayoutId id="2147483730" r:id="rId46"/>
    <p:sldLayoutId id="2147483731" r:id="rId47"/>
    <p:sldLayoutId id="2147483732" r:id="rId48"/>
    <p:sldLayoutId id="2147483733" r:id="rId49"/>
    <p:sldLayoutId id="2147483734" r:id="rId50"/>
    <p:sldLayoutId id="2147483735" r:id="rId51"/>
    <p:sldLayoutId id="2147483736" r:id="rId52"/>
    <p:sldLayoutId id="2147483737" r:id="rId53"/>
    <p:sldLayoutId id="2147483738" r:id="rId54"/>
    <p:sldLayoutId id="2147483739" r:id="rId55"/>
    <p:sldLayoutId id="2147483740" r:id="rId56"/>
    <p:sldLayoutId id="2147483741" r:id="rId57"/>
    <p:sldLayoutId id="2147483742" r:id="rId58"/>
    <p:sldLayoutId id="2147483743" r:id="rId59"/>
    <p:sldLayoutId id="2147483744" r:id="rId60"/>
    <p:sldLayoutId id="2147483745" r:id="rId61"/>
    <p:sldLayoutId id="2147483746" r:id="rId62"/>
    <p:sldLayoutId id="2147483747" r:id="rId63"/>
    <p:sldLayoutId id="2147483748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04"/>
          <p:cNvSpPr txBox="1"/>
          <p:nvPr>
            <p:ph type="title"/>
          </p:nvPr>
        </p:nvSpPr>
        <p:spPr>
          <a:xfrm>
            <a:off x="713225" y="539500"/>
            <a:ext cx="77175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zha One"/>
              <a:buNone/>
              <a:defRPr sz="2800">
                <a:solidFill>
                  <a:schemeClr val="dk2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/>
        </p:txBody>
      </p:sp>
      <p:sp>
        <p:nvSpPr>
          <p:cNvPr id="992" name="Google Shape;992;p104"/>
          <p:cNvSpPr txBox="1"/>
          <p:nvPr>
            <p:ph idx="1" type="body"/>
          </p:nvPr>
        </p:nvSpPr>
        <p:spPr>
          <a:xfrm>
            <a:off x="713225" y="1152475"/>
            <a:ext cx="7717500" cy="3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jari"/>
              <a:buChar char="●"/>
              <a:defRPr sz="18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  <p:sldLayoutId id="2147483760" r:id="rId12"/>
    <p:sldLayoutId id="2147483761" r:id="rId13"/>
    <p:sldLayoutId id="2147483762" r:id="rId14"/>
    <p:sldLayoutId id="2147483763" r:id="rId15"/>
    <p:sldLayoutId id="2147483764" r:id="rId16"/>
    <p:sldLayoutId id="2147483765" r:id="rId17"/>
    <p:sldLayoutId id="2147483766" r:id="rId18"/>
    <p:sldLayoutId id="2147483767" r:id="rId19"/>
    <p:sldLayoutId id="2147483768" r:id="rId20"/>
    <p:sldLayoutId id="2147483769" r:id="rId21"/>
    <p:sldLayoutId id="2147483770" r:id="rId22"/>
    <p:sldLayoutId id="2147483771" r:id="rId23"/>
    <p:sldLayoutId id="2147483772" r:id="rId24"/>
    <p:sldLayoutId id="2147483773" r:id="rId25"/>
    <p:sldLayoutId id="2147483774" r:id="rId26"/>
    <p:sldLayoutId id="2147483775" r:id="rId27"/>
    <p:sldLayoutId id="2147483776" r:id="rId28"/>
    <p:sldLayoutId id="2147483777" r:id="rId29"/>
    <p:sldLayoutId id="2147483778" r:id="rId30"/>
    <p:sldLayoutId id="2147483779" r:id="rId31"/>
    <p:sldLayoutId id="2147483780" r:id="rId32"/>
    <p:sldLayoutId id="2147483781" r:id="rId33"/>
    <p:sldLayoutId id="2147483782" r:id="rId34"/>
    <p:sldLayoutId id="2147483783" r:id="rId35"/>
    <p:sldLayoutId id="2147483784" r:id="rId36"/>
    <p:sldLayoutId id="2147483785" r:id="rId37"/>
    <p:sldLayoutId id="2147483786" r:id="rId38"/>
    <p:sldLayoutId id="2147483787" r:id="rId39"/>
    <p:sldLayoutId id="2147483788" r:id="rId40"/>
    <p:sldLayoutId id="2147483789" r:id="rId41"/>
    <p:sldLayoutId id="2147483790" r:id="rId42"/>
    <p:sldLayoutId id="2147483791" r:id="rId43"/>
    <p:sldLayoutId id="2147483792" r:id="rId44"/>
    <p:sldLayoutId id="2147483793" r:id="rId45"/>
    <p:sldLayoutId id="2147483794" r:id="rId46"/>
    <p:sldLayoutId id="2147483795" r:id="rId47"/>
    <p:sldLayoutId id="2147483796" r:id="rId48"/>
    <p:sldLayoutId id="2147483797" r:id="rId49"/>
    <p:sldLayoutId id="2147483798" r:id="rId50"/>
    <p:sldLayoutId id="2147483799" r:id="rId51"/>
    <p:sldLayoutId id="2147483800" r:id="rId52"/>
    <p:sldLayoutId id="2147483801" r:id="rId53"/>
    <p:sldLayoutId id="2147483802" r:id="rId54"/>
    <p:sldLayoutId id="2147483803" r:id="rId55"/>
    <p:sldLayoutId id="2147483804" r:id="rId56"/>
    <p:sldLayoutId id="2147483805" r:id="rId57"/>
    <p:sldLayoutId id="2147483806" r:id="rId58"/>
    <p:sldLayoutId id="2147483807" r:id="rId59"/>
    <p:sldLayoutId id="2147483808" r:id="rId60"/>
    <p:sldLayoutId id="2147483809" r:id="rId61"/>
    <p:sldLayoutId id="2147483810" r:id="rId62"/>
    <p:sldLayoutId id="2147483811" r:id="rId63"/>
    <p:sldLayoutId id="2147483812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645" name="Shape 1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Google Shape;1646;p169"/>
          <p:cNvSpPr txBox="1"/>
          <p:nvPr>
            <p:ph type="title"/>
          </p:nvPr>
        </p:nvSpPr>
        <p:spPr>
          <a:xfrm>
            <a:off x="713225" y="539500"/>
            <a:ext cx="77175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zha One"/>
              <a:buNone/>
              <a:defRPr sz="2800">
                <a:solidFill>
                  <a:schemeClr val="dk2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/>
        </p:txBody>
      </p:sp>
      <p:sp>
        <p:nvSpPr>
          <p:cNvPr id="1647" name="Google Shape;1647;p169"/>
          <p:cNvSpPr txBox="1"/>
          <p:nvPr>
            <p:ph idx="1" type="body"/>
          </p:nvPr>
        </p:nvSpPr>
        <p:spPr>
          <a:xfrm>
            <a:off x="713225" y="1152475"/>
            <a:ext cx="7717500" cy="3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jari"/>
              <a:buChar char="●"/>
              <a:defRPr sz="18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  <p:sldLayoutId id="2147483824" r:id="rId12"/>
    <p:sldLayoutId id="2147483825" r:id="rId13"/>
    <p:sldLayoutId id="2147483826" r:id="rId14"/>
    <p:sldLayoutId id="2147483827" r:id="rId15"/>
    <p:sldLayoutId id="2147483828" r:id="rId16"/>
    <p:sldLayoutId id="2147483829" r:id="rId17"/>
    <p:sldLayoutId id="2147483830" r:id="rId18"/>
    <p:sldLayoutId id="2147483831" r:id="rId19"/>
    <p:sldLayoutId id="2147483832" r:id="rId20"/>
    <p:sldLayoutId id="2147483833" r:id="rId21"/>
    <p:sldLayoutId id="2147483834" r:id="rId22"/>
    <p:sldLayoutId id="2147483835" r:id="rId23"/>
    <p:sldLayoutId id="2147483836" r:id="rId24"/>
    <p:sldLayoutId id="2147483837" r:id="rId25"/>
    <p:sldLayoutId id="2147483838" r:id="rId26"/>
    <p:sldLayoutId id="2147483839" r:id="rId27"/>
    <p:sldLayoutId id="2147483840" r:id="rId28"/>
    <p:sldLayoutId id="2147483841" r:id="rId29"/>
    <p:sldLayoutId id="2147483842" r:id="rId30"/>
    <p:sldLayoutId id="2147483843" r:id="rId31"/>
    <p:sldLayoutId id="2147483844" r:id="rId32"/>
    <p:sldLayoutId id="2147483845" r:id="rId33"/>
    <p:sldLayoutId id="2147483846" r:id="rId34"/>
    <p:sldLayoutId id="2147483847" r:id="rId35"/>
    <p:sldLayoutId id="2147483848" r:id="rId36"/>
    <p:sldLayoutId id="2147483849" r:id="rId37"/>
    <p:sldLayoutId id="2147483850" r:id="rId38"/>
    <p:sldLayoutId id="2147483851" r:id="rId39"/>
    <p:sldLayoutId id="2147483852" r:id="rId40"/>
    <p:sldLayoutId id="2147483853" r:id="rId41"/>
    <p:sldLayoutId id="2147483854" r:id="rId42"/>
    <p:sldLayoutId id="2147483855" r:id="rId43"/>
    <p:sldLayoutId id="2147483856" r:id="rId44"/>
    <p:sldLayoutId id="2147483857" r:id="rId45"/>
    <p:sldLayoutId id="2147483858" r:id="rId46"/>
    <p:sldLayoutId id="2147483859" r:id="rId47"/>
    <p:sldLayoutId id="2147483860" r:id="rId48"/>
    <p:sldLayoutId id="2147483861" r:id="rId49"/>
    <p:sldLayoutId id="2147483862" r:id="rId50"/>
    <p:sldLayoutId id="2147483863" r:id="rId51"/>
    <p:sldLayoutId id="2147483864" r:id="rId52"/>
    <p:sldLayoutId id="2147483865" r:id="rId53"/>
    <p:sldLayoutId id="2147483866" r:id="rId54"/>
    <p:sldLayoutId id="2147483867" r:id="rId55"/>
    <p:sldLayoutId id="2147483868" r:id="rId56"/>
    <p:sldLayoutId id="2147483869" r:id="rId57"/>
    <p:sldLayoutId id="2147483870" r:id="rId58"/>
    <p:sldLayoutId id="2147483871" r:id="rId59"/>
    <p:sldLayoutId id="2147483872" r:id="rId60"/>
    <p:sldLayoutId id="2147483873" r:id="rId61"/>
    <p:sldLayoutId id="2147483874" r:id="rId62"/>
    <p:sldLayoutId id="2147483875" r:id="rId63"/>
    <p:sldLayoutId id="2147483876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300" name="Shape 2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Google Shape;2301;p234"/>
          <p:cNvSpPr txBox="1"/>
          <p:nvPr>
            <p:ph type="title"/>
          </p:nvPr>
        </p:nvSpPr>
        <p:spPr>
          <a:xfrm>
            <a:off x="713225" y="539500"/>
            <a:ext cx="77175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zha One"/>
              <a:buNone/>
              <a:defRPr sz="2800">
                <a:solidFill>
                  <a:schemeClr val="dk2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/>
        </p:txBody>
      </p:sp>
      <p:sp>
        <p:nvSpPr>
          <p:cNvPr id="2302" name="Google Shape;2302;p234"/>
          <p:cNvSpPr txBox="1"/>
          <p:nvPr>
            <p:ph idx="1" type="body"/>
          </p:nvPr>
        </p:nvSpPr>
        <p:spPr>
          <a:xfrm>
            <a:off x="713225" y="1152475"/>
            <a:ext cx="7717500" cy="3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jari"/>
              <a:buChar char="●"/>
              <a:defRPr sz="18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  <p:sldLayoutId id="2147483888" r:id="rId12"/>
    <p:sldLayoutId id="2147483889" r:id="rId13"/>
    <p:sldLayoutId id="2147483890" r:id="rId14"/>
    <p:sldLayoutId id="2147483891" r:id="rId15"/>
    <p:sldLayoutId id="2147483892" r:id="rId16"/>
    <p:sldLayoutId id="2147483893" r:id="rId17"/>
    <p:sldLayoutId id="2147483894" r:id="rId18"/>
    <p:sldLayoutId id="2147483895" r:id="rId19"/>
    <p:sldLayoutId id="2147483896" r:id="rId20"/>
    <p:sldLayoutId id="2147483897" r:id="rId21"/>
    <p:sldLayoutId id="2147483898" r:id="rId22"/>
    <p:sldLayoutId id="2147483899" r:id="rId23"/>
    <p:sldLayoutId id="2147483900" r:id="rId24"/>
    <p:sldLayoutId id="2147483901" r:id="rId25"/>
    <p:sldLayoutId id="2147483902" r:id="rId26"/>
    <p:sldLayoutId id="2147483903" r:id="rId27"/>
    <p:sldLayoutId id="2147483904" r:id="rId28"/>
    <p:sldLayoutId id="2147483905" r:id="rId29"/>
    <p:sldLayoutId id="2147483906" r:id="rId30"/>
    <p:sldLayoutId id="2147483907" r:id="rId31"/>
    <p:sldLayoutId id="2147483908" r:id="rId32"/>
    <p:sldLayoutId id="2147483909" r:id="rId33"/>
    <p:sldLayoutId id="2147483910" r:id="rId34"/>
    <p:sldLayoutId id="2147483911" r:id="rId35"/>
    <p:sldLayoutId id="2147483912" r:id="rId36"/>
    <p:sldLayoutId id="2147483913" r:id="rId37"/>
    <p:sldLayoutId id="2147483914" r:id="rId38"/>
    <p:sldLayoutId id="2147483915" r:id="rId39"/>
    <p:sldLayoutId id="2147483916" r:id="rId40"/>
    <p:sldLayoutId id="2147483917" r:id="rId41"/>
    <p:sldLayoutId id="2147483918" r:id="rId42"/>
    <p:sldLayoutId id="2147483919" r:id="rId43"/>
    <p:sldLayoutId id="2147483920" r:id="rId44"/>
    <p:sldLayoutId id="2147483921" r:id="rId45"/>
    <p:sldLayoutId id="2147483922" r:id="rId46"/>
    <p:sldLayoutId id="2147483923" r:id="rId47"/>
    <p:sldLayoutId id="2147483924" r:id="rId48"/>
    <p:sldLayoutId id="2147483925" r:id="rId49"/>
    <p:sldLayoutId id="2147483926" r:id="rId50"/>
    <p:sldLayoutId id="2147483927" r:id="rId51"/>
    <p:sldLayoutId id="2147483928" r:id="rId52"/>
    <p:sldLayoutId id="2147483929" r:id="rId53"/>
    <p:sldLayoutId id="2147483930" r:id="rId54"/>
    <p:sldLayoutId id="2147483931" r:id="rId55"/>
    <p:sldLayoutId id="2147483932" r:id="rId56"/>
    <p:sldLayoutId id="2147483933" r:id="rId57"/>
    <p:sldLayoutId id="2147483934" r:id="rId58"/>
    <p:sldLayoutId id="2147483935" r:id="rId59"/>
    <p:sldLayoutId id="2147483936" r:id="rId60"/>
    <p:sldLayoutId id="2147483937" r:id="rId61"/>
    <p:sldLayoutId id="2147483938" r:id="rId62"/>
    <p:sldLayoutId id="2147483939" r:id="rId63"/>
    <p:sldLayoutId id="2147483940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955" name="Shape 2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6" name="Google Shape;2956;p299"/>
          <p:cNvSpPr txBox="1"/>
          <p:nvPr>
            <p:ph type="title"/>
          </p:nvPr>
        </p:nvSpPr>
        <p:spPr>
          <a:xfrm>
            <a:off x="713225" y="539500"/>
            <a:ext cx="77175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zha One"/>
              <a:buNone/>
              <a:defRPr sz="2800">
                <a:solidFill>
                  <a:schemeClr val="dk2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/>
        </p:txBody>
      </p:sp>
      <p:sp>
        <p:nvSpPr>
          <p:cNvPr id="2957" name="Google Shape;2957;p299"/>
          <p:cNvSpPr txBox="1"/>
          <p:nvPr>
            <p:ph idx="1" type="body"/>
          </p:nvPr>
        </p:nvSpPr>
        <p:spPr>
          <a:xfrm>
            <a:off x="713225" y="1152475"/>
            <a:ext cx="7717500" cy="3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jari"/>
              <a:buChar char="●"/>
              <a:defRPr sz="18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  <p:sldLayoutId id="2147483952" r:id="rId12"/>
    <p:sldLayoutId id="2147483953" r:id="rId13"/>
    <p:sldLayoutId id="2147483954" r:id="rId14"/>
    <p:sldLayoutId id="2147483955" r:id="rId15"/>
    <p:sldLayoutId id="2147483956" r:id="rId16"/>
    <p:sldLayoutId id="2147483957" r:id="rId17"/>
    <p:sldLayoutId id="2147483958" r:id="rId18"/>
    <p:sldLayoutId id="2147483959" r:id="rId19"/>
    <p:sldLayoutId id="2147483960" r:id="rId20"/>
    <p:sldLayoutId id="2147483961" r:id="rId21"/>
    <p:sldLayoutId id="2147483962" r:id="rId22"/>
    <p:sldLayoutId id="2147483963" r:id="rId23"/>
    <p:sldLayoutId id="2147483964" r:id="rId24"/>
    <p:sldLayoutId id="2147483965" r:id="rId25"/>
    <p:sldLayoutId id="2147483966" r:id="rId26"/>
    <p:sldLayoutId id="2147483967" r:id="rId27"/>
    <p:sldLayoutId id="2147483968" r:id="rId28"/>
    <p:sldLayoutId id="2147483969" r:id="rId29"/>
    <p:sldLayoutId id="2147483970" r:id="rId30"/>
    <p:sldLayoutId id="2147483971" r:id="rId31"/>
    <p:sldLayoutId id="2147483972" r:id="rId32"/>
    <p:sldLayoutId id="2147483973" r:id="rId33"/>
    <p:sldLayoutId id="2147483974" r:id="rId34"/>
    <p:sldLayoutId id="2147483975" r:id="rId35"/>
    <p:sldLayoutId id="2147483976" r:id="rId36"/>
    <p:sldLayoutId id="2147483977" r:id="rId37"/>
    <p:sldLayoutId id="2147483978" r:id="rId38"/>
    <p:sldLayoutId id="2147483979" r:id="rId39"/>
    <p:sldLayoutId id="2147483980" r:id="rId40"/>
    <p:sldLayoutId id="2147483981" r:id="rId41"/>
    <p:sldLayoutId id="2147483982" r:id="rId42"/>
    <p:sldLayoutId id="2147483983" r:id="rId43"/>
    <p:sldLayoutId id="2147483984" r:id="rId44"/>
    <p:sldLayoutId id="2147483985" r:id="rId45"/>
    <p:sldLayoutId id="2147483986" r:id="rId46"/>
    <p:sldLayoutId id="2147483987" r:id="rId47"/>
    <p:sldLayoutId id="2147483988" r:id="rId48"/>
    <p:sldLayoutId id="2147483989" r:id="rId49"/>
    <p:sldLayoutId id="2147483990" r:id="rId50"/>
    <p:sldLayoutId id="2147483991" r:id="rId51"/>
    <p:sldLayoutId id="2147483992" r:id="rId52"/>
    <p:sldLayoutId id="2147483993" r:id="rId53"/>
    <p:sldLayoutId id="2147483994" r:id="rId54"/>
    <p:sldLayoutId id="2147483995" r:id="rId55"/>
    <p:sldLayoutId id="2147483996" r:id="rId56"/>
    <p:sldLayoutId id="2147483997" r:id="rId57"/>
    <p:sldLayoutId id="2147483998" r:id="rId58"/>
    <p:sldLayoutId id="2147483999" r:id="rId59"/>
    <p:sldLayoutId id="2147484000" r:id="rId60"/>
    <p:sldLayoutId id="2147484001" r:id="rId61"/>
    <p:sldLayoutId id="2147484002" r:id="rId62"/>
    <p:sldLayoutId id="2147484003" r:id="rId63"/>
    <p:sldLayoutId id="2147484004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610" name="Shape 3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1" name="Google Shape;3611;p364"/>
          <p:cNvSpPr txBox="1"/>
          <p:nvPr>
            <p:ph type="title"/>
          </p:nvPr>
        </p:nvSpPr>
        <p:spPr>
          <a:xfrm>
            <a:off x="713225" y="539500"/>
            <a:ext cx="7717500" cy="11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ozha One"/>
              <a:buNone/>
              <a:defRPr sz="2800">
                <a:solidFill>
                  <a:schemeClr val="dk2"/>
                </a:solidFill>
                <a:latin typeface="Rozha One"/>
                <a:ea typeface="Rozha One"/>
                <a:cs typeface="Rozha One"/>
                <a:sym typeface="Rozha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Barlow Condensed Light"/>
              <a:buNone/>
              <a:defRPr sz="3000">
                <a:solidFill>
                  <a:schemeClr val="dk2"/>
                </a:solidFill>
                <a:latin typeface="Barlow Condensed Light"/>
                <a:ea typeface="Barlow Condensed Light"/>
                <a:cs typeface="Barlow Condensed Light"/>
                <a:sym typeface="Barlow Condensed Light"/>
              </a:defRPr>
            </a:lvl9pPr>
          </a:lstStyle>
          <a:p/>
        </p:txBody>
      </p:sp>
      <p:sp>
        <p:nvSpPr>
          <p:cNvPr id="3612" name="Google Shape;3612;p364"/>
          <p:cNvSpPr txBox="1"/>
          <p:nvPr>
            <p:ph idx="1" type="body"/>
          </p:nvPr>
        </p:nvSpPr>
        <p:spPr>
          <a:xfrm>
            <a:off x="713225" y="1152475"/>
            <a:ext cx="7717500" cy="34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njari"/>
              <a:buChar char="●"/>
              <a:defRPr sz="1800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●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anjari"/>
              <a:buChar char="○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Manjari"/>
              <a:buChar char="■"/>
              <a:defRPr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4005" r:id="rId1"/>
    <p:sldLayoutId id="2147484006" r:id="rId2"/>
    <p:sldLayoutId id="2147484007" r:id="rId3"/>
    <p:sldLayoutId id="2147484008" r:id="rId4"/>
    <p:sldLayoutId id="2147484009" r:id="rId5"/>
    <p:sldLayoutId id="2147484010" r:id="rId6"/>
    <p:sldLayoutId id="2147484011" r:id="rId7"/>
    <p:sldLayoutId id="2147484012" r:id="rId8"/>
    <p:sldLayoutId id="2147484013" r:id="rId9"/>
    <p:sldLayoutId id="2147484014" r:id="rId10"/>
    <p:sldLayoutId id="2147484015" r:id="rId11"/>
    <p:sldLayoutId id="2147484016" r:id="rId12"/>
    <p:sldLayoutId id="2147484017" r:id="rId13"/>
    <p:sldLayoutId id="2147484018" r:id="rId14"/>
    <p:sldLayoutId id="2147484019" r:id="rId15"/>
    <p:sldLayoutId id="2147484020" r:id="rId16"/>
    <p:sldLayoutId id="2147484021" r:id="rId17"/>
    <p:sldLayoutId id="2147484022" r:id="rId18"/>
    <p:sldLayoutId id="2147484023" r:id="rId19"/>
    <p:sldLayoutId id="2147484024" r:id="rId20"/>
    <p:sldLayoutId id="2147484025" r:id="rId21"/>
    <p:sldLayoutId id="2147484026" r:id="rId22"/>
    <p:sldLayoutId id="2147484027" r:id="rId23"/>
    <p:sldLayoutId id="2147484028" r:id="rId24"/>
    <p:sldLayoutId id="2147484029" r:id="rId25"/>
    <p:sldLayoutId id="2147484030" r:id="rId26"/>
    <p:sldLayoutId id="2147484031" r:id="rId27"/>
    <p:sldLayoutId id="2147484032" r:id="rId28"/>
    <p:sldLayoutId id="2147484033" r:id="rId29"/>
    <p:sldLayoutId id="2147484034" r:id="rId30"/>
    <p:sldLayoutId id="2147484035" r:id="rId31"/>
    <p:sldLayoutId id="2147484036" r:id="rId32"/>
    <p:sldLayoutId id="2147484037" r:id="rId33"/>
    <p:sldLayoutId id="2147484038" r:id="rId34"/>
    <p:sldLayoutId id="2147484039" r:id="rId35"/>
    <p:sldLayoutId id="2147484040" r:id="rId36"/>
    <p:sldLayoutId id="2147484041" r:id="rId37"/>
    <p:sldLayoutId id="2147484042" r:id="rId38"/>
    <p:sldLayoutId id="2147484043" r:id="rId39"/>
    <p:sldLayoutId id="2147484044" r:id="rId40"/>
    <p:sldLayoutId id="2147484045" r:id="rId41"/>
    <p:sldLayoutId id="2147484046" r:id="rId42"/>
    <p:sldLayoutId id="2147484047" r:id="rId43"/>
    <p:sldLayoutId id="2147484048" r:id="rId44"/>
    <p:sldLayoutId id="2147484049" r:id="rId45"/>
    <p:sldLayoutId id="2147484050" r:id="rId46"/>
    <p:sldLayoutId id="2147484051" r:id="rId47"/>
    <p:sldLayoutId id="2147484052" r:id="rId48"/>
    <p:sldLayoutId id="2147484053" r:id="rId49"/>
    <p:sldLayoutId id="2147484054" r:id="rId50"/>
    <p:sldLayoutId id="2147484055" r:id="rId51"/>
    <p:sldLayoutId id="2147484056" r:id="rId52"/>
    <p:sldLayoutId id="2147484057" r:id="rId53"/>
    <p:sldLayoutId id="2147484058" r:id="rId54"/>
    <p:sldLayoutId id="2147484059" r:id="rId55"/>
    <p:sldLayoutId id="2147484060" r:id="rId56"/>
    <p:sldLayoutId id="2147484061" r:id="rId57"/>
    <p:sldLayoutId id="2147484062" r:id="rId58"/>
    <p:sldLayoutId id="2147484063" r:id="rId59"/>
    <p:sldLayoutId id="2147484064" r:id="rId60"/>
    <p:sldLayoutId id="2147484065" r:id="rId61"/>
    <p:sldLayoutId id="2147484066" r:id="rId62"/>
    <p:sldLayoutId id="2147484067" r:id="rId63"/>
    <p:sldLayoutId id="2147484068" r:id="rId6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8" name="Shape 4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9" name="Google Shape;4269;p429"/>
          <p:cNvSpPr txBox="1"/>
          <p:nvPr>
            <p:ph type="ctrTitle"/>
          </p:nvPr>
        </p:nvSpPr>
        <p:spPr>
          <a:xfrm>
            <a:off x="1948950" y="1494175"/>
            <a:ext cx="5246100" cy="150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202</a:t>
            </a:r>
            <a:r>
              <a:rPr lang="en" sz="4000"/>
              <a:t>4</a:t>
            </a:r>
            <a:endParaRPr sz="4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Formlabs 3D Printer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4270" name="Google Shape;4270;p429"/>
          <p:cNvSpPr txBox="1"/>
          <p:nvPr>
            <p:ph idx="1" type="subTitle"/>
          </p:nvPr>
        </p:nvSpPr>
        <p:spPr>
          <a:xfrm>
            <a:off x="2515500" y="3128650"/>
            <a:ext cx="4113000" cy="3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By</a:t>
            </a:r>
            <a:r>
              <a:rPr lang="en" sz="1500"/>
              <a:t> CMS Agency (Chloe, Manon, Stephen)</a:t>
            </a:r>
            <a:endParaRPr sz="1500"/>
          </a:p>
        </p:txBody>
      </p:sp>
      <p:sp>
        <p:nvSpPr>
          <p:cNvPr id="4271" name="Google Shape;4271;p429"/>
          <p:cNvSpPr/>
          <p:nvPr/>
        </p:nvSpPr>
        <p:spPr>
          <a:xfrm>
            <a:off x="84307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2" name="Google Shape;4272;p429">
            <a:hlinkClick action="ppaction://hlinkshowjump?jump=nextslide"/>
          </p:cNvPr>
          <p:cNvSpPr/>
          <p:nvPr/>
        </p:nvSpPr>
        <p:spPr>
          <a:xfrm>
            <a:off x="8504975" y="4212951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6" name="Shape 4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7" name="Google Shape;4277;p430"/>
          <p:cNvSpPr txBox="1"/>
          <p:nvPr>
            <p:ph idx="1" type="body"/>
          </p:nvPr>
        </p:nvSpPr>
        <p:spPr>
          <a:xfrm>
            <a:off x="4975471" y="1733100"/>
            <a:ext cx="3529500" cy="167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Char char="-"/>
            </a:pPr>
            <a:r>
              <a:rPr lang="en" sz="2400">
                <a:solidFill>
                  <a:schemeClr val="accent2"/>
                </a:solidFill>
              </a:rPr>
              <a:t>Founders’ Vision</a:t>
            </a:r>
            <a:endParaRPr sz="2400">
              <a:solidFill>
                <a:schemeClr val="accent2"/>
              </a:solidFill>
            </a:endParaRPr>
          </a:p>
          <a:p>
            <a:pPr indent="-3683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Char char="-"/>
            </a:pPr>
            <a:r>
              <a:rPr lang="en" sz="2400">
                <a:solidFill>
                  <a:schemeClr val="accent2"/>
                </a:solidFill>
              </a:rPr>
              <a:t>Humble Beginnings</a:t>
            </a:r>
            <a:endParaRPr sz="2400">
              <a:solidFill>
                <a:schemeClr val="accent2"/>
              </a:solidFill>
            </a:endParaRPr>
          </a:p>
          <a:p>
            <a:pPr indent="-3683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Char char="-"/>
            </a:pPr>
            <a:r>
              <a:rPr lang="en" sz="2400">
                <a:solidFill>
                  <a:schemeClr val="accent2"/>
                </a:solidFill>
              </a:rPr>
              <a:t>Formlabs’</a:t>
            </a:r>
            <a:r>
              <a:rPr lang="en" sz="2400">
                <a:solidFill>
                  <a:schemeClr val="accent2"/>
                </a:solidFill>
              </a:rPr>
              <a:t> Success</a:t>
            </a:r>
            <a:endParaRPr sz="2400">
              <a:solidFill>
                <a:schemeClr val="accent2"/>
              </a:solidFill>
            </a:endParaRPr>
          </a:p>
          <a:p>
            <a:pPr indent="-3683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200"/>
              <a:buChar char="-"/>
            </a:pPr>
            <a:r>
              <a:rPr lang="en" sz="2400">
                <a:solidFill>
                  <a:schemeClr val="accent2"/>
                </a:solidFill>
              </a:rPr>
              <a:t>Form 2 Launch</a:t>
            </a:r>
            <a:endParaRPr sz="2400">
              <a:solidFill>
                <a:schemeClr val="accent2"/>
              </a:solidFill>
            </a:endParaRPr>
          </a:p>
        </p:txBody>
      </p:sp>
      <p:sp>
        <p:nvSpPr>
          <p:cNvPr id="4278" name="Google Shape;4278;p430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INTRODUCTION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4279" name="Google Shape;4279;p430"/>
          <p:cNvGrpSpPr/>
          <p:nvPr/>
        </p:nvGrpSpPr>
        <p:grpSpPr>
          <a:xfrm>
            <a:off x="921750" y="1520800"/>
            <a:ext cx="3529450" cy="2538000"/>
            <a:chOff x="1018525" y="1520800"/>
            <a:chExt cx="3529450" cy="2538000"/>
          </a:xfrm>
        </p:grpSpPr>
        <p:cxnSp>
          <p:nvCxnSpPr>
            <p:cNvPr id="4280" name="Google Shape;4280;p430"/>
            <p:cNvCxnSpPr/>
            <p:nvPr/>
          </p:nvCxnSpPr>
          <p:spPr>
            <a:xfrm>
              <a:off x="1564175" y="1520800"/>
              <a:ext cx="2450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81" name="Google Shape;4281;p430"/>
            <p:cNvCxnSpPr/>
            <p:nvPr/>
          </p:nvCxnSpPr>
          <p:spPr>
            <a:xfrm>
              <a:off x="1564175" y="4058600"/>
              <a:ext cx="2450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82" name="Google Shape;4282;p430"/>
            <p:cNvCxnSpPr/>
            <p:nvPr/>
          </p:nvCxnSpPr>
          <p:spPr>
            <a:xfrm>
              <a:off x="4547975" y="1597000"/>
              <a:ext cx="0" cy="24618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83" name="Google Shape;4283;p430"/>
            <p:cNvCxnSpPr/>
            <p:nvPr/>
          </p:nvCxnSpPr>
          <p:spPr>
            <a:xfrm>
              <a:off x="1018525" y="1597000"/>
              <a:ext cx="0" cy="24618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284" name="Google Shape;4284;p430"/>
          <p:cNvSpPr/>
          <p:nvPr/>
        </p:nvSpPr>
        <p:spPr>
          <a:xfrm rot="10800000">
            <a:off x="3376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5" name="Google Shape;4285;p430">
            <a:hlinkClick action="ppaction://hlinkshowjump?jump=previousslide"/>
          </p:cNvPr>
          <p:cNvSpPr/>
          <p:nvPr/>
        </p:nvSpPr>
        <p:spPr>
          <a:xfrm rot="10800000">
            <a:off x="411875" y="4212949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6" name="Google Shape;4286;p430"/>
          <p:cNvSpPr/>
          <p:nvPr/>
        </p:nvSpPr>
        <p:spPr>
          <a:xfrm>
            <a:off x="84307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7" name="Google Shape;4287;p430">
            <a:hlinkClick action="ppaction://hlinkshowjump?jump=nextslide"/>
          </p:cNvPr>
          <p:cNvSpPr/>
          <p:nvPr/>
        </p:nvSpPr>
        <p:spPr>
          <a:xfrm>
            <a:off x="8504975" y="4212951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88" name="Google Shape;4288;p430"/>
          <p:cNvPicPr preferRelativeResize="0"/>
          <p:nvPr/>
        </p:nvPicPr>
        <p:blipFill rotWithShape="1">
          <a:blip r:embed="rId3">
            <a:alphaModFix/>
          </a:blip>
          <a:srcRect b="0" l="0" r="75638" t="0"/>
          <a:stretch/>
        </p:blipFill>
        <p:spPr>
          <a:xfrm>
            <a:off x="1080213" y="1728363"/>
            <a:ext cx="1536125" cy="210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9" name="Google Shape;4289;p430"/>
          <p:cNvPicPr preferRelativeResize="0"/>
          <p:nvPr/>
        </p:nvPicPr>
        <p:blipFill rotWithShape="1">
          <a:blip r:embed="rId3">
            <a:alphaModFix/>
          </a:blip>
          <a:srcRect b="0" l="31777" r="46136" t="0"/>
          <a:stretch/>
        </p:blipFill>
        <p:spPr>
          <a:xfrm>
            <a:off x="2828750" y="1775288"/>
            <a:ext cx="1392701" cy="210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3" name="Shape 4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4" name="Google Shape;4294;p431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SWOT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295" name="Google Shape;4295;p431"/>
          <p:cNvSpPr txBox="1"/>
          <p:nvPr>
            <p:ph idx="2" type="title"/>
          </p:nvPr>
        </p:nvSpPr>
        <p:spPr>
          <a:xfrm>
            <a:off x="1848226" y="1509075"/>
            <a:ext cx="2253300" cy="33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STRENGTHS</a:t>
            </a:r>
            <a:endParaRPr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296" name="Google Shape;4296;p431"/>
          <p:cNvSpPr txBox="1"/>
          <p:nvPr>
            <p:ph idx="3" type="title"/>
          </p:nvPr>
        </p:nvSpPr>
        <p:spPr>
          <a:xfrm>
            <a:off x="1848226" y="309697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WEAKNESSES</a:t>
            </a:r>
            <a:endParaRPr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297" name="Google Shape;4297;p431"/>
          <p:cNvSpPr txBox="1"/>
          <p:nvPr>
            <p:ph idx="4" type="subTitle"/>
          </p:nvPr>
        </p:nvSpPr>
        <p:spPr>
          <a:xfrm>
            <a:off x="1608525" y="3483426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Limited Product Line</a:t>
            </a:r>
            <a:endParaRPr/>
          </a:p>
        </p:txBody>
      </p:sp>
      <p:sp>
        <p:nvSpPr>
          <p:cNvPr id="4298" name="Google Shape;4298;p431"/>
          <p:cNvSpPr txBox="1"/>
          <p:nvPr>
            <p:ph idx="5" type="title"/>
          </p:nvPr>
        </p:nvSpPr>
        <p:spPr>
          <a:xfrm>
            <a:off x="5272526" y="1509075"/>
            <a:ext cx="2253300" cy="333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OPPORTUNITIES</a:t>
            </a:r>
            <a:endParaRPr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299" name="Google Shape;4299;p431"/>
          <p:cNvSpPr txBox="1"/>
          <p:nvPr>
            <p:ph idx="6" type="subTitle"/>
          </p:nvPr>
        </p:nvSpPr>
        <p:spPr>
          <a:xfrm>
            <a:off x="5032825" y="1799405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Partnerships</a:t>
            </a:r>
            <a:endParaRPr/>
          </a:p>
        </p:txBody>
      </p:sp>
      <p:sp>
        <p:nvSpPr>
          <p:cNvPr id="4300" name="Google Shape;4300;p431"/>
          <p:cNvSpPr txBox="1"/>
          <p:nvPr>
            <p:ph idx="7" type="title"/>
          </p:nvPr>
        </p:nvSpPr>
        <p:spPr>
          <a:xfrm>
            <a:off x="5272526" y="3097125"/>
            <a:ext cx="2253300" cy="33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THREATS</a:t>
            </a:r>
            <a:endParaRPr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301" name="Google Shape;4301;p431"/>
          <p:cNvSpPr txBox="1"/>
          <p:nvPr>
            <p:ph idx="8" type="subTitle"/>
          </p:nvPr>
        </p:nvSpPr>
        <p:spPr>
          <a:xfrm>
            <a:off x="5032825" y="3482981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Increased Competition</a:t>
            </a:r>
            <a:endParaRPr/>
          </a:p>
        </p:txBody>
      </p:sp>
      <p:grpSp>
        <p:nvGrpSpPr>
          <p:cNvPr id="4302" name="Google Shape;4302;p431"/>
          <p:cNvGrpSpPr/>
          <p:nvPr/>
        </p:nvGrpSpPr>
        <p:grpSpPr>
          <a:xfrm>
            <a:off x="1710311" y="1979700"/>
            <a:ext cx="2433697" cy="355775"/>
            <a:chOff x="1841038" y="2413905"/>
            <a:chExt cx="2442000" cy="355775"/>
          </a:xfrm>
        </p:grpSpPr>
        <p:cxnSp>
          <p:nvCxnSpPr>
            <p:cNvPr id="4303" name="Google Shape;4303;p431"/>
            <p:cNvCxnSpPr/>
            <p:nvPr/>
          </p:nvCxnSpPr>
          <p:spPr>
            <a:xfrm>
              <a:off x="1841038" y="2413905"/>
              <a:ext cx="2442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4" name="Google Shape;4304;p431"/>
            <p:cNvCxnSpPr/>
            <p:nvPr/>
          </p:nvCxnSpPr>
          <p:spPr>
            <a:xfrm>
              <a:off x="1841038" y="2769680"/>
              <a:ext cx="2442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05" name="Google Shape;4305;p431"/>
          <p:cNvGrpSpPr/>
          <p:nvPr/>
        </p:nvGrpSpPr>
        <p:grpSpPr>
          <a:xfrm>
            <a:off x="5128841" y="3662458"/>
            <a:ext cx="2425394" cy="355775"/>
            <a:chOff x="1841038" y="2447242"/>
            <a:chExt cx="2442000" cy="355775"/>
          </a:xfrm>
        </p:grpSpPr>
        <p:cxnSp>
          <p:nvCxnSpPr>
            <p:cNvPr id="4306" name="Google Shape;4306;p431"/>
            <p:cNvCxnSpPr/>
            <p:nvPr/>
          </p:nvCxnSpPr>
          <p:spPr>
            <a:xfrm>
              <a:off x="1841038" y="2447242"/>
              <a:ext cx="2442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07" name="Google Shape;4307;p431"/>
            <p:cNvCxnSpPr/>
            <p:nvPr/>
          </p:nvCxnSpPr>
          <p:spPr>
            <a:xfrm>
              <a:off x="1841038" y="2803017"/>
              <a:ext cx="2442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08" name="Google Shape;4308;p431"/>
          <p:cNvSpPr/>
          <p:nvPr/>
        </p:nvSpPr>
        <p:spPr>
          <a:xfrm rot="10800000">
            <a:off x="3376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9" name="Google Shape;4309;p431">
            <a:hlinkClick action="ppaction://hlinkshowjump?jump=previousslide"/>
          </p:cNvPr>
          <p:cNvSpPr/>
          <p:nvPr/>
        </p:nvSpPr>
        <p:spPr>
          <a:xfrm rot="10800000">
            <a:off x="411875" y="4212949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0" name="Google Shape;4310;p431"/>
          <p:cNvSpPr/>
          <p:nvPr/>
        </p:nvSpPr>
        <p:spPr>
          <a:xfrm>
            <a:off x="84307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1" name="Google Shape;4311;p431">
            <a:hlinkClick action="ppaction://hlinkshowjump?jump=nextslide"/>
          </p:cNvPr>
          <p:cNvSpPr/>
          <p:nvPr/>
        </p:nvSpPr>
        <p:spPr>
          <a:xfrm>
            <a:off x="8504975" y="4212951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2" name="Google Shape;4312;p431"/>
          <p:cNvSpPr txBox="1"/>
          <p:nvPr>
            <p:ph idx="1" type="subTitle"/>
          </p:nvPr>
        </p:nvSpPr>
        <p:spPr>
          <a:xfrm>
            <a:off x="1608525" y="1799405"/>
            <a:ext cx="2732700" cy="20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</a:t>
            </a:r>
            <a:r>
              <a:rPr lang="en"/>
              <a:t> Leader in 3D Printing</a:t>
            </a:r>
            <a:endParaRPr/>
          </a:p>
        </p:txBody>
      </p:sp>
      <p:sp>
        <p:nvSpPr>
          <p:cNvPr id="4313" name="Google Shape;4313;p431"/>
          <p:cNvSpPr txBox="1"/>
          <p:nvPr/>
        </p:nvSpPr>
        <p:spPr>
          <a:xfrm>
            <a:off x="1509900" y="20461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Direct Sales Model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314" name="Google Shape;4314;p431"/>
          <p:cNvGrpSpPr/>
          <p:nvPr/>
        </p:nvGrpSpPr>
        <p:grpSpPr>
          <a:xfrm>
            <a:off x="1710273" y="3662450"/>
            <a:ext cx="2433697" cy="355775"/>
            <a:chOff x="1841038" y="2447242"/>
            <a:chExt cx="2442000" cy="355775"/>
          </a:xfrm>
        </p:grpSpPr>
        <p:cxnSp>
          <p:nvCxnSpPr>
            <p:cNvPr id="4315" name="Google Shape;4315;p431"/>
            <p:cNvCxnSpPr/>
            <p:nvPr/>
          </p:nvCxnSpPr>
          <p:spPr>
            <a:xfrm>
              <a:off x="1841038" y="2447242"/>
              <a:ext cx="2442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16" name="Google Shape;4316;p431"/>
            <p:cNvCxnSpPr/>
            <p:nvPr/>
          </p:nvCxnSpPr>
          <p:spPr>
            <a:xfrm>
              <a:off x="1841038" y="2803017"/>
              <a:ext cx="2442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17" name="Google Shape;4317;p431"/>
          <p:cNvSpPr txBox="1"/>
          <p:nvPr/>
        </p:nvSpPr>
        <p:spPr>
          <a:xfrm>
            <a:off x="1474875" y="3730113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Limited Reach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318" name="Google Shape;4318;p431"/>
          <p:cNvGrpSpPr/>
          <p:nvPr/>
        </p:nvGrpSpPr>
        <p:grpSpPr>
          <a:xfrm>
            <a:off x="1845177" y="1978470"/>
            <a:ext cx="5708507" cy="710138"/>
            <a:chOff x="-1464553" y="2447242"/>
            <a:chExt cx="5747591" cy="710138"/>
          </a:xfrm>
        </p:grpSpPr>
        <p:cxnSp>
          <p:nvCxnSpPr>
            <p:cNvPr id="4319" name="Google Shape;4319;p431"/>
            <p:cNvCxnSpPr/>
            <p:nvPr/>
          </p:nvCxnSpPr>
          <p:spPr>
            <a:xfrm>
              <a:off x="1841038" y="2447242"/>
              <a:ext cx="2442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20" name="Google Shape;4320;p431"/>
            <p:cNvCxnSpPr/>
            <p:nvPr/>
          </p:nvCxnSpPr>
          <p:spPr>
            <a:xfrm>
              <a:off x="-1464553" y="3157380"/>
              <a:ext cx="2442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21" name="Google Shape;4321;p431"/>
          <p:cNvSpPr txBox="1"/>
          <p:nvPr/>
        </p:nvSpPr>
        <p:spPr>
          <a:xfrm>
            <a:off x="4841525" y="37301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Technological Advancements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22" name="Google Shape;4322;p431"/>
          <p:cNvSpPr txBox="1"/>
          <p:nvPr/>
        </p:nvSpPr>
        <p:spPr>
          <a:xfrm>
            <a:off x="1557875" y="23975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Affordability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4323" name="Google Shape;4323;p431"/>
          <p:cNvGrpSpPr/>
          <p:nvPr/>
        </p:nvGrpSpPr>
        <p:grpSpPr>
          <a:xfrm>
            <a:off x="5128840" y="1625345"/>
            <a:ext cx="5852194" cy="705425"/>
            <a:chOff x="-1609224" y="2447242"/>
            <a:chExt cx="5892262" cy="705425"/>
          </a:xfrm>
        </p:grpSpPr>
        <p:cxnSp>
          <p:nvCxnSpPr>
            <p:cNvPr id="4324" name="Google Shape;4324;p431"/>
            <p:cNvCxnSpPr/>
            <p:nvPr/>
          </p:nvCxnSpPr>
          <p:spPr>
            <a:xfrm>
              <a:off x="1841038" y="2447242"/>
              <a:ext cx="2442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325" name="Google Shape;4325;p431"/>
            <p:cNvCxnSpPr/>
            <p:nvPr/>
          </p:nvCxnSpPr>
          <p:spPr>
            <a:xfrm>
              <a:off x="-1609224" y="3152667"/>
              <a:ext cx="24420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326" name="Google Shape;4326;p431"/>
          <p:cNvSpPr txBox="1"/>
          <p:nvPr/>
        </p:nvSpPr>
        <p:spPr>
          <a:xfrm>
            <a:off x="4974600" y="20461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Increased Specialization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0" name="Shape 4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" name="Google Shape;4331;p432"/>
          <p:cNvSpPr txBox="1"/>
          <p:nvPr>
            <p:ph type="title"/>
          </p:nvPr>
        </p:nvSpPr>
        <p:spPr>
          <a:xfrm>
            <a:off x="1974300" y="5307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5-C Framework</a:t>
            </a:r>
            <a:endParaRPr/>
          </a:p>
        </p:txBody>
      </p:sp>
      <p:sp>
        <p:nvSpPr>
          <p:cNvPr id="4332" name="Google Shape;4332;p432"/>
          <p:cNvSpPr/>
          <p:nvPr/>
        </p:nvSpPr>
        <p:spPr>
          <a:xfrm>
            <a:off x="1372700" y="1345130"/>
            <a:ext cx="1136766" cy="1136761"/>
          </a:xfrm>
          <a:prstGeom prst="flowChartOffpageConnector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Rozha One"/>
                <a:ea typeface="Rozha One"/>
                <a:cs typeface="Rozha One"/>
                <a:sym typeface="Rozha One"/>
              </a:rPr>
              <a:t>01</a:t>
            </a:r>
            <a:endParaRPr sz="3500">
              <a:solidFill>
                <a:schemeClr val="dk2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333" name="Google Shape;4333;p432"/>
          <p:cNvSpPr/>
          <p:nvPr/>
        </p:nvSpPr>
        <p:spPr>
          <a:xfrm>
            <a:off x="2684547" y="1345130"/>
            <a:ext cx="1136766" cy="1136761"/>
          </a:xfrm>
          <a:prstGeom prst="flowChartOffpageConnector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Rozha One"/>
                <a:ea typeface="Rozha One"/>
                <a:cs typeface="Rozha One"/>
                <a:sym typeface="Rozha One"/>
              </a:rPr>
              <a:t>02</a:t>
            </a:r>
            <a:endParaRPr sz="3500">
              <a:solidFill>
                <a:schemeClr val="dk2"/>
              </a:solidFill>
            </a:endParaRPr>
          </a:p>
        </p:txBody>
      </p:sp>
      <p:sp>
        <p:nvSpPr>
          <p:cNvPr id="4334" name="Google Shape;4334;p432"/>
          <p:cNvSpPr/>
          <p:nvPr/>
        </p:nvSpPr>
        <p:spPr>
          <a:xfrm>
            <a:off x="3996394" y="1345130"/>
            <a:ext cx="1136766" cy="1136761"/>
          </a:xfrm>
          <a:prstGeom prst="flowChartOffpageConnector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Rozha One"/>
                <a:ea typeface="Rozha One"/>
                <a:cs typeface="Rozha One"/>
                <a:sym typeface="Rozha One"/>
              </a:rPr>
              <a:t>03</a:t>
            </a:r>
            <a:endParaRPr sz="3500">
              <a:solidFill>
                <a:schemeClr val="dk2"/>
              </a:solidFill>
            </a:endParaRPr>
          </a:p>
        </p:txBody>
      </p:sp>
      <p:sp>
        <p:nvSpPr>
          <p:cNvPr id="4335" name="Google Shape;4335;p432"/>
          <p:cNvSpPr/>
          <p:nvPr/>
        </p:nvSpPr>
        <p:spPr>
          <a:xfrm>
            <a:off x="5316689" y="1345130"/>
            <a:ext cx="1136766" cy="1136761"/>
          </a:xfrm>
          <a:prstGeom prst="flowChartOffpageConnector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Rozha One"/>
                <a:ea typeface="Rozha One"/>
                <a:cs typeface="Rozha One"/>
                <a:sym typeface="Rozha One"/>
              </a:rPr>
              <a:t>04</a:t>
            </a:r>
            <a:endParaRPr sz="3500">
              <a:solidFill>
                <a:schemeClr val="dk2"/>
              </a:solidFill>
            </a:endParaRPr>
          </a:p>
        </p:txBody>
      </p:sp>
      <p:sp>
        <p:nvSpPr>
          <p:cNvPr id="4336" name="Google Shape;4336;p432"/>
          <p:cNvSpPr/>
          <p:nvPr/>
        </p:nvSpPr>
        <p:spPr>
          <a:xfrm>
            <a:off x="6636984" y="1345130"/>
            <a:ext cx="1136766" cy="1136761"/>
          </a:xfrm>
          <a:prstGeom prst="flowChartOffpageConnector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dk2"/>
                </a:solidFill>
                <a:latin typeface="Rozha One"/>
                <a:ea typeface="Rozha One"/>
                <a:cs typeface="Rozha One"/>
                <a:sym typeface="Rozha One"/>
              </a:rPr>
              <a:t>05</a:t>
            </a:r>
            <a:endParaRPr sz="3500">
              <a:solidFill>
                <a:schemeClr val="dk2"/>
              </a:solidFill>
            </a:endParaRPr>
          </a:p>
        </p:txBody>
      </p:sp>
      <p:sp>
        <p:nvSpPr>
          <p:cNvPr id="4337" name="Google Shape;4337;p432"/>
          <p:cNvSpPr txBox="1"/>
          <p:nvPr/>
        </p:nvSpPr>
        <p:spPr>
          <a:xfrm>
            <a:off x="283350" y="2490975"/>
            <a:ext cx="1562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Customers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338" name="Google Shape;4338;p432"/>
          <p:cNvSpPr txBox="1"/>
          <p:nvPr/>
        </p:nvSpPr>
        <p:spPr>
          <a:xfrm>
            <a:off x="347702" y="2740225"/>
            <a:ext cx="1434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Target </a:t>
            </a:r>
            <a:r>
              <a:rPr b="1"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professional 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consumers (Engineers, Education Institutes, Dentists)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B2B - B2C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39" name="Google Shape;4339;p432"/>
          <p:cNvSpPr txBox="1"/>
          <p:nvPr/>
        </p:nvSpPr>
        <p:spPr>
          <a:xfrm>
            <a:off x="2023838" y="2490975"/>
            <a:ext cx="1434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Company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340" name="Google Shape;4340;p432"/>
          <p:cNvSpPr txBox="1"/>
          <p:nvPr/>
        </p:nvSpPr>
        <p:spPr>
          <a:xfrm>
            <a:off x="2023850" y="2757150"/>
            <a:ext cx="1434000" cy="18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ignificant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growth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-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Improving current products (3D Printer, Resin, Softwares)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41" name="Google Shape;4341;p432"/>
          <p:cNvSpPr txBox="1"/>
          <p:nvPr/>
        </p:nvSpPr>
        <p:spPr>
          <a:xfrm>
            <a:off x="3665613" y="2490975"/>
            <a:ext cx="1817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Collaborators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342" name="Google Shape;4342;p432"/>
          <p:cNvSpPr txBox="1"/>
          <p:nvPr/>
        </p:nvSpPr>
        <p:spPr>
          <a:xfrm>
            <a:off x="3823475" y="2757150"/>
            <a:ext cx="1437300" cy="18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Channel partners in Europe &amp; Asia (Express Group, iGo3D)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-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Considering CAD resellers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43" name="Google Shape;4343;p432"/>
          <p:cNvSpPr txBox="1"/>
          <p:nvPr/>
        </p:nvSpPr>
        <p:spPr>
          <a:xfrm>
            <a:off x="5612400" y="2490975"/>
            <a:ext cx="1669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Competitors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344" name="Google Shape;4344;p432"/>
          <p:cNvSpPr txBox="1"/>
          <p:nvPr/>
        </p:nvSpPr>
        <p:spPr>
          <a:xfrm>
            <a:off x="5750375" y="2757150"/>
            <a:ext cx="1437300" cy="18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Other 3D printer 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manufacturers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(Ultimaker, 3D Systems, MakerBot)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45" name="Google Shape;4345;p432"/>
          <p:cNvSpPr txBox="1"/>
          <p:nvPr/>
        </p:nvSpPr>
        <p:spPr>
          <a:xfrm>
            <a:off x="7376595" y="2490975"/>
            <a:ext cx="14373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Context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346" name="Google Shape;4346;p432"/>
          <p:cNvSpPr txBox="1"/>
          <p:nvPr/>
        </p:nvSpPr>
        <p:spPr>
          <a:xfrm>
            <a:off x="7378750" y="2740225"/>
            <a:ext cx="1437300" cy="18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- </a:t>
            </a: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Keep up with innovations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- Keep up with audience trends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- Understand safety regulations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347" name="Google Shape;4347;p432"/>
          <p:cNvCxnSpPr>
            <a:stCxn id="4332" idx="0"/>
            <a:endCxn id="4333" idx="0"/>
          </p:cNvCxnSpPr>
          <p:nvPr/>
        </p:nvCxnSpPr>
        <p:spPr>
          <a:xfrm flipH="1" rot="-5400000">
            <a:off x="2596733" y="689480"/>
            <a:ext cx="600" cy="1311900"/>
          </a:xfrm>
          <a:prstGeom prst="bentConnector3">
            <a:avLst>
              <a:gd fmla="val -396875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8" name="Google Shape;4348;p432"/>
          <p:cNvCxnSpPr>
            <a:stCxn id="4333" idx="0"/>
            <a:endCxn id="4334" idx="0"/>
          </p:cNvCxnSpPr>
          <p:nvPr/>
        </p:nvCxnSpPr>
        <p:spPr>
          <a:xfrm flipH="1" rot="-5400000">
            <a:off x="3908580" y="689480"/>
            <a:ext cx="600" cy="1311900"/>
          </a:xfrm>
          <a:prstGeom prst="bentConnector3">
            <a:avLst>
              <a:gd fmla="val -39687500" name="adj1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9" name="Google Shape;4349;p432"/>
          <p:cNvCxnSpPr>
            <a:stCxn id="4334" idx="0"/>
            <a:endCxn id="4335" idx="0"/>
          </p:cNvCxnSpPr>
          <p:nvPr/>
        </p:nvCxnSpPr>
        <p:spPr>
          <a:xfrm flipH="1" rot="-5400000">
            <a:off x="5224628" y="685280"/>
            <a:ext cx="600" cy="1320300"/>
          </a:xfrm>
          <a:prstGeom prst="bentConnector3">
            <a:avLst>
              <a:gd fmla="val -396875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0" name="Google Shape;4350;p432"/>
          <p:cNvCxnSpPr>
            <a:stCxn id="4335" idx="0"/>
            <a:endCxn id="4336" idx="0"/>
          </p:cNvCxnSpPr>
          <p:nvPr/>
        </p:nvCxnSpPr>
        <p:spPr>
          <a:xfrm flipH="1" rot="-5400000">
            <a:off x="6544922" y="685280"/>
            <a:ext cx="600" cy="1320300"/>
          </a:xfrm>
          <a:prstGeom prst="bentConnector3">
            <a:avLst>
              <a:gd fmla="val -39687500" name="adj1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4" name="Shape 4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55" name="Google Shape;4355;p433"/>
          <p:cNvCxnSpPr>
            <a:stCxn id="4356" idx="3"/>
            <a:endCxn id="4357" idx="0"/>
          </p:cNvCxnSpPr>
          <p:nvPr/>
        </p:nvCxnSpPr>
        <p:spPr>
          <a:xfrm>
            <a:off x="2715425" y="1265975"/>
            <a:ext cx="1278300" cy="177000"/>
          </a:xfrm>
          <a:prstGeom prst="bentConnector2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58" name="Google Shape;4358;p433"/>
          <p:cNvCxnSpPr>
            <a:stCxn id="4359" idx="3"/>
            <a:endCxn id="4360" idx="2"/>
          </p:cNvCxnSpPr>
          <p:nvPr/>
        </p:nvCxnSpPr>
        <p:spPr>
          <a:xfrm>
            <a:off x="2479425" y="2719900"/>
            <a:ext cx="501600" cy="519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61" name="Google Shape;4361;p433"/>
          <p:cNvSpPr txBox="1"/>
          <p:nvPr>
            <p:ph type="title"/>
          </p:nvPr>
        </p:nvSpPr>
        <p:spPr>
          <a:xfrm>
            <a:off x="1974300" y="5307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Porter’s Five Forces</a:t>
            </a:r>
            <a:endParaRPr/>
          </a:p>
        </p:txBody>
      </p:sp>
      <p:grpSp>
        <p:nvGrpSpPr>
          <p:cNvPr id="4362" name="Google Shape;4362;p433"/>
          <p:cNvGrpSpPr/>
          <p:nvPr/>
        </p:nvGrpSpPr>
        <p:grpSpPr>
          <a:xfrm>
            <a:off x="3601473" y="1443087"/>
            <a:ext cx="784500" cy="784200"/>
            <a:chOff x="1345285" y="1515812"/>
            <a:chExt cx="784500" cy="784200"/>
          </a:xfrm>
        </p:grpSpPr>
        <p:sp>
          <p:nvSpPr>
            <p:cNvPr id="4357" name="Google Shape;4357;p433"/>
            <p:cNvSpPr/>
            <p:nvPr/>
          </p:nvSpPr>
          <p:spPr>
            <a:xfrm>
              <a:off x="1345285" y="1515812"/>
              <a:ext cx="784500" cy="7842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3" name="Google Shape;4363;p433"/>
            <p:cNvSpPr/>
            <p:nvPr/>
          </p:nvSpPr>
          <p:spPr>
            <a:xfrm>
              <a:off x="1445377" y="1615911"/>
              <a:ext cx="584400" cy="584400"/>
            </a:xfrm>
            <a:prstGeom prst="ellipse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64" name="Google Shape;4364;p433"/>
          <p:cNvGrpSpPr/>
          <p:nvPr/>
        </p:nvGrpSpPr>
        <p:grpSpPr>
          <a:xfrm>
            <a:off x="4748798" y="1443087"/>
            <a:ext cx="784500" cy="784200"/>
            <a:chOff x="1345285" y="1515812"/>
            <a:chExt cx="784500" cy="784200"/>
          </a:xfrm>
        </p:grpSpPr>
        <p:sp>
          <p:nvSpPr>
            <p:cNvPr id="4365" name="Google Shape;4365;p433"/>
            <p:cNvSpPr/>
            <p:nvPr/>
          </p:nvSpPr>
          <p:spPr>
            <a:xfrm>
              <a:off x="1345285" y="1515812"/>
              <a:ext cx="784500" cy="7842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6" name="Google Shape;4366;p433"/>
            <p:cNvSpPr/>
            <p:nvPr/>
          </p:nvSpPr>
          <p:spPr>
            <a:xfrm>
              <a:off x="1445377" y="1615911"/>
              <a:ext cx="584400" cy="584400"/>
            </a:xfrm>
            <a:prstGeom prst="ellipse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67" name="Google Shape;4367;p433"/>
          <p:cNvGrpSpPr/>
          <p:nvPr/>
        </p:nvGrpSpPr>
        <p:grpSpPr>
          <a:xfrm>
            <a:off x="2981010" y="2379687"/>
            <a:ext cx="784500" cy="784200"/>
            <a:chOff x="1345285" y="1515812"/>
            <a:chExt cx="784500" cy="784200"/>
          </a:xfrm>
        </p:grpSpPr>
        <p:sp>
          <p:nvSpPr>
            <p:cNvPr id="4360" name="Google Shape;4360;p433"/>
            <p:cNvSpPr/>
            <p:nvPr/>
          </p:nvSpPr>
          <p:spPr>
            <a:xfrm>
              <a:off x="1345285" y="1515812"/>
              <a:ext cx="784500" cy="7842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8" name="Google Shape;4368;p433"/>
            <p:cNvSpPr/>
            <p:nvPr/>
          </p:nvSpPr>
          <p:spPr>
            <a:xfrm>
              <a:off x="1445377" y="1615911"/>
              <a:ext cx="584400" cy="584400"/>
            </a:xfrm>
            <a:prstGeom prst="ellipse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69" name="Google Shape;4369;p433"/>
          <p:cNvGrpSpPr/>
          <p:nvPr/>
        </p:nvGrpSpPr>
        <p:grpSpPr>
          <a:xfrm>
            <a:off x="5378485" y="2379687"/>
            <a:ext cx="784500" cy="784200"/>
            <a:chOff x="1345285" y="1515812"/>
            <a:chExt cx="784500" cy="784200"/>
          </a:xfrm>
        </p:grpSpPr>
        <p:sp>
          <p:nvSpPr>
            <p:cNvPr id="4370" name="Google Shape;4370;p433"/>
            <p:cNvSpPr/>
            <p:nvPr/>
          </p:nvSpPr>
          <p:spPr>
            <a:xfrm>
              <a:off x="1345285" y="1515812"/>
              <a:ext cx="784500" cy="7842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1" name="Google Shape;4371;p433"/>
            <p:cNvSpPr/>
            <p:nvPr/>
          </p:nvSpPr>
          <p:spPr>
            <a:xfrm>
              <a:off x="1445377" y="1615911"/>
              <a:ext cx="584400" cy="584400"/>
            </a:xfrm>
            <a:prstGeom prst="ellipse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72" name="Google Shape;4372;p433"/>
          <p:cNvGrpSpPr/>
          <p:nvPr/>
        </p:nvGrpSpPr>
        <p:grpSpPr>
          <a:xfrm>
            <a:off x="4179735" y="2910762"/>
            <a:ext cx="784500" cy="784200"/>
            <a:chOff x="1345285" y="1515812"/>
            <a:chExt cx="784500" cy="784200"/>
          </a:xfrm>
        </p:grpSpPr>
        <p:sp>
          <p:nvSpPr>
            <p:cNvPr id="4373" name="Google Shape;4373;p433"/>
            <p:cNvSpPr/>
            <p:nvPr/>
          </p:nvSpPr>
          <p:spPr>
            <a:xfrm>
              <a:off x="1345285" y="1515812"/>
              <a:ext cx="784500" cy="784200"/>
            </a:xfrm>
            <a:prstGeom prst="ellipse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4" name="Google Shape;4374;p433"/>
            <p:cNvSpPr/>
            <p:nvPr/>
          </p:nvSpPr>
          <p:spPr>
            <a:xfrm>
              <a:off x="1445377" y="1615911"/>
              <a:ext cx="584400" cy="584400"/>
            </a:xfrm>
            <a:prstGeom prst="ellipse">
              <a:avLst/>
            </a:prstGeom>
            <a:noFill/>
            <a:ln cap="flat" cmpd="sng" w="1905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375" name="Google Shape;4375;p433"/>
          <p:cNvCxnSpPr>
            <a:stCxn id="4357" idx="2"/>
            <a:endCxn id="4360" idx="0"/>
          </p:cNvCxnSpPr>
          <p:nvPr/>
        </p:nvCxnSpPr>
        <p:spPr>
          <a:xfrm flipH="1">
            <a:off x="3373173" y="1835187"/>
            <a:ext cx="228300" cy="544500"/>
          </a:xfrm>
          <a:prstGeom prst="bentConnector2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6" name="Google Shape;4376;p433"/>
          <p:cNvCxnSpPr>
            <a:stCxn id="4360" idx="4"/>
            <a:endCxn id="4360" idx="4"/>
          </p:cNvCxnSpPr>
          <p:nvPr/>
        </p:nvCxnSpPr>
        <p:spPr>
          <a:xfrm flipH="1" rot="-5400000">
            <a:off x="3373260" y="3163887"/>
            <a:ext cx="600" cy="600"/>
          </a:xfrm>
          <a:prstGeom prst="bentConnector3">
            <a:avLst>
              <a:gd fmla="val 23789665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7" name="Google Shape;4377;p433"/>
          <p:cNvCxnSpPr/>
          <p:nvPr/>
        </p:nvCxnSpPr>
        <p:spPr>
          <a:xfrm>
            <a:off x="3371235" y="3302262"/>
            <a:ext cx="8085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8" name="Google Shape;4378;p433"/>
          <p:cNvCxnSpPr>
            <a:stCxn id="4373" idx="6"/>
            <a:endCxn id="4370" idx="4"/>
          </p:cNvCxnSpPr>
          <p:nvPr/>
        </p:nvCxnSpPr>
        <p:spPr>
          <a:xfrm flipH="1" rot="10800000">
            <a:off x="4964235" y="3163962"/>
            <a:ext cx="806400" cy="138900"/>
          </a:xfrm>
          <a:prstGeom prst="bentConnector2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79" name="Google Shape;4379;p433"/>
          <p:cNvCxnSpPr>
            <a:stCxn id="4370" idx="0"/>
            <a:endCxn id="4365" idx="6"/>
          </p:cNvCxnSpPr>
          <p:nvPr/>
        </p:nvCxnSpPr>
        <p:spPr>
          <a:xfrm flipH="1" rot="5400000">
            <a:off x="5379835" y="1988787"/>
            <a:ext cx="544500" cy="237300"/>
          </a:xfrm>
          <a:prstGeom prst="bentConnector2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80" name="Google Shape;4380;p433"/>
          <p:cNvCxnSpPr>
            <a:stCxn id="4357" idx="6"/>
            <a:endCxn id="4365" idx="2"/>
          </p:cNvCxnSpPr>
          <p:nvPr/>
        </p:nvCxnSpPr>
        <p:spPr>
          <a:xfrm>
            <a:off x="4385973" y="1835187"/>
            <a:ext cx="362700" cy="600"/>
          </a:xfrm>
          <a:prstGeom prst="bentConnector3">
            <a:avLst>
              <a:gd fmla="val 50017" name="adj1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56" name="Google Shape;4356;p433"/>
          <p:cNvSpPr txBox="1"/>
          <p:nvPr/>
        </p:nvSpPr>
        <p:spPr>
          <a:xfrm>
            <a:off x="118925" y="1099325"/>
            <a:ext cx="2596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BARGAINING POWER OF SUPPLIERS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381" name="Google Shape;4381;p433"/>
          <p:cNvSpPr txBox="1"/>
          <p:nvPr/>
        </p:nvSpPr>
        <p:spPr>
          <a:xfrm>
            <a:off x="118925" y="1546225"/>
            <a:ext cx="27675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Moderate to High: 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Top 50 global distributors by sales represents 75% of industry revenue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59" name="Google Shape;4359;p433"/>
          <p:cNvSpPr txBox="1"/>
          <p:nvPr/>
        </p:nvSpPr>
        <p:spPr>
          <a:xfrm>
            <a:off x="40425" y="2532100"/>
            <a:ext cx="24390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BARGAINING POWER OF BUYERS 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382" name="Google Shape;4382;p433"/>
          <p:cNvSpPr txBox="1"/>
          <p:nvPr/>
        </p:nvSpPr>
        <p:spPr>
          <a:xfrm>
            <a:off x="42725" y="3047150"/>
            <a:ext cx="2931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Moderate: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-Lots of customers in the market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-Authorizations needed for some of them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83" name="Google Shape;4383;p433"/>
          <p:cNvSpPr txBox="1"/>
          <p:nvPr/>
        </p:nvSpPr>
        <p:spPr>
          <a:xfrm>
            <a:off x="6607750" y="985650"/>
            <a:ext cx="21984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THREAT OF NEW ENTRANTS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384" name="Google Shape;4384;p433"/>
          <p:cNvSpPr txBox="1"/>
          <p:nvPr/>
        </p:nvSpPr>
        <p:spPr>
          <a:xfrm>
            <a:off x="6555475" y="1514225"/>
            <a:ext cx="25329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Low to moderate: </a:t>
            </a:r>
            <a:endParaRPr sz="12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highlight>
                  <a:srgbClr val="FFFFFF"/>
                </a:highlight>
                <a:latin typeface="Barlow"/>
                <a:ea typeface="Barlow"/>
                <a:cs typeface="Barlow"/>
                <a:sym typeface="Barlow"/>
              </a:rPr>
              <a:t>Requirement for significant technological expertise, intellectual property, and capital investment</a:t>
            </a:r>
            <a:endParaRPr sz="12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85" name="Google Shape;4385;p433"/>
          <p:cNvSpPr txBox="1"/>
          <p:nvPr/>
        </p:nvSpPr>
        <p:spPr>
          <a:xfrm>
            <a:off x="6957050" y="2697525"/>
            <a:ext cx="20133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THREAT OF SUBSTITUTES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386" name="Google Shape;4386;p433"/>
          <p:cNvSpPr txBox="1"/>
          <p:nvPr/>
        </p:nvSpPr>
        <p:spPr>
          <a:xfrm>
            <a:off x="6364625" y="3230425"/>
            <a:ext cx="27237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Low: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CNC machining and injection molding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387" name="Google Shape;4387;p433"/>
          <p:cNvSpPr txBox="1"/>
          <p:nvPr/>
        </p:nvSpPr>
        <p:spPr>
          <a:xfrm>
            <a:off x="1338675" y="4025850"/>
            <a:ext cx="3233400" cy="37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RIVALRY AMONG EXISTING COMPETITORS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388" name="Google Shape;4388;p433"/>
          <p:cNvSpPr txBox="1"/>
          <p:nvPr/>
        </p:nvSpPr>
        <p:spPr>
          <a:xfrm>
            <a:off x="4648175" y="3886225"/>
            <a:ext cx="33690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High: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In 2014, about 140,000 desktop 3D printers sold. 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Lots of competitors</a:t>
            </a:r>
            <a:endParaRPr sz="120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389" name="Google Shape;4389;p433"/>
          <p:cNvCxnSpPr>
            <a:endCxn id="4365" idx="0"/>
          </p:cNvCxnSpPr>
          <p:nvPr/>
        </p:nvCxnSpPr>
        <p:spPr>
          <a:xfrm flipH="1">
            <a:off x="5141048" y="1218087"/>
            <a:ext cx="1466700" cy="225000"/>
          </a:xfrm>
          <a:prstGeom prst="bentConnector2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0" name="Google Shape;4390;p433"/>
          <p:cNvCxnSpPr>
            <a:stCxn id="4385" idx="1"/>
            <a:endCxn id="4370" idx="6"/>
          </p:cNvCxnSpPr>
          <p:nvPr/>
        </p:nvCxnSpPr>
        <p:spPr>
          <a:xfrm rot="10800000">
            <a:off x="6162950" y="2771925"/>
            <a:ext cx="794100" cy="1899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1" name="Google Shape;4391;p433"/>
          <p:cNvCxnSpPr>
            <a:endCxn id="4373" idx="4"/>
          </p:cNvCxnSpPr>
          <p:nvPr/>
        </p:nvCxnSpPr>
        <p:spPr>
          <a:xfrm flipH="1" rot="10800000">
            <a:off x="3275985" y="3694962"/>
            <a:ext cx="1296000" cy="123000"/>
          </a:xfrm>
          <a:prstGeom prst="bentConnector2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92" name="Google Shape;4392;p433"/>
          <p:cNvGrpSpPr/>
          <p:nvPr/>
        </p:nvGrpSpPr>
        <p:grpSpPr>
          <a:xfrm>
            <a:off x="3845587" y="1713602"/>
            <a:ext cx="296276" cy="243123"/>
            <a:chOff x="1746587" y="1341715"/>
            <a:chExt cx="296276" cy="243123"/>
          </a:xfrm>
        </p:grpSpPr>
        <p:sp>
          <p:nvSpPr>
            <p:cNvPr id="4393" name="Google Shape;4393;p433"/>
            <p:cNvSpPr/>
            <p:nvPr/>
          </p:nvSpPr>
          <p:spPr>
            <a:xfrm>
              <a:off x="1873963" y="1341715"/>
              <a:ext cx="168901" cy="157393"/>
            </a:xfrm>
            <a:custGeom>
              <a:rect b="b" l="l" r="r" t="t"/>
              <a:pathLst>
                <a:path extrusionOk="0" h="6962" w="7471">
                  <a:moveTo>
                    <a:pt x="1" y="0"/>
                  </a:moveTo>
                  <a:lnTo>
                    <a:pt x="1" y="2961"/>
                  </a:lnTo>
                  <a:lnTo>
                    <a:pt x="2689" y="2961"/>
                  </a:lnTo>
                  <a:lnTo>
                    <a:pt x="2689" y="6020"/>
                  </a:lnTo>
                  <a:lnTo>
                    <a:pt x="4692" y="6020"/>
                  </a:lnTo>
                  <a:lnTo>
                    <a:pt x="6258" y="6962"/>
                  </a:lnTo>
                  <a:lnTo>
                    <a:pt x="6346" y="6020"/>
                  </a:lnTo>
                  <a:lnTo>
                    <a:pt x="7470" y="6020"/>
                  </a:lnTo>
                  <a:lnTo>
                    <a:pt x="74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4" name="Google Shape;4394;p433"/>
            <p:cNvSpPr/>
            <p:nvPr/>
          </p:nvSpPr>
          <p:spPr>
            <a:xfrm>
              <a:off x="1746587" y="1402848"/>
              <a:ext cx="193972" cy="181990"/>
            </a:xfrm>
            <a:custGeom>
              <a:rect b="b" l="l" r="r" t="t"/>
              <a:pathLst>
                <a:path extrusionOk="0" h="8050" w="8580">
                  <a:moveTo>
                    <a:pt x="8067" y="513"/>
                  </a:moveTo>
                  <a:lnTo>
                    <a:pt x="8067" y="6500"/>
                  </a:lnTo>
                  <a:lnTo>
                    <a:pt x="3278" y="6500"/>
                  </a:lnTo>
                  <a:cubicBezTo>
                    <a:pt x="3227" y="6500"/>
                    <a:pt x="3174" y="6516"/>
                    <a:pt x="3131" y="6547"/>
                  </a:cubicBezTo>
                  <a:lnTo>
                    <a:pt x="2046" y="7321"/>
                  </a:lnTo>
                  <a:lnTo>
                    <a:pt x="2003" y="6737"/>
                  </a:lnTo>
                  <a:cubicBezTo>
                    <a:pt x="1992" y="6604"/>
                    <a:pt x="1882" y="6500"/>
                    <a:pt x="1747" y="6500"/>
                  </a:cubicBezTo>
                  <a:lnTo>
                    <a:pt x="512" y="6500"/>
                  </a:lnTo>
                  <a:lnTo>
                    <a:pt x="512" y="513"/>
                  </a:lnTo>
                  <a:close/>
                  <a:moveTo>
                    <a:pt x="256" y="1"/>
                  </a:moveTo>
                  <a:cubicBezTo>
                    <a:pt x="115" y="1"/>
                    <a:pt x="0" y="116"/>
                    <a:pt x="0" y="257"/>
                  </a:cubicBezTo>
                  <a:lnTo>
                    <a:pt x="0" y="6756"/>
                  </a:lnTo>
                  <a:cubicBezTo>
                    <a:pt x="0" y="6897"/>
                    <a:pt x="115" y="7011"/>
                    <a:pt x="256" y="7011"/>
                  </a:cubicBezTo>
                  <a:lnTo>
                    <a:pt x="1509" y="7011"/>
                  </a:lnTo>
                  <a:lnTo>
                    <a:pt x="1567" y="7812"/>
                  </a:lnTo>
                  <a:cubicBezTo>
                    <a:pt x="1573" y="7904"/>
                    <a:pt x="1630" y="7986"/>
                    <a:pt x="1712" y="8025"/>
                  </a:cubicBezTo>
                  <a:cubicBezTo>
                    <a:pt x="1747" y="8041"/>
                    <a:pt x="1786" y="8050"/>
                    <a:pt x="1822" y="8050"/>
                  </a:cubicBezTo>
                  <a:cubicBezTo>
                    <a:pt x="1874" y="8050"/>
                    <a:pt x="1927" y="8033"/>
                    <a:pt x="1970" y="8002"/>
                  </a:cubicBezTo>
                  <a:lnTo>
                    <a:pt x="3360" y="7011"/>
                  </a:lnTo>
                  <a:lnTo>
                    <a:pt x="8323" y="7011"/>
                  </a:lnTo>
                  <a:cubicBezTo>
                    <a:pt x="8464" y="7011"/>
                    <a:pt x="8579" y="6897"/>
                    <a:pt x="8579" y="6756"/>
                  </a:cubicBezTo>
                  <a:lnTo>
                    <a:pt x="8579" y="257"/>
                  </a:lnTo>
                  <a:cubicBezTo>
                    <a:pt x="8579" y="116"/>
                    <a:pt x="8464" y="1"/>
                    <a:pt x="83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5" name="Google Shape;4395;p433"/>
            <p:cNvSpPr/>
            <p:nvPr/>
          </p:nvSpPr>
          <p:spPr>
            <a:xfrm>
              <a:off x="1823230" y="1441847"/>
              <a:ext cx="41598" cy="79398"/>
            </a:xfrm>
            <a:custGeom>
              <a:rect b="b" l="l" r="r" t="t"/>
              <a:pathLst>
                <a:path extrusionOk="0" h="3512" w="1840">
                  <a:moveTo>
                    <a:pt x="1549" y="0"/>
                  </a:moveTo>
                  <a:cubicBezTo>
                    <a:pt x="1449" y="0"/>
                    <a:pt x="1355" y="59"/>
                    <a:pt x="1313" y="158"/>
                  </a:cubicBezTo>
                  <a:lnTo>
                    <a:pt x="54" y="3157"/>
                  </a:lnTo>
                  <a:cubicBezTo>
                    <a:pt x="1" y="3288"/>
                    <a:pt x="62" y="3438"/>
                    <a:pt x="191" y="3493"/>
                  </a:cubicBezTo>
                  <a:cubicBezTo>
                    <a:pt x="224" y="3505"/>
                    <a:pt x="257" y="3511"/>
                    <a:pt x="290" y="3511"/>
                  </a:cubicBezTo>
                  <a:cubicBezTo>
                    <a:pt x="390" y="3511"/>
                    <a:pt x="486" y="3454"/>
                    <a:pt x="527" y="3356"/>
                  </a:cubicBezTo>
                  <a:lnTo>
                    <a:pt x="1786" y="356"/>
                  </a:lnTo>
                  <a:cubicBezTo>
                    <a:pt x="1839" y="225"/>
                    <a:pt x="1780" y="76"/>
                    <a:pt x="1649" y="20"/>
                  </a:cubicBezTo>
                  <a:cubicBezTo>
                    <a:pt x="1616" y="7"/>
                    <a:pt x="1583" y="0"/>
                    <a:pt x="154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6" name="Google Shape;4396;p433"/>
            <p:cNvSpPr/>
            <p:nvPr/>
          </p:nvSpPr>
          <p:spPr>
            <a:xfrm>
              <a:off x="1803289" y="1438682"/>
              <a:ext cx="36782" cy="40807"/>
            </a:xfrm>
            <a:custGeom>
              <a:rect b="b" l="l" r="r" t="t"/>
              <a:pathLst>
                <a:path extrusionOk="0" h="1805" w="1627">
                  <a:moveTo>
                    <a:pt x="813" y="513"/>
                  </a:moveTo>
                  <a:cubicBezTo>
                    <a:pt x="977" y="513"/>
                    <a:pt x="1114" y="691"/>
                    <a:pt x="1114" y="904"/>
                  </a:cubicBezTo>
                  <a:cubicBezTo>
                    <a:pt x="1114" y="1115"/>
                    <a:pt x="977" y="1293"/>
                    <a:pt x="813" y="1293"/>
                  </a:cubicBezTo>
                  <a:cubicBezTo>
                    <a:pt x="649" y="1293"/>
                    <a:pt x="512" y="1115"/>
                    <a:pt x="512" y="904"/>
                  </a:cubicBezTo>
                  <a:cubicBezTo>
                    <a:pt x="512" y="691"/>
                    <a:pt x="649" y="513"/>
                    <a:pt x="813" y="513"/>
                  </a:cubicBezTo>
                  <a:close/>
                  <a:moveTo>
                    <a:pt x="813" y="1"/>
                  </a:moveTo>
                  <a:cubicBezTo>
                    <a:pt x="365" y="1"/>
                    <a:pt x="0" y="406"/>
                    <a:pt x="0" y="904"/>
                  </a:cubicBezTo>
                  <a:cubicBezTo>
                    <a:pt x="0" y="1401"/>
                    <a:pt x="365" y="1805"/>
                    <a:pt x="813" y="1805"/>
                  </a:cubicBezTo>
                  <a:cubicBezTo>
                    <a:pt x="1262" y="1805"/>
                    <a:pt x="1626" y="1401"/>
                    <a:pt x="1626" y="904"/>
                  </a:cubicBezTo>
                  <a:cubicBezTo>
                    <a:pt x="1626" y="406"/>
                    <a:pt x="1262" y="1"/>
                    <a:pt x="8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7" name="Google Shape;4397;p433"/>
            <p:cNvSpPr/>
            <p:nvPr/>
          </p:nvSpPr>
          <p:spPr>
            <a:xfrm>
              <a:off x="1847081" y="1485075"/>
              <a:ext cx="36760" cy="40807"/>
            </a:xfrm>
            <a:custGeom>
              <a:rect b="b" l="l" r="r" t="t"/>
              <a:pathLst>
                <a:path extrusionOk="0" h="1805" w="1626">
                  <a:moveTo>
                    <a:pt x="813" y="512"/>
                  </a:moveTo>
                  <a:cubicBezTo>
                    <a:pt x="977" y="512"/>
                    <a:pt x="1114" y="690"/>
                    <a:pt x="1114" y="901"/>
                  </a:cubicBezTo>
                  <a:cubicBezTo>
                    <a:pt x="1114" y="1114"/>
                    <a:pt x="977" y="1292"/>
                    <a:pt x="813" y="1292"/>
                  </a:cubicBezTo>
                  <a:cubicBezTo>
                    <a:pt x="651" y="1292"/>
                    <a:pt x="512" y="1114"/>
                    <a:pt x="512" y="901"/>
                  </a:cubicBezTo>
                  <a:cubicBezTo>
                    <a:pt x="512" y="690"/>
                    <a:pt x="651" y="512"/>
                    <a:pt x="813" y="512"/>
                  </a:cubicBezTo>
                  <a:close/>
                  <a:moveTo>
                    <a:pt x="813" y="0"/>
                  </a:moveTo>
                  <a:cubicBezTo>
                    <a:pt x="365" y="0"/>
                    <a:pt x="0" y="404"/>
                    <a:pt x="0" y="901"/>
                  </a:cubicBezTo>
                  <a:cubicBezTo>
                    <a:pt x="0" y="1399"/>
                    <a:pt x="365" y="1804"/>
                    <a:pt x="813" y="1804"/>
                  </a:cubicBezTo>
                  <a:cubicBezTo>
                    <a:pt x="1262" y="1804"/>
                    <a:pt x="1626" y="1401"/>
                    <a:pt x="1626" y="901"/>
                  </a:cubicBezTo>
                  <a:cubicBezTo>
                    <a:pt x="1626" y="404"/>
                    <a:pt x="1262" y="0"/>
                    <a:pt x="8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98" name="Google Shape;4398;p433"/>
          <p:cNvGrpSpPr/>
          <p:nvPr/>
        </p:nvGrpSpPr>
        <p:grpSpPr>
          <a:xfrm>
            <a:off x="3281485" y="2623648"/>
            <a:ext cx="183550" cy="296271"/>
            <a:chOff x="2567885" y="2686235"/>
            <a:chExt cx="183550" cy="296271"/>
          </a:xfrm>
        </p:grpSpPr>
        <p:sp>
          <p:nvSpPr>
            <p:cNvPr id="4399" name="Google Shape;4399;p433"/>
            <p:cNvSpPr/>
            <p:nvPr/>
          </p:nvSpPr>
          <p:spPr>
            <a:xfrm>
              <a:off x="2617307" y="2828352"/>
              <a:ext cx="84733" cy="101711"/>
            </a:xfrm>
            <a:custGeom>
              <a:rect b="b" l="l" r="r" t="t"/>
              <a:pathLst>
                <a:path extrusionOk="0" h="4499" w="3748">
                  <a:moveTo>
                    <a:pt x="1" y="1"/>
                  </a:moveTo>
                  <a:lnTo>
                    <a:pt x="1" y="4499"/>
                  </a:lnTo>
                  <a:lnTo>
                    <a:pt x="3748" y="4499"/>
                  </a:lnTo>
                  <a:lnTo>
                    <a:pt x="3748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0" name="Google Shape;4400;p433"/>
            <p:cNvSpPr/>
            <p:nvPr/>
          </p:nvSpPr>
          <p:spPr>
            <a:xfrm>
              <a:off x="2649998" y="2947837"/>
              <a:ext cx="19329" cy="11598"/>
            </a:xfrm>
            <a:custGeom>
              <a:rect b="b" l="l" r="r" t="t"/>
              <a:pathLst>
                <a:path extrusionOk="0" h="513" w="855">
                  <a:moveTo>
                    <a:pt x="256" y="0"/>
                  </a:moveTo>
                  <a:cubicBezTo>
                    <a:pt x="115" y="0"/>
                    <a:pt x="0" y="115"/>
                    <a:pt x="0" y="256"/>
                  </a:cubicBezTo>
                  <a:cubicBezTo>
                    <a:pt x="0" y="397"/>
                    <a:pt x="115" y="512"/>
                    <a:pt x="256" y="512"/>
                  </a:cubicBezTo>
                  <a:lnTo>
                    <a:pt x="598" y="512"/>
                  </a:lnTo>
                  <a:cubicBezTo>
                    <a:pt x="740" y="512"/>
                    <a:pt x="854" y="397"/>
                    <a:pt x="854" y="256"/>
                  </a:cubicBezTo>
                  <a:cubicBezTo>
                    <a:pt x="854" y="115"/>
                    <a:pt x="740" y="0"/>
                    <a:pt x="59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1" name="Google Shape;4401;p433"/>
            <p:cNvSpPr/>
            <p:nvPr/>
          </p:nvSpPr>
          <p:spPr>
            <a:xfrm>
              <a:off x="2567885" y="2686235"/>
              <a:ext cx="183550" cy="296271"/>
            </a:xfrm>
            <a:custGeom>
              <a:rect b="b" l="l" r="r" t="t"/>
              <a:pathLst>
                <a:path extrusionOk="0" h="13105" w="8119">
                  <a:moveTo>
                    <a:pt x="6884" y="513"/>
                  </a:moveTo>
                  <a:cubicBezTo>
                    <a:pt x="7283" y="513"/>
                    <a:pt x="7607" y="836"/>
                    <a:pt x="7607" y="1231"/>
                  </a:cubicBezTo>
                  <a:lnTo>
                    <a:pt x="7607" y="1653"/>
                  </a:lnTo>
                  <a:lnTo>
                    <a:pt x="512" y="1653"/>
                  </a:lnTo>
                  <a:lnTo>
                    <a:pt x="512" y="1231"/>
                  </a:lnTo>
                  <a:cubicBezTo>
                    <a:pt x="512" y="836"/>
                    <a:pt x="838" y="513"/>
                    <a:pt x="1237" y="513"/>
                  </a:cubicBezTo>
                  <a:close/>
                  <a:moveTo>
                    <a:pt x="7607" y="2165"/>
                  </a:moveTo>
                  <a:lnTo>
                    <a:pt x="7607" y="3807"/>
                  </a:lnTo>
                  <a:cubicBezTo>
                    <a:pt x="7605" y="3932"/>
                    <a:pt x="7555" y="4049"/>
                    <a:pt x="7467" y="4137"/>
                  </a:cubicBezTo>
                  <a:cubicBezTo>
                    <a:pt x="7373" y="4235"/>
                    <a:pt x="7246" y="4288"/>
                    <a:pt x="7109" y="4288"/>
                  </a:cubicBezTo>
                  <a:cubicBezTo>
                    <a:pt x="6831" y="4288"/>
                    <a:pt x="6603" y="4061"/>
                    <a:pt x="6603" y="3781"/>
                  </a:cubicBezTo>
                  <a:cubicBezTo>
                    <a:pt x="6603" y="3639"/>
                    <a:pt x="6489" y="3525"/>
                    <a:pt x="6347" y="3525"/>
                  </a:cubicBezTo>
                  <a:cubicBezTo>
                    <a:pt x="6206" y="3525"/>
                    <a:pt x="6091" y="3639"/>
                    <a:pt x="6091" y="3781"/>
                  </a:cubicBezTo>
                  <a:cubicBezTo>
                    <a:pt x="6091" y="4061"/>
                    <a:pt x="5864" y="4288"/>
                    <a:pt x="5584" y="4288"/>
                  </a:cubicBezTo>
                  <a:cubicBezTo>
                    <a:pt x="5305" y="4288"/>
                    <a:pt x="5078" y="4061"/>
                    <a:pt x="5078" y="3781"/>
                  </a:cubicBezTo>
                  <a:cubicBezTo>
                    <a:pt x="5078" y="3639"/>
                    <a:pt x="4963" y="3525"/>
                    <a:pt x="4822" y="3525"/>
                  </a:cubicBezTo>
                  <a:cubicBezTo>
                    <a:pt x="4681" y="3525"/>
                    <a:pt x="4566" y="3639"/>
                    <a:pt x="4566" y="3781"/>
                  </a:cubicBezTo>
                  <a:cubicBezTo>
                    <a:pt x="4566" y="4061"/>
                    <a:pt x="4339" y="4288"/>
                    <a:pt x="4060" y="4288"/>
                  </a:cubicBezTo>
                  <a:cubicBezTo>
                    <a:pt x="3780" y="4288"/>
                    <a:pt x="3553" y="4061"/>
                    <a:pt x="3553" y="3781"/>
                  </a:cubicBezTo>
                  <a:cubicBezTo>
                    <a:pt x="3553" y="3639"/>
                    <a:pt x="3438" y="3525"/>
                    <a:pt x="3297" y="3525"/>
                  </a:cubicBezTo>
                  <a:cubicBezTo>
                    <a:pt x="3155" y="3525"/>
                    <a:pt x="3041" y="3639"/>
                    <a:pt x="3041" y="3781"/>
                  </a:cubicBezTo>
                  <a:cubicBezTo>
                    <a:pt x="3041" y="4061"/>
                    <a:pt x="2813" y="4288"/>
                    <a:pt x="2535" y="4288"/>
                  </a:cubicBezTo>
                  <a:cubicBezTo>
                    <a:pt x="2257" y="4288"/>
                    <a:pt x="2029" y="4061"/>
                    <a:pt x="2029" y="3781"/>
                  </a:cubicBezTo>
                  <a:cubicBezTo>
                    <a:pt x="2029" y="3639"/>
                    <a:pt x="1915" y="3525"/>
                    <a:pt x="1773" y="3525"/>
                  </a:cubicBezTo>
                  <a:cubicBezTo>
                    <a:pt x="1632" y="3525"/>
                    <a:pt x="1517" y="3639"/>
                    <a:pt x="1517" y="3781"/>
                  </a:cubicBezTo>
                  <a:cubicBezTo>
                    <a:pt x="1517" y="4061"/>
                    <a:pt x="1290" y="4288"/>
                    <a:pt x="1012" y="4288"/>
                  </a:cubicBezTo>
                  <a:cubicBezTo>
                    <a:pt x="874" y="4288"/>
                    <a:pt x="748" y="4235"/>
                    <a:pt x="651" y="4137"/>
                  </a:cubicBezTo>
                  <a:cubicBezTo>
                    <a:pt x="565" y="4049"/>
                    <a:pt x="516" y="3932"/>
                    <a:pt x="512" y="3807"/>
                  </a:cubicBezTo>
                  <a:lnTo>
                    <a:pt x="512" y="2165"/>
                  </a:lnTo>
                  <a:close/>
                  <a:moveTo>
                    <a:pt x="6347" y="4456"/>
                  </a:moveTo>
                  <a:cubicBezTo>
                    <a:pt x="6534" y="4667"/>
                    <a:pt x="6806" y="4800"/>
                    <a:pt x="7109" y="4800"/>
                  </a:cubicBezTo>
                  <a:cubicBezTo>
                    <a:pt x="7287" y="4800"/>
                    <a:pt x="7457" y="4755"/>
                    <a:pt x="7607" y="4669"/>
                  </a:cubicBezTo>
                  <a:lnTo>
                    <a:pt x="7607" y="10549"/>
                  </a:lnTo>
                  <a:lnTo>
                    <a:pt x="512" y="10549"/>
                  </a:lnTo>
                  <a:lnTo>
                    <a:pt x="512" y="4669"/>
                  </a:lnTo>
                  <a:cubicBezTo>
                    <a:pt x="662" y="4755"/>
                    <a:pt x="834" y="4800"/>
                    <a:pt x="1012" y="4800"/>
                  </a:cubicBezTo>
                  <a:cubicBezTo>
                    <a:pt x="1315" y="4800"/>
                    <a:pt x="1587" y="4667"/>
                    <a:pt x="1773" y="4456"/>
                  </a:cubicBezTo>
                  <a:cubicBezTo>
                    <a:pt x="1960" y="4667"/>
                    <a:pt x="2232" y="4800"/>
                    <a:pt x="2535" y="4800"/>
                  </a:cubicBezTo>
                  <a:cubicBezTo>
                    <a:pt x="2838" y="4800"/>
                    <a:pt x="3110" y="4667"/>
                    <a:pt x="3297" y="4456"/>
                  </a:cubicBezTo>
                  <a:cubicBezTo>
                    <a:pt x="3485" y="4667"/>
                    <a:pt x="3757" y="4800"/>
                    <a:pt x="4060" y="4800"/>
                  </a:cubicBezTo>
                  <a:cubicBezTo>
                    <a:pt x="4363" y="4800"/>
                    <a:pt x="4636" y="4667"/>
                    <a:pt x="4822" y="4456"/>
                  </a:cubicBezTo>
                  <a:cubicBezTo>
                    <a:pt x="5008" y="4667"/>
                    <a:pt x="5281" y="4800"/>
                    <a:pt x="5584" y="4800"/>
                  </a:cubicBezTo>
                  <a:cubicBezTo>
                    <a:pt x="5887" y="4800"/>
                    <a:pt x="6159" y="4667"/>
                    <a:pt x="6347" y="4456"/>
                  </a:cubicBezTo>
                  <a:close/>
                  <a:moveTo>
                    <a:pt x="7607" y="11061"/>
                  </a:moveTo>
                  <a:lnTo>
                    <a:pt x="7607" y="11872"/>
                  </a:lnTo>
                  <a:cubicBezTo>
                    <a:pt x="7607" y="12269"/>
                    <a:pt x="7283" y="12593"/>
                    <a:pt x="6886" y="12593"/>
                  </a:cubicBezTo>
                  <a:lnTo>
                    <a:pt x="1235" y="12593"/>
                  </a:lnTo>
                  <a:cubicBezTo>
                    <a:pt x="836" y="12593"/>
                    <a:pt x="512" y="12269"/>
                    <a:pt x="512" y="11872"/>
                  </a:cubicBezTo>
                  <a:lnTo>
                    <a:pt x="512" y="11061"/>
                  </a:lnTo>
                  <a:close/>
                  <a:moveTo>
                    <a:pt x="1237" y="1"/>
                  </a:moveTo>
                  <a:cubicBezTo>
                    <a:pt x="555" y="1"/>
                    <a:pt x="0" y="554"/>
                    <a:pt x="0" y="1231"/>
                  </a:cubicBezTo>
                  <a:lnTo>
                    <a:pt x="0" y="3779"/>
                  </a:lnTo>
                  <a:cubicBezTo>
                    <a:pt x="0" y="3791"/>
                    <a:pt x="0" y="3801"/>
                    <a:pt x="0" y="3811"/>
                  </a:cubicBezTo>
                  <a:lnTo>
                    <a:pt x="0" y="11872"/>
                  </a:lnTo>
                  <a:cubicBezTo>
                    <a:pt x="0" y="12552"/>
                    <a:pt x="553" y="13105"/>
                    <a:pt x="1235" y="13105"/>
                  </a:cubicBezTo>
                  <a:lnTo>
                    <a:pt x="6886" y="13105"/>
                  </a:lnTo>
                  <a:cubicBezTo>
                    <a:pt x="7566" y="13105"/>
                    <a:pt x="8118" y="12552"/>
                    <a:pt x="8118" y="11872"/>
                  </a:cubicBezTo>
                  <a:lnTo>
                    <a:pt x="8118" y="3811"/>
                  </a:lnTo>
                  <a:cubicBezTo>
                    <a:pt x="8118" y="3801"/>
                    <a:pt x="8118" y="3791"/>
                    <a:pt x="8118" y="3779"/>
                  </a:cubicBezTo>
                  <a:lnTo>
                    <a:pt x="8118" y="1231"/>
                  </a:lnTo>
                  <a:cubicBezTo>
                    <a:pt x="8118" y="554"/>
                    <a:pt x="7566" y="1"/>
                    <a:pt x="68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02" name="Google Shape;4402;p433"/>
          <p:cNvGrpSpPr/>
          <p:nvPr/>
        </p:nvGrpSpPr>
        <p:grpSpPr>
          <a:xfrm>
            <a:off x="4435638" y="3154419"/>
            <a:ext cx="272675" cy="296271"/>
            <a:chOff x="6347975" y="2000681"/>
            <a:chExt cx="272675" cy="296271"/>
          </a:xfrm>
        </p:grpSpPr>
        <p:sp>
          <p:nvSpPr>
            <p:cNvPr id="4403" name="Google Shape;4403;p433"/>
            <p:cNvSpPr/>
            <p:nvPr/>
          </p:nvSpPr>
          <p:spPr>
            <a:xfrm>
              <a:off x="6445734" y="2048408"/>
              <a:ext cx="113716" cy="65426"/>
            </a:xfrm>
            <a:custGeom>
              <a:rect b="b" l="l" r="r" t="t"/>
              <a:pathLst>
                <a:path extrusionOk="0" h="2894" w="5030">
                  <a:moveTo>
                    <a:pt x="2898" y="1"/>
                  </a:moveTo>
                  <a:lnTo>
                    <a:pt x="1" y="2894"/>
                  </a:lnTo>
                  <a:lnTo>
                    <a:pt x="4266" y="2894"/>
                  </a:lnTo>
                  <a:lnTo>
                    <a:pt x="5029" y="2132"/>
                  </a:lnTo>
                  <a:cubicBezTo>
                    <a:pt x="4782" y="1883"/>
                    <a:pt x="4782" y="1477"/>
                    <a:pt x="5029" y="1229"/>
                  </a:cubicBezTo>
                  <a:lnTo>
                    <a:pt x="3801" y="1"/>
                  </a:lnTo>
                  <a:cubicBezTo>
                    <a:pt x="3676" y="126"/>
                    <a:pt x="3513" y="188"/>
                    <a:pt x="3349" y="188"/>
                  </a:cubicBezTo>
                  <a:cubicBezTo>
                    <a:pt x="3186" y="188"/>
                    <a:pt x="3023" y="126"/>
                    <a:pt x="289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4" name="Google Shape;4404;p433"/>
            <p:cNvSpPr/>
            <p:nvPr/>
          </p:nvSpPr>
          <p:spPr>
            <a:xfrm>
              <a:off x="6347975" y="2000681"/>
              <a:ext cx="261094" cy="296271"/>
            </a:xfrm>
            <a:custGeom>
              <a:rect b="b" l="l" r="r" t="t"/>
              <a:pathLst>
                <a:path extrusionOk="0" h="13105" w="11549">
                  <a:moveTo>
                    <a:pt x="7673" y="512"/>
                  </a:moveTo>
                  <a:cubicBezTo>
                    <a:pt x="7742" y="512"/>
                    <a:pt x="7811" y="538"/>
                    <a:pt x="7863" y="591"/>
                  </a:cubicBezTo>
                  <a:lnTo>
                    <a:pt x="10877" y="3602"/>
                  </a:lnTo>
                  <a:cubicBezTo>
                    <a:pt x="10926" y="3654"/>
                    <a:pt x="10955" y="3719"/>
                    <a:pt x="10955" y="3791"/>
                  </a:cubicBezTo>
                  <a:cubicBezTo>
                    <a:pt x="10955" y="3862"/>
                    <a:pt x="10926" y="3928"/>
                    <a:pt x="10877" y="3979"/>
                  </a:cubicBezTo>
                  <a:lnTo>
                    <a:pt x="10105" y="4749"/>
                  </a:lnTo>
                  <a:lnTo>
                    <a:pt x="3324" y="4749"/>
                  </a:lnTo>
                  <a:lnTo>
                    <a:pt x="7484" y="591"/>
                  </a:lnTo>
                  <a:cubicBezTo>
                    <a:pt x="7536" y="538"/>
                    <a:pt x="7605" y="512"/>
                    <a:pt x="7673" y="512"/>
                  </a:cubicBezTo>
                  <a:close/>
                  <a:moveTo>
                    <a:pt x="1585" y="5261"/>
                  </a:moveTo>
                  <a:lnTo>
                    <a:pt x="1585" y="12593"/>
                  </a:lnTo>
                  <a:lnTo>
                    <a:pt x="912" y="12593"/>
                  </a:lnTo>
                  <a:cubicBezTo>
                    <a:pt x="693" y="12593"/>
                    <a:pt x="512" y="12415"/>
                    <a:pt x="512" y="12196"/>
                  </a:cubicBezTo>
                  <a:lnTo>
                    <a:pt x="512" y="5660"/>
                  </a:lnTo>
                  <a:cubicBezTo>
                    <a:pt x="512" y="5439"/>
                    <a:pt x="693" y="5261"/>
                    <a:pt x="912" y="5261"/>
                  </a:cubicBezTo>
                  <a:close/>
                  <a:moveTo>
                    <a:pt x="7673" y="1"/>
                  </a:moveTo>
                  <a:cubicBezTo>
                    <a:pt x="7474" y="1"/>
                    <a:pt x="7275" y="77"/>
                    <a:pt x="7124" y="228"/>
                  </a:cubicBezTo>
                  <a:lnTo>
                    <a:pt x="2599" y="4749"/>
                  </a:lnTo>
                  <a:lnTo>
                    <a:pt x="912" y="4749"/>
                  </a:lnTo>
                  <a:cubicBezTo>
                    <a:pt x="410" y="4749"/>
                    <a:pt x="1" y="5159"/>
                    <a:pt x="1" y="5660"/>
                  </a:cubicBezTo>
                  <a:lnTo>
                    <a:pt x="1" y="12196"/>
                  </a:lnTo>
                  <a:cubicBezTo>
                    <a:pt x="1" y="12697"/>
                    <a:pt x="410" y="13105"/>
                    <a:pt x="912" y="13105"/>
                  </a:cubicBezTo>
                  <a:lnTo>
                    <a:pt x="10639" y="13105"/>
                  </a:lnTo>
                  <a:cubicBezTo>
                    <a:pt x="11141" y="13105"/>
                    <a:pt x="11548" y="12697"/>
                    <a:pt x="11548" y="12196"/>
                  </a:cubicBezTo>
                  <a:lnTo>
                    <a:pt x="11548" y="10161"/>
                  </a:lnTo>
                  <a:lnTo>
                    <a:pt x="11036" y="10161"/>
                  </a:lnTo>
                  <a:lnTo>
                    <a:pt x="11036" y="12196"/>
                  </a:lnTo>
                  <a:cubicBezTo>
                    <a:pt x="11036" y="12415"/>
                    <a:pt x="10858" y="12593"/>
                    <a:pt x="10639" y="12593"/>
                  </a:cubicBezTo>
                  <a:lnTo>
                    <a:pt x="2097" y="12593"/>
                  </a:lnTo>
                  <a:lnTo>
                    <a:pt x="2097" y="5261"/>
                  </a:lnTo>
                  <a:lnTo>
                    <a:pt x="10639" y="5261"/>
                  </a:lnTo>
                  <a:cubicBezTo>
                    <a:pt x="10858" y="5261"/>
                    <a:pt x="11036" y="5439"/>
                    <a:pt x="11036" y="5660"/>
                  </a:cubicBezTo>
                  <a:lnTo>
                    <a:pt x="11036" y="7693"/>
                  </a:lnTo>
                  <a:lnTo>
                    <a:pt x="11548" y="7693"/>
                  </a:lnTo>
                  <a:lnTo>
                    <a:pt x="11548" y="5660"/>
                  </a:lnTo>
                  <a:cubicBezTo>
                    <a:pt x="11548" y="5218"/>
                    <a:pt x="11231" y="4847"/>
                    <a:pt x="10813" y="4765"/>
                  </a:cubicBezTo>
                  <a:lnTo>
                    <a:pt x="11239" y="4342"/>
                  </a:lnTo>
                  <a:cubicBezTo>
                    <a:pt x="11384" y="4194"/>
                    <a:pt x="11466" y="4000"/>
                    <a:pt x="11466" y="3791"/>
                  </a:cubicBezTo>
                  <a:cubicBezTo>
                    <a:pt x="11466" y="3584"/>
                    <a:pt x="11384" y="3387"/>
                    <a:pt x="11239" y="3240"/>
                  </a:cubicBezTo>
                  <a:lnTo>
                    <a:pt x="8223" y="228"/>
                  </a:lnTo>
                  <a:cubicBezTo>
                    <a:pt x="8072" y="77"/>
                    <a:pt x="7873" y="1"/>
                    <a:pt x="767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433"/>
            <p:cNvSpPr/>
            <p:nvPr/>
          </p:nvSpPr>
          <p:spPr>
            <a:xfrm>
              <a:off x="6519934" y="2168820"/>
              <a:ext cx="100716" cy="67370"/>
            </a:xfrm>
            <a:custGeom>
              <a:rect b="b" l="l" r="r" t="t"/>
              <a:pathLst>
                <a:path extrusionOk="0" h="2980" w="4455">
                  <a:moveTo>
                    <a:pt x="1491" y="0"/>
                  </a:moveTo>
                  <a:cubicBezTo>
                    <a:pt x="668" y="0"/>
                    <a:pt x="1" y="668"/>
                    <a:pt x="1" y="1491"/>
                  </a:cubicBezTo>
                  <a:cubicBezTo>
                    <a:pt x="1" y="2312"/>
                    <a:pt x="668" y="2979"/>
                    <a:pt x="1491" y="2979"/>
                  </a:cubicBezTo>
                  <a:lnTo>
                    <a:pt x="4454" y="2979"/>
                  </a:lnTo>
                  <a:lnTo>
                    <a:pt x="445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433"/>
            <p:cNvSpPr/>
            <p:nvPr/>
          </p:nvSpPr>
          <p:spPr>
            <a:xfrm>
              <a:off x="6538224" y="2183267"/>
              <a:ext cx="38546" cy="38478"/>
            </a:xfrm>
            <a:custGeom>
              <a:rect b="b" l="l" r="r" t="t"/>
              <a:pathLst>
                <a:path extrusionOk="0" h="1702" w="1705">
                  <a:moveTo>
                    <a:pt x="852" y="512"/>
                  </a:moveTo>
                  <a:cubicBezTo>
                    <a:pt x="1039" y="512"/>
                    <a:pt x="1192" y="666"/>
                    <a:pt x="1192" y="852"/>
                  </a:cubicBezTo>
                  <a:cubicBezTo>
                    <a:pt x="1192" y="1038"/>
                    <a:pt x="1039" y="1190"/>
                    <a:pt x="852" y="1190"/>
                  </a:cubicBezTo>
                  <a:cubicBezTo>
                    <a:pt x="666" y="1190"/>
                    <a:pt x="513" y="1038"/>
                    <a:pt x="513" y="852"/>
                  </a:cubicBezTo>
                  <a:cubicBezTo>
                    <a:pt x="513" y="666"/>
                    <a:pt x="666" y="512"/>
                    <a:pt x="852" y="512"/>
                  </a:cubicBezTo>
                  <a:close/>
                  <a:moveTo>
                    <a:pt x="852" y="0"/>
                  </a:moveTo>
                  <a:cubicBezTo>
                    <a:pt x="384" y="0"/>
                    <a:pt x="1" y="383"/>
                    <a:pt x="1" y="852"/>
                  </a:cubicBezTo>
                  <a:cubicBezTo>
                    <a:pt x="1" y="1321"/>
                    <a:pt x="384" y="1702"/>
                    <a:pt x="852" y="1702"/>
                  </a:cubicBezTo>
                  <a:cubicBezTo>
                    <a:pt x="1321" y="1702"/>
                    <a:pt x="1704" y="1321"/>
                    <a:pt x="1704" y="852"/>
                  </a:cubicBezTo>
                  <a:cubicBezTo>
                    <a:pt x="1704" y="383"/>
                    <a:pt x="1321" y="0"/>
                    <a:pt x="85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07" name="Google Shape;4407;p433"/>
          <p:cNvGrpSpPr/>
          <p:nvPr/>
        </p:nvGrpSpPr>
        <p:grpSpPr>
          <a:xfrm>
            <a:off x="4992906" y="1714443"/>
            <a:ext cx="296271" cy="241448"/>
            <a:chOff x="7866043" y="2028105"/>
            <a:chExt cx="296271" cy="241448"/>
          </a:xfrm>
        </p:grpSpPr>
        <p:sp>
          <p:nvSpPr>
            <p:cNvPr id="4408" name="Google Shape;4408;p433"/>
            <p:cNvSpPr/>
            <p:nvPr/>
          </p:nvSpPr>
          <p:spPr>
            <a:xfrm>
              <a:off x="8017926" y="2166559"/>
              <a:ext cx="91854" cy="58373"/>
            </a:xfrm>
            <a:custGeom>
              <a:rect b="b" l="l" r="r" t="t"/>
              <a:pathLst>
                <a:path extrusionOk="0" h="2582" w="4063">
                  <a:moveTo>
                    <a:pt x="1" y="0"/>
                  </a:moveTo>
                  <a:lnTo>
                    <a:pt x="1" y="2582"/>
                  </a:lnTo>
                  <a:lnTo>
                    <a:pt x="4063" y="2582"/>
                  </a:lnTo>
                  <a:lnTo>
                    <a:pt x="406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9" name="Google Shape;4409;p433"/>
            <p:cNvSpPr/>
            <p:nvPr/>
          </p:nvSpPr>
          <p:spPr>
            <a:xfrm>
              <a:off x="7918585" y="2166559"/>
              <a:ext cx="66737" cy="97212"/>
            </a:xfrm>
            <a:custGeom>
              <a:rect b="b" l="l" r="r" t="t"/>
              <a:pathLst>
                <a:path extrusionOk="0" h="4300" w="2952">
                  <a:moveTo>
                    <a:pt x="1" y="0"/>
                  </a:moveTo>
                  <a:lnTo>
                    <a:pt x="1" y="4300"/>
                  </a:lnTo>
                  <a:lnTo>
                    <a:pt x="2951" y="4300"/>
                  </a:lnTo>
                  <a:lnTo>
                    <a:pt x="2951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0" name="Google Shape;4410;p433"/>
            <p:cNvSpPr/>
            <p:nvPr/>
          </p:nvSpPr>
          <p:spPr>
            <a:xfrm>
              <a:off x="7866043" y="2028105"/>
              <a:ext cx="296271" cy="241448"/>
            </a:xfrm>
            <a:custGeom>
              <a:rect b="b" l="l" r="r" t="t"/>
              <a:pathLst>
                <a:path extrusionOk="0" h="10680" w="13105">
                  <a:moveTo>
                    <a:pt x="12036" y="512"/>
                  </a:moveTo>
                  <a:cubicBezTo>
                    <a:pt x="12343" y="512"/>
                    <a:pt x="12593" y="762"/>
                    <a:pt x="12593" y="1067"/>
                  </a:cubicBezTo>
                  <a:lnTo>
                    <a:pt x="12593" y="3313"/>
                  </a:lnTo>
                  <a:cubicBezTo>
                    <a:pt x="12593" y="3673"/>
                    <a:pt x="12306" y="3966"/>
                    <a:pt x="11950" y="3966"/>
                  </a:cubicBezTo>
                  <a:cubicBezTo>
                    <a:pt x="11594" y="3966"/>
                    <a:pt x="11307" y="3673"/>
                    <a:pt x="11307" y="3313"/>
                  </a:cubicBezTo>
                  <a:cubicBezTo>
                    <a:pt x="11307" y="3311"/>
                    <a:pt x="11307" y="3307"/>
                    <a:pt x="11305" y="3305"/>
                  </a:cubicBezTo>
                  <a:lnTo>
                    <a:pt x="11305" y="2590"/>
                  </a:lnTo>
                  <a:cubicBezTo>
                    <a:pt x="11305" y="2449"/>
                    <a:pt x="11192" y="2334"/>
                    <a:pt x="11049" y="2334"/>
                  </a:cubicBezTo>
                  <a:cubicBezTo>
                    <a:pt x="10908" y="2334"/>
                    <a:pt x="10793" y="2449"/>
                    <a:pt x="10793" y="2590"/>
                  </a:cubicBezTo>
                  <a:lnTo>
                    <a:pt x="10793" y="3313"/>
                  </a:lnTo>
                  <a:cubicBezTo>
                    <a:pt x="10793" y="3317"/>
                    <a:pt x="10793" y="3319"/>
                    <a:pt x="10795" y="3323"/>
                  </a:cubicBezTo>
                  <a:cubicBezTo>
                    <a:pt x="10791" y="3677"/>
                    <a:pt x="10504" y="3966"/>
                    <a:pt x="10150" y="3966"/>
                  </a:cubicBezTo>
                  <a:cubicBezTo>
                    <a:pt x="9794" y="3966"/>
                    <a:pt x="9507" y="3673"/>
                    <a:pt x="9507" y="3313"/>
                  </a:cubicBezTo>
                  <a:cubicBezTo>
                    <a:pt x="9507" y="3172"/>
                    <a:pt x="9393" y="3057"/>
                    <a:pt x="9251" y="3057"/>
                  </a:cubicBezTo>
                  <a:cubicBezTo>
                    <a:pt x="9108" y="3057"/>
                    <a:pt x="8995" y="3172"/>
                    <a:pt x="8995" y="3313"/>
                  </a:cubicBezTo>
                  <a:cubicBezTo>
                    <a:pt x="8995" y="3673"/>
                    <a:pt x="8707" y="3966"/>
                    <a:pt x="8350" y="3966"/>
                  </a:cubicBezTo>
                  <a:cubicBezTo>
                    <a:pt x="7998" y="3966"/>
                    <a:pt x="7710" y="3673"/>
                    <a:pt x="7710" y="3313"/>
                  </a:cubicBezTo>
                  <a:lnTo>
                    <a:pt x="7710" y="3301"/>
                  </a:lnTo>
                  <a:lnTo>
                    <a:pt x="7710" y="2590"/>
                  </a:lnTo>
                  <a:cubicBezTo>
                    <a:pt x="7710" y="2449"/>
                    <a:pt x="7593" y="2334"/>
                    <a:pt x="7454" y="2334"/>
                  </a:cubicBezTo>
                  <a:cubicBezTo>
                    <a:pt x="7310" y="2334"/>
                    <a:pt x="7198" y="2449"/>
                    <a:pt x="7198" y="2590"/>
                  </a:cubicBezTo>
                  <a:lnTo>
                    <a:pt x="7198" y="3313"/>
                  </a:lnTo>
                  <a:lnTo>
                    <a:pt x="7198" y="3325"/>
                  </a:lnTo>
                  <a:cubicBezTo>
                    <a:pt x="7190" y="3679"/>
                    <a:pt x="6905" y="3966"/>
                    <a:pt x="6553" y="3966"/>
                  </a:cubicBezTo>
                  <a:cubicBezTo>
                    <a:pt x="6199" y="3966"/>
                    <a:pt x="5910" y="3673"/>
                    <a:pt x="5910" y="3313"/>
                  </a:cubicBezTo>
                  <a:cubicBezTo>
                    <a:pt x="5910" y="3172"/>
                    <a:pt x="5795" y="3057"/>
                    <a:pt x="5654" y="3057"/>
                  </a:cubicBezTo>
                  <a:cubicBezTo>
                    <a:pt x="5513" y="3057"/>
                    <a:pt x="5398" y="3172"/>
                    <a:pt x="5398" y="3313"/>
                  </a:cubicBezTo>
                  <a:cubicBezTo>
                    <a:pt x="5398" y="3673"/>
                    <a:pt x="5109" y="3966"/>
                    <a:pt x="4755" y="3966"/>
                  </a:cubicBezTo>
                  <a:cubicBezTo>
                    <a:pt x="4399" y="3966"/>
                    <a:pt x="4110" y="3673"/>
                    <a:pt x="4110" y="3313"/>
                  </a:cubicBezTo>
                  <a:lnTo>
                    <a:pt x="4110" y="2590"/>
                  </a:lnTo>
                  <a:cubicBezTo>
                    <a:pt x="4110" y="2449"/>
                    <a:pt x="3995" y="2334"/>
                    <a:pt x="3854" y="2334"/>
                  </a:cubicBezTo>
                  <a:cubicBezTo>
                    <a:pt x="3713" y="2334"/>
                    <a:pt x="3598" y="2449"/>
                    <a:pt x="3598" y="2590"/>
                  </a:cubicBezTo>
                  <a:lnTo>
                    <a:pt x="3598" y="3313"/>
                  </a:lnTo>
                  <a:cubicBezTo>
                    <a:pt x="3598" y="3673"/>
                    <a:pt x="3310" y="3966"/>
                    <a:pt x="2955" y="3966"/>
                  </a:cubicBezTo>
                  <a:cubicBezTo>
                    <a:pt x="2601" y="3966"/>
                    <a:pt x="2310" y="3673"/>
                    <a:pt x="2310" y="3313"/>
                  </a:cubicBezTo>
                  <a:cubicBezTo>
                    <a:pt x="2310" y="3172"/>
                    <a:pt x="2196" y="3057"/>
                    <a:pt x="2054" y="3057"/>
                  </a:cubicBezTo>
                  <a:cubicBezTo>
                    <a:pt x="1915" y="3057"/>
                    <a:pt x="1799" y="3172"/>
                    <a:pt x="1799" y="3313"/>
                  </a:cubicBezTo>
                  <a:cubicBezTo>
                    <a:pt x="1799" y="3673"/>
                    <a:pt x="1510" y="3966"/>
                    <a:pt x="1158" y="3966"/>
                  </a:cubicBezTo>
                  <a:cubicBezTo>
                    <a:pt x="801" y="3966"/>
                    <a:pt x="513" y="3673"/>
                    <a:pt x="513" y="3313"/>
                  </a:cubicBezTo>
                  <a:lnTo>
                    <a:pt x="513" y="1067"/>
                  </a:lnTo>
                  <a:cubicBezTo>
                    <a:pt x="513" y="762"/>
                    <a:pt x="762" y="512"/>
                    <a:pt x="1068" y="512"/>
                  </a:cubicBezTo>
                  <a:close/>
                  <a:moveTo>
                    <a:pt x="11051" y="4044"/>
                  </a:moveTo>
                  <a:cubicBezTo>
                    <a:pt x="11235" y="4273"/>
                    <a:pt x="11504" y="4433"/>
                    <a:pt x="11811" y="4470"/>
                  </a:cubicBezTo>
                  <a:lnTo>
                    <a:pt x="11811" y="10168"/>
                  </a:lnTo>
                  <a:lnTo>
                    <a:pt x="1295" y="10168"/>
                  </a:lnTo>
                  <a:lnTo>
                    <a:pt x="1295" y="4470"/>
                  </a:lnTo>
                  <a:cubicBezTo>
                    <a:pt x="1602" y="4433"/>
                    <a:pt x="1870" y="4273"/>
                    <a:pt x="2054" y="4044"/>
                  </a:cubicBezTo>
                  <a:cubicBezTo>
                    <a:pt x="2267" y="4308"/>
                    <a:pt x="2593" y="4478"/>
                    <a:pt x="2955" y="4478"/>
                  </a:cubicBezTo>
                  <a:cubicBezTo>
                    <a:pt x="3320" y="4478"/>
                    <a:pt x="3641" y="4308"/>
                    <a:pt x="3854" y="4044"/>
                  </a:cubicBezTo>
                  <a:cubicBezTo>
                    <a:pt x="4067" y="4308"/>
                    <a:pt x="4393" y="4478"/>
                    <a:pt x="4755" y="4478"/>
                  </a:cubicBezTo>
                  <a:cubicBezTo>
                    <a:pt x="5115" y="4478"/>
                    <a:pt x="5441" y="4308"/>
                    <a:pt x="5654" y="4044"/>
                  </a:cubicBezTo>
                  <a:cubicBezTo>
                    <a:pt x="5867" y="4308"/>
                    <a:pt x="6190" y="4478"/>
                    <a:pt x="6553" y="4478"/>
                  </a:cubicBezTo>
                  <a:cubicBezTo>
                    <a:pt x="6915" y="4478"/>
                    <a:pt x="7241" y="4308"/>
                    <a:pt x="7454" y="4044"/>
                  </a:cubicBezTo>
                  <a:cubicBezTo>
                    <a:pt x="7665" y="4308"/>
                    <a:pt x="7988" y="4478"/>
                    <a:pt x="8350" y="4478"/>
                  </a:cubicBezTo>
                  <a:cubicBezTo>
                    <a:pt x="8715" y="4478"/>
                    <a:pt x="9040" y="4308"/>
                    <a:pt x="9251" y="4044"/>
                  </a:cubicBezTo>
                  <a:cubicBezTo>
                    <a:pt x="9464" y="4308"/>
                    <a:pt x="9788" y="4478"/>
                    <a:pt x="10150" y="4478"/>
                  </a:cubicBezTo>
                  <a:cubicBezTo>
                    <a:pt x="10515" y="4478"/>
                    <a:pt x="10838" y="4308"/>
                    <a:pt x="11051" y="4044"/>
                  </a:cubicBezTo>
                  <a:close/>
                  <a:moveTo>
                    <a:pt x="1068" y="0"/>
                  </a:moveTo>
                  <a:cubicBezTo>
                    <a:pt x="478" y="0"/>
                    <a:pt x="1" y="479"/>
                    <a:pt x="1" y="1067"/>
                  </a:cubicBezTo>
                  <a:lnTo>
                    <a:pt x="1" y="3313"/>
                  </a:lnTo>
                  <a:cubicBezTo>
                    <a:pt x="1" y="3825"/>
                    <a:pt x="328" y="4259"/>
                    <a:pt x="783" y="4414"/>
                  </a:cubicBezTo>
                  <a:lnTo>
                    <a:pt x="783" y="10424"/>
                  </a:lnTo>
                  <a:cubicBezTo>
                    <a:pt x="783" y="10565"/>
                    <a:pt x="898" y="10680"/>
                    <a:pt x="1039" y="10680"/>
                  </a:cubicBezTo>
                  <a:lnTo>
                    <a:pt x="12067" y="10680"/>
                  </a:lnTo>
                  <a:cubicBezTo>
                    <a:pt x="12208" y="10680"/>
                    <a:pt x="12323" y="10565"/>
                    <a:pt x="12323" y="10424"/>
                  </a:cubicBezTo>
                  <a:lnTo>
                    <a:pt x="12323" y="4414"/>
                  </a:lnTo>
                  <a:cubicBezTo>
                    <a:pt x="12777" y="4259"/>
                    <a:pt x="13105" y="3825"/>
                    <a:pt x="13105" y="3313"/>
                  </a:cubicBezTo>
                  <a:lnTo>
                    <a:pt x="13105" y="1067"/>
                  </a:lnTo>
                  <a:cubicBezTo>
                    <a:pt x="13105" y="479"/>
                    <a:pt x="12626" y="0"/>
                    <a:pt x="12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11" name="Google Shape;4411;p433"/>
          <p:cNvGrpSpPr/>
          <p:nvPr/>
        </p:nvGrpSpPr>
        <p:grpSpPr>
          <a:xfrm>
            <a:off x="5622586" y="2632806"/>
            <a:ext cx="296271" cy="277937"/>
            <a:chOff x="6336174" y="3380968"/>
            <a:chExt cx="296271" cy="277937"/>
          </a:xfrm>
        </p:grpSpPr>
        <p:sp>
          <p:nvSpPr>
            <p:cNvPr id="4412" name="Google Shape;4412;p433"/>
            <p:cNvSpPr/>
            <p:nvPr/>
          </p:nvSpPr>
          <p:spPr>
            <a:xfrm>
              <a:off x="6450368" y="3467061"/>
              <a:ext cx="67235" cy="49330"/>
            </a:xfrm>
            <a:custGeom>
              <a:rect b="b" l="l" r="r" t="t"/>
              <a:pathLst>
                <a:path extrusionOk="0" h="2182" w="2974">
                  <a:moveTo>
                    <a:pt x="1" y="1"/>
                  </a:moveTo>
                  <a:lnTo>
                    <a:pt x="1" y="2181"/>
                  </a:lnTo>
                  <a:lnTo>
                    <a:pt x="2973" y="2181"/>
                  </a:lnTo>
                  <a:lnTo>
                    <a:pt x="2973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3" name="Google Shape;4413;p433"/>
            <p:cNvSpPr/>
            <p:nvPr/>
          </p:nvSpPr>
          <p:spPr>
            <a:xfrm>
              <a:off x="6379220" y="3600247"/>
              <a:ext cx="67189" cy="51296"/>
            </a:xfrm>
            <a:custGeom>
              <a:rect b="b" l="l" r="r" t="t"/>
              <a:pathLst>
                <a:path extrusionOk="0" h="2269" w="2972">
                  <a:moveTo>
                    <a:pt x="1" y="0"/>
                  </a:moveTo>
                  <a:lnTo>
                    <a:pt x="1" y="2269"/>
                  </a:lnTo>
                  <a:lnTo>
                    <a:pt x="2971" y="2269"/>
                  </a:lnTo>
                  <a:lnTo>
                    <a:pt x="29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4" name="Google Shape;4414;p433"/>
            <p:cNvSpPr/>
            <p:nvPr/>
          </p:nvSpPr>
          <p:spPr>
            <a:xfrm>
              <a:off x="6521562" y="3600247"/>
              <a:ext cx="67189" cy="51387"/>
            </a:xfrm>
            <a:custGeom>
              <a:rect b="b" l="l" r="r" t="t"/>
              <a:pathLst>
                <a:path extrusionOk="0" h="2273" w="2972">
                  <a:moveTo>
                    <a:pt x="1" y="0"/>
                  </a:moveTo>
                  <a:lnTo>
                    <a:pt x="1" y="2273"/>
                  </a:lnTo>
                  <a:lnTo>
                    <a:pt x="2971" y="2273"/>
                  </a:lnTo>
                  <a:lnTo>
                    <a:pt x="297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5" name="Google Shape;4415;p433"/>
            <p:cNvSpPr/>
            <p:nvPr/>
          </p:nvSpPr>
          <p:spPr>
            <a:xfrm>
              <a:off x="6373704" y="3537758"/>
              <a:ext cx="78358" cy="24642"/>
            </a:xfrm>
            <a:custGeom>
              <a:rect b="b" l="l" r="r" t="t"/>
              <a:pathLst>
                <a:path extrusionOk="0" h="1090" w="3466">
                  <a:moveTo>
                    <a:pt x="257" y="0"/>
                  </a:moveTo>
                  <a:cubicBezTo>
                    <a:pt x="116" y="0"/>
                    <a:pt x="1" y="115"/>
                    <a:pt x="1" y="256"/>
                  </a:cubicBezTo>
                  <a:lnTo>
                    <a:pt x="1" y="833"/>
                  </a:lnTo>
                  <a:cubicBezTo>
                    <a:pt x="1" y="975"/>
                    <a:pt x="116" y="1089"/>
                    <a:pt x="257" y="1089"/>
                  </a:cubicBezTo>
                  <a:lnTo>
                    <a:pt x="3209" y="1089"/>
                  </a:lnTo>
                  <a:cubicBezTo>
                    <a:pt x="3351" y="1089"/>
                    <a:pt x="3465" y="975"/>
                    <a:pt x="3465" y="833"/>
                  </a:cubicBezTo>
                  <a:lnTo>
                    <a:pt x="3465" y="256"/>
                  </a:lnTo>
                  <a:cubicBezTo>
                    <a:pt x="3465" y="115"/>
                    <a:pt x="3351" y="0"/>
                    <a:pt x="3209" y="0"/>
                  </a:cubicBezTo>
                  <a:cubicBezTo>
                    <a:pt x="3068" y="0"/>
                    <a:pt x="2953" y="115"/>
                    <a:pt x="2953" y="256"/>
                  </a:cubicBezTo>
                  <a:lnTo>
                    <a:pt x="2953" y="577"/>
                  </a:lnTo>
                  <a:lnTo>
                    <a:pt x="513" y="577"/>
                  </a:lnTo>
                  <a:lnTo>
                    <a:pt x="513" y="256"/>
                  </a:lnTo>
                  <a:cubicBezTo>
                    <a:pt x="513" y="115"/>
                    <a:pt x="398" y="0"/>
                    <a:pt x="2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6" name="Google Shape;4416;p433"/>
            <p:cNvSpPr/>
            <p:nvPr/>
          </p:nvSpPr>
          <p:spPr>
            <a:xfrm>
              <a:off x="6336174" y="3380968"/>
              <a:ext cx="296271" cy="277937"/>
            </a:xfrm>
            <a:custGeom>
              <a:rect b="b" l="l" r="r" t="t"/>
              <a:pathLst>
                <a:path extrusionOk="0" h="12294" w="13105">
                  <a:moveTo>
                    <a:pt x="9206" y="512"/>
                  </a:moveTo>
                  <a:cubicBezTo>
                    <a:pt x="9337" y="512"/>
                    <a:pt x="9445" y="621"/>
                    <a:pt x="9445" y="752"/>
                  </a:cubicBezTo>
                  <a:lnTo>
                    <a:pt x="9445" y="5651"/>
                  </a:lnTo>
                  <a:cubicBezTo>
                    <a:pt x="9445" y="5784"/>
                    <a:pt x="9337" y="5891"/>
                    <a:pt x="9206" y="5891"/>
                  </a:cubicBezTo>
                  <a:lnTo>
                    <a:pt x="3901" y="5891"/>
                  </a:lnTo>
                  <a:cubicBezTo>
                    <a:pt x="3768" y="5891"/>
                    <a:pt x="3661" y="5784"/>
                    <a:pt x="3661" y="5651"/>
                  </a:cubicBezTo>
                  <a:lnTo>
                    <a:pt x="3661" y="752"/>
                  </a:lnTo>
                  <a:cubicBezTo>
                    <a:pt x="3661" y="621"/>
                    <a:pt x="3768" y="512"/>
                    <a:pt x="3901" y="512"/>
                  </a:cubicBezTo>
                  <a:close/>
                  <a:moveTo>
                    <a:pt x="6059" y="6403"/>
                  </a:moveTo>
                  <a:cubicBezTo>
                    <a:pt x="6190" y="6403"/>
                    <a:pt x="6296" y="6509"/>
                    <a:pt x="6296" y="6642"/>
                  </a:cubicBezTo>
                  <a:lnTo>
                    <a:pt x="6296" y="11542"/>
                  </a:lnTo>
                  <a:cubicBezTo>
                    <a:pt x="6296" y="11673"/>
                    <a:pt x="6190" y="11781"/>
                    <a:pt x="6059" y="11781"/>
                  </a:cubicBezTo>
                  <a:lnTo>
                    <a:pt x="752" y="11781"/>
                  </a:lnTo>
                  <a:cubicBezTo>
                    <a:pt x="621" y="11781"/>
                    <a:pt x="512" y="11673"/>
                    <a:pt x="512" y="11542"/>
                  </a:cubicBezTo>
                  <a:lnTo>
                    <a:pt x="512" y="6642"/>
                  </a:lnTo>
                  <a:cubicBezTo>
                    <a:pt x="512" y="6509"/>
                    <a:pt x="621" y="6403"/>
                    <a:pt x="752" y="6403"/>
                  </a:cubicBezTo>
                  <a:close/>
                  <a:moveTo>
                    <a:pt x="12355" y="6403"/>
                  </a:moveTo>
                  <a:cubicBezTo>
                    <a:pt x="12486" y="6403"/>
                    <a:pt x="12592" y="6511"/>
                    <a:pt x="12592" y="6642"/>
                  </a:cubicBezTo>
                  <a:lnTo>
                    <a:pt x="12592" y="11542"/>
                  </a:lnTo>
                  <a:cubicBezTo>
                    <a:pt x="12592" y="11673"/>
                    <a:pt x="12486" y="11781"/>
                    <a:pt x="12355" y="11781"/>
                  </a:cubicBezTo>
                  <a:lnTo>
                    <a:pt x="7048" y="11781"/>
                  </a:lnTo>
                  <a:cubicBezTo>
                    <a:pt x="6917" y="11781"/>
                    <a:pt x="6808" y="11673"/>
                    <a:pt x="6808" y="11542"/>
                  </a:cubicBezTo>
                  <a:lnTo>
                    <a:pt x="6808" y="6642"/>
                  </a:lnTo>
                  <a:cubicBezTo>
                    <a:pt x="6808" y="6511"/>
                    <a:pt x="6917" y="6403"/>
                    <a:pt x="7048" y="6403"/>
                  </a:cubicBezTo>
                  <a:close/>
                  <a:moveTo>
                    <a:pt x="3901" y="0"/>
                  </a:moveTo>
                  <a:cubicBezTo>
                    <a:pt x="3485" y="0"/>
                    <a:pt x="3149" y="338"/>
                    <a:pt x="3149" y="752"/>
                  </a:cubicBezTo>
                  <a:lnTo>
                    <a:pt x="3149" y="5651"/>
                  </a:lnTo>
                  <a:cubicBezTo>
                    <a:pt x="3149" y="5735"/>
                    <a:pt x="3164" y="5815"/>
                    <a:pt x="3188" y="5891"/>
                  </a:cubicBezTo>
                  <a:lnTo>
                    <a:pt x="752" y="5891"/>
                  </a:lnTo>
                  <a:cubicBezTo>
                    <a:pt x="338" y="5891"/>
                    <a:pt x="0" y="6229"/>
                    <a:pt x="0" y="6642"/>
                  </a:cubicBezTo>
                  <a:lnTo>
                    <a:pt x="0" y="11542"/>
                  </a:lnTo>
                  <a:cubicBezTo>
                    <a:pt x="0" y="11955"/>
                    <a:pt x="338" y="12293"/>
                    <a:pt x="752" y="12293"/>
                  </a:cubicBezTo>
                  <a:lnTo>
                    <a:pt x="6059" y="12293"/>
                  </a:lnTo>
                  <a:cubicBezTo>
                    <a:pt x="6247" y="12293"/>
                    <a:pt x="6421" y="12222"/>
                    <a:pt x="6552" y="12107"/>
                  </a:cubicBezTo>
                  <a:cubicBezTo>
                    <a:pt x="6685" y="12222"/>
                    <a:pt x="6857" y="12293"/>
                    <a:pt x="7048" y="12293"/>
                  </a:cubicBezTo>
                  <a:lnTo>
                    <a:pt x="12355" y="12293"/>
                  </a:lnTo>
                  <a:cubicBezTo>
                    <a:pt x="12768" y="12293"/>
                    <a:pt x="13104" y="11955"/>
                    <a:pt x="13104" y="11542"/>
                  </a:cubicBezTo>
                  <a:lnTo>
                    <a:pt x="13104" y="6642"/>
                  </a:lnTo>
                  <a:cubicBezTo>
                    <a:pt x="13104" y="6229"/>
                    <a:pt x="12768" y="5891"/>
                    <a:pt x="12355" y="5891"/>
                  </a:cubicBezTo>
                  <a:lnTo>
                    <a:pt x="9918" y="5891"/>
                  </a:lnTo>
                  <a:cubicBezTo>
                    <a:pt x="9943" y="5815"/>
                    <a:pt x="9957" y="5735"/>
                    <a:pt x="9957" y="5651"/>
                  </a:cubicBezTo>
                  <a:lnTo>
                    <a:pt x="9957" y="752"/>
                  </a:lnTo>
                  <a:cubicBezTo>
                    <a:pt x="9957" y="338"/>
                    <a:pt x="9619" y="0"/>
                    <a:pt x="92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7" name="Google Shape;4417;p433"/>
            <p:cNvSpPr/>
            <p:nvPr/>
          </p:nvSpPr>
          <p:spPr>
            <a:xfrm>
              <a:off x="6516046" y="3537758"/>
              <a:ext cx="78358" cy="24642"/>
            </a:xfrm>
            <a:custGeom>
              <a:rect b="b" l="l" r="r" t="t"/>
              <a:pathLst>
                <a:path extrusionOk="0" h="1090" w="3466">
                  <a:moveTo>
                    <a:pt x="257" y="0"/>
                  </a:moveTo>
                  <a:cubicBezTo>
                    <a:pt x="116" y="0"/>
                    <a:pt x="1" y="115"/>
                    <a:pt x="1" y="256"/>
                  </a:cubicBezTo>
                  <a:lnTo>
                    <a:pt x="1" y="833"/>
                  </a:lnTo>
                  <a:cubicBezTo>
                    <a:pt x="1" y="975"/>
                    <a:pt x="116" y="1089"/>
                    <a:pt x="257" y="1089"/>
                  </a:cubicBezTo>
                  <a:lnTo>
                    <a:pt x="3209" y="1089"/>
                  </a:lnTo>
                  <a:cubicBezTo>
                    <a:pt x="3351" y="1089"/>
                    <a:pt x="3465" y="975"/>
                    <a:pt x="3465" y="833"/>
                  </a:cubicBezTo>
                  <a:lnTo>
                    <a:pt x="3465" y="256"/>
                  </a:lnTo>
                  <a:cubicBezTo>
                    <a:pt x="3465" y="115"/>
                    <a:pt x="3351" y="0"/>
                    <a:pt x="3209" y="0"/>
                  </a:cubicBezTo>
                  <a:cubicBezTo>
                    <a:pt x="3068" y="0"/>
                    <a:pt x="2953" y="115"/>
                    <a:pt x="2953" y="256"/>
                  </a:cubicBezTo>
                  <a:lnTo>
                    <a:pt x="2953" y="577"/>
                  </a:lnTo>
                  <a:lnTo>
                    <a:pt x="513" y="577"/>
                  </a:lnTo>
                  <a:lnTo>
                    <a:pt x="513" y="256"/>
                  </a:lnTo>
                  <a:cubicBezTo>
                    <a:pt x="513" y="115"/>
                    <a:pt x="398" y="0"/>
                    <a:pt x="2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8" name="Google Shape;4418;p433"/>
            <p:cNvSpPr/>
            <p:nvPr/>
          </p:nvSpPr>
          <p:spPr>
            <a:xfrm>
              <a:off x="6444897" y="3404572"/>
              <a:ext cx="78358" cy="24642"/>
            </a:xfrm>
            <a:custGeom>
              <a:rect b="b" l="l" r="r" t="t"/>
              <a:pathLst>
                <a:path extrusionOk="0" h="1090" w="3466">
                  <a:moveTo>
                    <a:pt x="257" y="1"/>
                  </a:moveTo>
                  <a:cubicBezTo>
                    <a:pt x="116" y="1"/>
                    <a:pt x="1" y="115"/>
                    <a:pt x="1" y="256"/>
                  </a:cubicBezTo>
                  <a:lnTo>
                    <a:pt x="1" y="834"/>
                  </a:lnTo>
                  <a:cubicBezTo>
                    <a:pt x="1" y="975"/>
                    <a:pt x="116" y="1090"/>
                    <a:pt x="257" y="1090"/>
                  </a:cubicBezTo>
                  <a:lnTo>
                    <a:pt x="3209" y="1090"/>
                  </a:lnTo>
                  <a:cubicBezTo>
                    <a:pt x="3351" y="1090"/>
                    <a:pt x="3465" y="975"/>
                    <a:pt x="3465" y="834"/>
                  </a:cubicBezTo>
                  <a:lnTo>
                    <a:pt x="3465" y="256"/>
                  </a:lnTo>
                  <a:cubicBezTo>
                    <a:pt x="3465" y="115"/>
                    <a:pt x="3351" y="1"/>
                    <a:pt x="3209" y="1"/>
                  </a:cubicBezTo>
                  <a:cubicBezTo>
                    <a:pt x="3068" y="1"/>
                    <a:pt x="2953" y="115"/>
                    <a:pt x="2953" y="256"/>
                  </a:cubicBezTo>
                  <a:lnTo>
                    <a:pt x="2953" y="578"/>
                  </a:lnTo>
                  <a:lnTo>
                    <a:pt x="513" y="578"/>
                  </a:lnTo>
                  <a:lnTo>
                    <a:pt x="513" y="256"/>
                  </a:lnTo>
                  <a:cubicBezTo>
                    <a:pt x="513" y="115"/>
                    <a:pt x="398" y="1"/>
                    <a:pt x="2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19" name="Google Shape;4419;p433"/>
          <p:cNvSpPr/>
          <p:nvPr/>
        </p:nvSpPr>
        <p:spPr>
          <a:xfrm rot="10800000">
            <a:off x="3376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0" name="Google Shape;4420;p433">
            <a:hlinkClick action="ppaction://hlinkshowjump?jump=previousslide"/>
          </p:cNvPr>
          <p:cNvSpPr/>
          <p:nvPr/>
        </p:nvSpPr>
        <p:spPr>
          <a:xfrm rot="10800000">
            <a:off x="411875" y="4212949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1" name="Google Shape;4421;p433"/>
          <p:cNvSpPr/>
          <p:nvPr/>
        </p:nvSpPr>
        <p:spPr>
          <a:xfrm>
            <a:off x="84307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2" name="Google Shape;4422;p433">
            <a:hlinkClick action="ppaction://hlinkshowjump?jump=nextslide"/>
          </p:cNvPr>
          <p:cNvSpPr/>
          <p:nvPr/>
        </p:nvSpPr>
        <p:spPr>
          <a:xfrm>
            <a:off x="8504975" y="4212951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6" name="Shape 4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7" name="Google Shape;4427;p434"/>
          <p:cNvSpPr txBox="1"/>
          <p:nvPr>
            <p:ph type="title"/>
          </p:nvPr>
        </p:nvSpPr>
        <p:spPr>
          <a:xfrm>
            <a:off x="713275" y="530725"/>
            <a:ext cx="7717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BCG Matrix</a:t>
            </a:r>
            <a:endParaRPr/>
          </a:p>
        </p:txBody>
      </p:sp>
      <p:sp>
        <p:nvSpPr>
          <p:cNvPr id="4428" name="Google Shape;4428;p434"/>
          <p:cNvSpPr/>
          <p:nvPr/>
        </p:nvSpPr>
        <p:spPr>
          <a:xfrm rot="10800000">
            <a:off x="3376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9" name="Google Shape;4429;p434">
            <a:hlinkClick action="ppaction://hlinkshowjump?jump=previousslide"/>
          </p:cNvPr>
          <p:cNvSpPr/>
          <p:nvPr/>
        </p:nvSpPr>
        <p:spPr>
          <a:xfrm rot="10800000">
            <a:off x="411875" y="4212949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0" name="Google Shape;4430;p434"/>
          <p:cNvSpPr/>
          <p:nvPr/>
        </p:nvSpPr>
        <p:spPr>
          <a:xfrm>
            <a:off x="84307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1" name="Google Shape;4431;p434">
            <a:hlinkClick action="ppaction://hlinkshowjump?jump=nextslide"/>
          </p:cNvPr>
          <p:cNvSpPr/>
          <p:nvPr/>
        </p:nvSpPr>
        <p:spPr>
          <a:xfrm>
            <a:off x="8504975" y="4212951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2" name="Google Shape;4432;p434"/>
          <p:cNvSpPr txBox="1"/>
          <p:nvPr/>
        </p:nvSpPr>
        <p:spPr>
          <a:xfrm>
            <a:off x="2362750" y="1409263"/>
            <a:ext cx="1434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Stars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433" name="Google Shape;4433;p434"/>
          <p:cNvSpPr txBox="1"/>
          <p:nvPr/>
        </p:nvSpPr>
        <p:spPr>
          <a:xfrm>
            <a:off x="2362762" y="1133513"/>
            <a:ext cx="1434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HIGH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434" name="Google Shape;4434;p434"/>
          <p:cNvSpPr txBox="1"/>
          <p:nvPr/>
        </p:nvSpPr>
        <p:spPr>
          <a:xfrm>
            <a:off x="5401975" y="1409263"/>
            <a:ext cx="1434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Question Marks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435" name="Google Shape;4435;p434"/>
          <p:cNvSpPr txBox="1"/>
          <p:nvPr/>
        </p:nvSpPr>
        <p:spPr>
          <a:xfrm>
            <a:off x="5401987" y="1133513"/>
            <a:ext cx="1434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LOW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436" name="Google Shape;4436;p434"/>
          <p:cNvSpPr txBox="1"/>
          <p:nvPr/>
        </p:nvSpPr>
        <p:spPr>
          <a:xfrm>
            <a:off x="2362750" y="4153188"/>
            <a:ext cx="1434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Cash Cow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437" name="Google Shape;4437;p434"/>
          <p:cNvSpPr txBox="1"/>
          <p:nvPr/>
        </p:nvSpPr>
        <p:spPr>
          <a:xfrm>
            <a:off x="332287" y="2082013"/>
            <a:ext cx="1434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HIGH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438" name="Google Shape;4438;p434"/>
          <p:cNvSpPr txBox="1"/>
          <p:nvPr/>
        </p:nvSpPr>
        <p:spPr>
          <a:xfrm>
            <a:off x="-963125" y="3671288"/>
            <a:ext cx="1434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439" name="Google Shape;4439;p434"/>
          <p:cNvSpPr txBox="1"/>
          <p:nvPr/>
        </p:nvSpPr>
        <p:spPr>
          <a:xfrm>
            <a:off x="332287" y="3395538"/>
            <a:ext cx="1434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LOW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440" name="Google Shape;4440;p434"/>
          <p:cNvSpPr txBox="1"/>
          <p:nvPr/>
        </p:nvSpPr>
        <p:spPr>
          <a:xfrm>
            <a:off x="5433863" y="4153188"/>
            <a:ext cx="1434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Dog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441" name="Google Shape;4441;p434"/>
          <p:cNvSpPr/>
          <p:nvPr/>
        </p:nvSpPr>
        <p:spPr>
          <a:xfrm>
            <a:off x="1623100" y="1742575"/>
            <a:ext cx="2913300" cy="1182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- Form 2 3D Printer: Cutting-edge technology</a:t>
            </a:r>
            <a:endParaRPr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- Software innovations and consistent updating</a:t>
            </a:r>
            <a:endParaRPr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- Hold significant market share</a:t>
            </a:r>
            <a:endParaRPr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4442" name="Google Shape;4442;p434"/>
          <p:cNvSpPr/>
          <p:nvPr/>
        </p:nvSpPr>
        <p:spPr>
          <a:xfrm>
            <a:off x="4662325" y="3047400"/>
            <a:ext cx="2913300" cy="1182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- Could consider Form 1 3D printer</a:t>
            </a:r>
            <a:endParaRPr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- Lessly used resins</a:t>
            </a:r>
            <a:endParaRPr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4443" name="Google Shape;4443;p434"/>
          <p:cNvSpPr/>
          <p:nvPr/>
        </p:nvSpPr>
        <p:spPr>
          <a:xfrm>
            <a:off x="1623100" y="3047400"/>
            <a:ext cx="2913300" cy="11820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- Existing 3D printers, resin, &amp; software offerings dominate market</a:t>
            </a:r>
            <a:endParaRPr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- Formlabs growth is consistent and stable</a:t>
            </a:r>
            <a:endParaRPr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4444" name="Google Shape;4444;p434"/>
          <p:cNvSpPr/>
          <p:nvPr/>
        </p:nvSpPr>
        <p:spPr>
          <a:xfrm>
            <a:off x="4662325" y="1742313"/>
            <a:ext cx="2913300" cy="11820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- Introducing biocompatible resin</a:t>
            </a:r>
            <a:endParaRPr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- Possible other new products</a:t>
            </a:r>
            <a:endParaRPr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- Would require more investment and R&amp;D</a:t>
            </a:r>
            <a:endParaRPr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8" name="Shape 4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9" name="Google Shape;4449;p435"/>
          <p:cNvSpPr txBox="1"/>
          <p:nvPr>
            <p:ph type="title"/>
          </p:nvPr>
        </p:nvSpPr>
        <p:spPr>
          <a:xfrm>
            <a:off x="713275" y="530725"/>
            <a:ext cx="77175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arket-Product Matrix</a:t>
            </a:r>
            <a:endParaRPr/>
          </a:p>
        </p:txBody>
      </p:sp>
      <p:sp>
        <p:nvSpPr>
          <p:cNvPr id="4450" name="Google Shape;4450;p435"/>
          <p:cNvSpPr txBox="1"/>
          <p:nvPr/>
        </p:nvSpPr>
        <p:spPr>
          <a:xfrm>
            <a:off x="2160071" y="1310500"/>
            <a:ext cx="1934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Current customers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451" name="Google Shape;4451;p435"/>
          <p:cNvSpPr txBox="1"/>
          <p:nvPr/>
        </p:nvSpPr>
        <p:spPr>
          <a:xfrm>
            <a:off x="5298173" y="1310375"/>
            <a:ext cx="16416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New customers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452" name="Google Shape;4452;p435"/>
          <p:cNvSpPr txBox="1"/>
          <p:nvPr/>
        </p:nvSpPr>
        <p:spPr>
          <a:xfrm>
            <a:off x="112912" y="2319075"/>
            <a:ext cx="1434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Current products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453" name="Google Shape;4453;p435"/>
          <p:cNvSpPr txBox="1"/>
          <p:nvPr/>
        </p:nvSpPr>
        <p:spPr>
          <a:xfrm>
            <a:off x="-963125" y="3671288"/>
            <a:ext cx="1434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454" name="Google Shape;4454;p435"/>
          <p:cNvSpPr txBox="1"/>
          <p:nvPr/>
        </p:nvSpPr>
        <p:spPr>
          <a:xfrm>
            <a:off x="175012" y="3624138"/>
            <a:ext cx="1434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New products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455" name="Google Shape;4455;p435"/>
          <p:cNvSpPr/>
          <p:nvPr/>
        </p:nvSpPr>
        <p:spPr>
          <a:xfrm>
            <a:off x="1623100" y="1894975"/>
            <a:ext cx="2913300" cy="1182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Engineers and product designers</a:t>
            </a:r>
            <a:endParaRPr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Form 1, 1+, 2</a:t>
            </a:r>
            <a:endParaRPr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4456" name="Google Shape;4456;p435"/>
          <p:cNvSpPr/>
          <p:nvPr/>
        </p:nvSpPr>
        <p:spPr>
          <a:xfrm>
            <a:off x="4662325" y="3199800"/>
            <a:ext cx="2913300" cy="1182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Dental industry</a:t>
            </a:r>
            <a:endParaRPr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Biocompatible resins </a:t>
            </a:r>
            <a:endParaRPr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4457" name="Google Shape;4457;p435"/>
          <p:cNvSpPr/>
          <p:nvPr/>
        </p:nvSpPr>
        <p:spPr>
          <a:xfrm>
            <a:off x="1623100" y="3199800"/>
            <a:ext cx="2913300" cy="11820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Engineers and product designers</a:t>
            </a:r>
            <a:endParaRPr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Form 3+</a:t>
            </a:r>
            <a:endParaRPr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  <p:sp>
        <p:nvSpPr>
          <p:cNvPr id="4458" name="Google Shape;4458;p435"/>
          <p:cNvSpPr/>
          <p:nvPr/>
        </p:nvSpPr>
        <p:spPr>
          <a:xfrm>
            <a:off x="4662325" y="1894713"/>
            <a:ext cx="2913300" cy="1182000"/>
          </a:xfrm>
          <a:prstGeom prst="rect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Europe and Asia</a:t>
            </a:r>
            <a:endParaRPr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anjari"/>
                <a:ea typeface="Manjari"/>
                <a:cs typeface="Manjari"/>
                <a:sym typeface="Manjari"/>
              </a:rPr>
              <a:t>Form 1, 1+, 2</a:t>
            </a:r>
            <a:endParaRPr>
              <a:solidFill>
                <a:schemeClr val="dk1"/>
              </a:solidFill>
              <a:latin typeface="Manjari"/>
              <a:ea typeface="Manjari"/>
              <a:cs typeface="Manjari"/>
              <a:sym typeface="Manja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2" name="Shape 4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3" name="Google Shape;4463;p436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Life Cycle</a:t>
            </a:r>
            <a:endParaRPr/>
          </a:p>
        </p:txBody>
      </p:sp>
      <p:cxnSp>
        <p:nvCxnSpPr>
          <p:cNvPr id="4464" name="Google Shape;4464;p436"/>
          <p:cNvCxnSpPr/>
          <p:nvPr/>
        </p:nvCxnSpPr>
        <p:spPr>
          <a:xfrm>
            <a:off x="713550" y="2724450"/>
            <a:ext cx="77169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465" name="Google Shape;4465;p436"/>
          <p:cNvSpPr txBox="1"/>
          <p:nvPr/>
        </p:nvSpPr>
        <p:spPr>
          <a:xfrm>
            <a:off x="999150" y="2925075"/>
            <a:ext cx="178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Prototype Form 1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466" name="Google Shape;4466;p436"/>
          <p:cNvSpPr txBox="1"/>
          <p:nvPr/>
        </p:nvSpPr>
        <p:spPr>
          <a:xfrm>
            <a:off x="2785575" y="1994625"/>
            <a:ext cx="178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Problems Arise, Form 1+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467" name="Google Shape;4467;p436"/>
          <p:cNvSpPr txBox="1"/>
          <p:nvPr/>
        </p:nvSpPr>
        <p:spPr>
          <a:xfrm>
            <a:off x="4571925" y="2926275"/>
            <a:ext cx="178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Premiere of Form 2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468" name="Google Shape;4468;p436"/>
          <p:cNvSpPr txBox="1"/>
          <p:nvPr/>
        </p:nvSpPr>
        <p:spPr>
          <a:xfrm>
            <a:off x="6358275" y="1994625"/>
            <a:ext cx="178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10,000 Printers Shipped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469" name="Google Shape;4469;p436"/>
          <p:cNvCxnSpPr>
            <a:stCxn id="4470" idx="2"/>
            <a:endCxn id="4467" idx="0"/>
          </p:cNvCxnSpPr>
          <p:nvPr/>
        </p:nvCxnSpPr>
        <p:spPr>
          <a:xfrm>
            <a:off x="5465025" y="1994623"/>
            <a:ext cx="0" cy="931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471" name="Google Shape;4471;p436"/>
          <p:cNvCxnSpPr>
            <a:stCxn id="4468" idx="2"/>
            <a:endCxn id="4472" idx="0"/>
          </p:cNvCxnSpPr>
          <p:nvPr/>
        </p:nvCxnSpPr>
        <p:spPr>
          <a:xfrm>
            <a:off x="7251375" y="2523225"/>
            <a:ext cx="0" cy="930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470" name="Google Shape;4470;p436"/>
          <p:cNvSpPr/>
          <p:nvPr/>
        </p:nvSpPr>
        <p:spPr>
          <a:xfrm>
            <a:off x="4571850" y="1648950"/>
            <a:ext cx="1786350" cy="345673"/>
          </a:xfrm>
          <a:prstGeom prst="flowChartProcess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Fall 2014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472" name="Google Shape;4472;p436"/>
          <p:cNvSpPr/>
          <p:nvPr/>
        </p:nvSpPr>
        <p:spPr>
          <a:xfrm>
            <a:off x="6358200" y="3453675"/>
            <a:ext cx="1786350" cy="345673"/>
          </a:xfrm>
          <a:prstGeom prst="flowChartProcess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Fall 2015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cxnSp>
        <p:nvCxnSpPr>
          <p:cNvPr id="4473" name="Google Shape;4473;p436"/>
          <p:cNvCxnSpPr>
            <a:stCxn id="4474" idx="2"/>
            <a:endCxn id="4465" idx="0"/>
          </p:cNvCxnSpPr>
          <p:nvPr/>
        </p:nvCxnSpPr>
        <p:spPr>
          <a:xfrm>
            <a:off x="1892325" y="1994623"/>
            <a:ext cx="0" cy="930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474" name="Google Shape;4474;p436"/>
          <p:cNvSpPr/>
          <p:nvPr/>
        </p:nvSpPr>
        <p:spPr>
          <a:xfrm>
            <a:off x="999150" y="1648950"/>
            <a:ext cx="1786350" cy="345673"/>
          </a:xfrm>
          <a:prstGeom prst="flowChartProcess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2011-2013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cxnSp>
        <p:nvCxnSpPr>
          <p:cNvPr id="4475" name="Google Shape;4475;p436"/>
          <p:cNvCxnSpPr>
            <a:stCxn id="4466" idx="2"/>
            <a:endCxn id="4476" idx="0"/>
          </p:cNvCxnSpPr>
          <p:nvPr/>
        </p:nvCxnSpPr>
        <p:spPr>
          <a:xfrm>
            <a:off x="3678675" y="2523225"/>
            <a:ext cx="0" cy="930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476" name="Google Shape;4476;p436"/>
          <p:cNvSpPr/>
          <p:nvPr/>
        </p:nvSpPr>
        <p:spPr>
          <a:xfrm>
            <a:off x="2785500" y="3453675"/>
            <a:ext cx="1786350" cy="345673"/>
          </a:xfrm>
          <a:prstGeom prst="flowChartProcess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Spring 2014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477" name="Google Shape;4477;p436"/>
          <p:cNvSpPr/>
          <p:nvPr/>
        </p:nvSpPr>
        <p:spPr>
          <a:xfrm rot="10800000">
            <a:off x="3376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8" name="Google Shape;4478;p436">
            <a:hlinkClick action="ppaction://hlinkshowjump?jump=previousslide"/>
          </p:cNvPr>
          <p:cNvSpPr/>
          <p:nvPr/>
        </p:nvSpPr>
        <p:spPr>
          <a:xfrm rot="10800000">
            <a:off x="411875" y="4212949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9" name="Google Shape;4479;p436"/>
          <p:cNvSpPr/>
          <p:nvPr/>
        </p:nvSpPr>
        <p:spPr>
          <a:xfrm>
            <a:off x="84307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0" name="Google Shape;4480;p436">
            <a:hlinkClick action="ppaction://hlinkshowjump?jump=nextslide"/>
          </p:cNvPr>
          <p:cNvSpPr/>
          <p:nvPr/>
        </p:nvSpPr>
        <p:spPr>
          <a:xfrm>
            <a:off x="8504975" y="4212951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4" name="Shape 4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5" name="Google Shape;4485;p437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Life Cycle</a:t>
            </a:r>
            <a:endParaRPr/>
          </a:p>
        </p:txBody>
      </p:sp>
      <p:cxnSp>
        <p:nvCxnSpPr>
          <p:cNvPr id="4486" name="Google Shape;4486;p437"/>
          <p:cNvCxnSpPr/>
          <p:nvPr/>
        </p:nvCxnSpPr>
        <p:spPr>
          <a:xfrm>
            <a:off x="713550" y="2724450"/>
            <a:ext cx="7716900" cy="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4487" name="Google Shape;4487;p437"/>
          <p:cNvSpPr txBox="1"/>
          <p:nvPr/>
        </p:nvSpPr>
        <p:spPr>
          <a:xfrm>
            <a:off x="999150" y="2925075"/>
            <a:ext cx="178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488" name="Google Shape;4488;p437"/>
          <p:cNvSpPr txBox="1"/>
          <p:nvPr/>
        </p:nvSpPr>
        <p:spPr>
          <a:xfrm>
            <a:off x="2785575" y="1994625"/>
            <a:ext cx="178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Form 2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489" name="Google Shape;4489;p437"/>
          <p:cNvSpPr txBox="1"/>
          <p:nvPr/>
        </p:nvSpPr>
        <p:spPr>
          <a:xfrm>
            <a:off x="4571925" y="2926275"/>
            <a:ext cx="178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Form 1, Form 1+</a:t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490" name="Google Shape;4490;p437"/>
          <p:cNvSpPr txBox="1"/>
          <p:nvPr/>
        </p:nvSpPr>
        <p:spPr>
          <a:xfrm>
            <a:off x="6358275" y="1994625"/>
            <a:ext cx="178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cxnSp>
        <p:nvCxnSpPr>
          <p:cNvPr id="4491" name="Google Shape;4491;p437"/>
          <p:cNvCxnSpPr>
            <a:stCxn id="4492" idx="2"/>
            <a:endCxn id="4489" idx="0"/>
          </p:cNvCxnSpPr>
          <p:nvPr/>
        </p:nvCxnSpPr>
        <p:spPr>
          <a:xfrm>
            <a:off x="5465025" y="1994623"/>
            <a:ext cx="0" cy="9318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4493" name="Google Shape;4493;p437"/>
          <p:cNvCxnSpPr>
            <a:stCxn id="4490" idx="2"/>
            <a:endCxn id="4494" idx="0"/>
          </p:cNvCxnSpPr>
          <p:nvPr/>
        </p:nvCxnSpPr>
        <p:spPr>
          <a:xfrm>
            <a:off x="7251375" y="2523225"/>
            <a:ext cx="0" cy="930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492" name="Google Shape;4492;p437"/>
          <p:cNvSpPr/>
          <p:nvPr/>
        </p:nvSpPr>
        <p:spPr>
          <a:xfrm>
            <a:off x="4571850" y="1648950"/>
            <a:ext cx="1786350" cy="345673"/>
          </a:xfrm>
          <a:prstGeom prst="flowChartProcess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Maturity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494" name="Google Shape;4494;p437"/>
          <p:cNvSpPr/>
          <p:nvPr/>
        </p:nvSpPr>
        <p:spPr>
          <a:xfrm>
            <a:off x="6358200" y="3453675"/>
            <a:ext cx="1786350" cy="345673"/>
          </a:xfrm>
          <a:prstGeom prst="flowChartProcess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Decline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cxnSp>
        <p:nvCxnSpPr>
          <p:cNvPr id="4495" name="Google Shape;4495;p437"/>
          <p:cNvCxnSpPr>
            <a:stCxn id="4496" idx="2"/>
            <a:endCxn id="4487" idx="0"/>
          </p:cNvCxnSpPr>
          <p:nvPr/>
        </p:nvCxnSpPr>
        <p:spPr>
          <a:xfrm>
            <a:off x="1892325" y="1994623"/>
            <a:ext cx="0" cy="930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4496" name="Google Shape;4496;p437"/>
          <p:cNvSpPr/>
          <p:nvPr/>
        </p:nvSpPr>
        <p:spPr>
          <a:xfrm>
            <a:off x="999150" y="1648950"/>
            <a:ext cx="1786350" cy="345673"/>
          </a:xfrm>
          <a:prstGeom prst="flowChartProcess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Introduction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cxnSp>
        <p:nvCxnSpPr>
          <p:cNvPr id="4497" name="Google Shape;4497;p437"/>
          <p:cNvCxnSpPr>
            <a:stCxn id="4488" idx="2"/>
            <a:endCxn id="4498" idx="0"/>
          </p:cNvCxnSpPr>
          <p:nvPr/>
        </p:nvCxnSpPr>
        <p:spPr>
          <a:xfrm>
            <a:off x="3678675" y="2523225"/>
            <a:ext cx="0" cy="930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4498" name="Google Shape;4498;p437"/>
          <p:cNvSpPr/>
          <p:nvPr/>
        </p:nvSpPr>
        <p:spPr>
          <a:xfrm>
            <a:off x="2785500" y="3453675"/>
            <a:ext cx="1786350" cy="345673"/>
          </a:xfrm>
          <a:prstGeom prst="flowChartProcess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accent1"/>
                </a:solidFill>
                <a:latin typeface="Rozha One"/>
                <a:ea typeface="Rozha One"/>
                <a:cs typeface="Rozha One"/>
                <a:sym typeface="Rozha One"/>
              </a:rPr>
              <a:t>Growth</a:t>
            </a:r>
            <a:endParaRPr sz="2000"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499" name="Google Shape;4499;p437"/>
          <p:cNvSpPr/>
          <p:nvPr/>
        </p:nvSpPr>
        <p:spPr>
          <a:xfrm rot="10800000">
            <a:off x="3376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0" name="Google Shape;4500;p437">
            <a:hlinkClick action="ppaction://hlinkshowjump?jump=previousslide"/>
          </p:cNvPr>
          <p:cNvSpPr/>
          <p:nvPr/>
        </p:nvSpPr>
        <p:spPr>
          <a:xfrm rot="10800000">
            <a:off x="411875" y="4212949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1" name="Google Shape;4501;p437"/>
          <p:cNvSpPr/>
          <p:nvPr/>
        </p:nvSpPr>
        <p:spPr>
          <a:xfrm>
            <a:off x="84307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2" name="Google Shape;4502;p437">
            <a:hlinkClick action="ppaction://hlinkshowjump?jump=nextslide"/>
          </p:cNvPr>
          <p:cNvSpPr/>
          <p:nvPr/>
        </p:nvSpPr>
        <p:spPr>
          <a:xfrm>
            <a:off x="8504975" y="4212951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6" name="Shape 4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7" name="Google Shape;4507;p438"/>
          <p:cNvSpPr txBox="1"/>
          <p:nvPr>
            <p:ph idx="1" type="body"/>
          </p:nvPr>
        </p:nvSpPr>
        <p:spPr>
          <a:xfrm>
            <a:off x="4917650" y="1581325"/>
            <a:ext cx="3814500" cy="239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3D Printing Revolution</a:t>
            </a:r>
            <a:endParaRPr sz="2400"/>
          </a:p>
          <a:p>
            <a:pPr indent="-381000" lvl="0" marL="4572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Booming Industry</a:t>
            </a:r>
            <a:endParaRPr sz="24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4508" name="Google Shape;4508;p438"/>
          <p:cNvSpPr txBox="1"/>
          <p:nvPr>
            <p:ph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Disruptive Innovation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4509" name="Google Shape;4509;p438"/>
          <p:cNvGrpSpPr/>
          <p:nvPr/>
        </p:nvGrpSpPr>
        <p:grpSpPr>
          <a:xfrm>
            <a:off x="1683750" y="1444600"/>
            <a:ext cx="2767450" cy="2766400"/>
            <a:chOff x="1780525" y="1444600"/>
            <a:chExt cx="2767450" cy="2766400"/>
          </a:xfrm>
        </p:grpSpPr>
        <p:cxnSp>
          <p:nvCxnSpPr>
            <p:cNvPr id="4510" name="Google Shape;4510;p438"/>
            <p:cNvCxnSpPr/>
            <p:nvPr/>
          </p:nvCxnSpPr>
          <p:spPr>
            <a:xfrm>
              <a:off x="1945175" y="1444600"/>
              <a:ext cx="2450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1" name="Google Shape;4511;p438"/>
            <p:cNvCxnSpPr/>
            <p:nvPr/>
          </p:nvCxnSpPr>
          <p:spPr>
            <a:xfrm>
              <a:off x="1945175" y="4211000"/>
              <a:ext cx="2450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2" name="Google Shape;4512;p438"/>
            <p:cNvCxnSpPr/>
            <p:nvPr/>
          </p:nvCxnSpPr>
          <p:spPr>
            <a:xfrm>
              <a:off x="4547975" y="1597000"/>
              <a:ext cx="0" cy="24618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13" name="Google Shape;4513;p438"/>
            <p:cNvCxnSpPr/>
            <p:nvPr/>
          </p:nvCxnSpPr>
          <p:spPr>
            <a:xfrm>
              <a:off x="1780525" y="1597000"/>
              <a:ext cx="0" cy="246180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14" name="Google Shape;4514;p438"/>
          <p:cNvSpPr/>
          <p:nvPr/>
        </p:nvSpPr>
        <p:spPr>
          <a:xfrm rot="10800000">
            <a:off x="3376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5" name="Google Shape;4515;p438">
            <a:hlinkClick action="ppaction://hlinkshowjump?jump=previousslide"/>
          </p:cNvPr>
          <p:cNvSpPr/>
          <p:nvPr/>
        </p:nvSpPr>
        <p:spPr>
          <a:xfrm rot="10800000">
            <a:off x="411875" y="4212949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6" name="Google Shape;4516;p438"/>
          <p:cNvSpPr/>
          <p:nvPr/>
        </p:nvSpPr>
        <p:spPr>
          <a:xfrm>
            <a:off x="84307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7" name="Google Shape;4517;p438">
            <a:hlinkClick action="ppaction://hlinkshowjump?jump=nextslide"/>
          </p:cNvPr>
          <p:cNvSpPr/>
          <p:nvPr/>
        </p:nvSpPr>
        <p:spPr>
          <a:xfrm>
            <a:off x="8504975" y="4212951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18" name="Google Shape;4518;p4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7913" y="1581313"/>
            <a:ext cx="2399124" cy="23991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2" name="Shape 4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3" name="Google Shape;4523;p439"/>
          <p:cNvSpPr txBox="1"/>
          <p:nvPr>
            <p:ph idx="15" type="title"/>
          </p:nvPr>
        </p:nvSpPr>
        <p:spPr>
          <a:xfrm>
            <a:off x="1974300" y="5307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Identified Issues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24" name="Google Shape;4524;p439"/>
          <p:cNvSpPr txBox="1"/>
          <p:nvPr>
            <p:ph idx="1" type="subTitle"/>
          </p:nvPr>
        </p:nvSpPr>
        <p:spPr>
          <a:xfrm>
            <a:off x="1403025" y="1530547"/>
            <a:ext cx="2454000" cy="134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Products may technologically surpass theirs (“outdated”)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Requires consistent innovation and updates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Losing market share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Keeping differentiation</a:t>
            </a:r>
            <a:endParaRPr/>
          </a:p>
        </p:txBody>
      </p:sp>
      <p:sp>
        <p:nvSpPr>
          <p:cNvPr id="4525" name="Google Shape;4525;p439"/>
          <p:cNvSpPr txBox="1"/>
          <p:nvPr>
            <p:ph idx="5" type="title"/>
          </p:nvPr>
        </p:nvSpPr>
        <p:spPr>
          <a:xfrm>
            <a:off x="1103927" y="1108275"/>
            <a:ext cx="22902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Competitors</a:t>
            </a:r>
            <a:endParaRPr>
              <a:solidFill>
                <a:schemeClr val="dk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526" name="Google Shape;4526;p439"/>
          <p:cNvSpPr txBox="1"/>
          <p:nvPr>
            <p:ph idx="6" type="title"/>
          </p:nvPr>
        </p:nvSpPr>
        <p:spPr>
          <a:xfrm>
            <a:off x="4642576" y="1094225"/>
            <a:ext cx="37428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Partnerships &amp; Distribution</a:t>
            </a:r>
            <a:endParaRPr>
              <a:solidFill>
                <a:schemeClr val="dk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527" name="Google Shape;4527;p439"/>
          <p:cNvSpPr txBox="1"/>
          <p:nvPr>
            <p:ph idx="9" type="subTitle"/>
          </p:nvPr>
        </p:nvSpPr>
        <p:spPr>
          <a:xfrm>
            <a:off x="5286975" y="1378148"/>
            <a:ext cx="2454000" cy="134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Aligning with goals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Be able to reach audience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Cost-efficient distribution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Avoiding channel conflict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Requires training resources</a:t>
            </a:r>
            <a:endParaRPr/>
          </a:p>
        </p:txBody>
      </p:sp>
      <p:sp>
        <p:nvSpPr>
          <p:cNvPr id="4528" name="Google Shape;4528;p439"/>
          <p:cNvSpPr txBox="1"/>
          <p:nvPr>
            <p:ph idx="4" type="title"/>
          </p:nvPr>
        </p:nvSpPr>
        <p:spPr>
          <a:xfrm>
            <a:off x="2700600" y="3050225"/>
            <a:ext cx="3742800" cy="32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Receiving Feedback</a:t>
            </a:r>
            <a:endParaRPr>
              <a:solidFill>
                <a:schemeClr val="dk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529" name="Google Shape;4529;p439"/>
          <p:cNvSpPr txBox="1"/>
          <p:nvPr>
            <p:ph idx="14" type="subTitle"/>
          </p:nvPr>
        </p:nvSpPr>
        <p:spPr>
          <a:xfrm>
            <a:off x="3345000" y="3472581"/>
            <a:ext cx="2454000" cy="1040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Rely on feedback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Partnerships may lessen ability to gain such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Need to continue fostering customer-centric approach</a:t>
            </a:r>
            <a:endParaRPr/>
          </a:p>
        </p:txBody>
      </p:sp>
      <p:sp>
        <p:nvSpPr>
          <p:cNvPr id="4530" name="Google Shape;4530;p439"/>
          <p:cNvSpPr/>
          <p:nvPr/>
        </p:nvSpPr>
        <p:spPr>
          <a:xfrm rot="10800000">
            <a:off x="3376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1" name="Google Shape;4531;p439">
            <a:hlinkClick action="ppaction://hlinkshowjump?jump=previousslide"/>
          </p:cNvPr>
          <p:cNvSpPr/>
          <p:nvPr/>
        </p:nvSpPr>
        <p:spPr>
          <a:xfrm rot="10800000">
            <a:off x="411875" y="4212949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2" name="Google Shape;4532;p439"/>
          <p:cNvSpPr/>
          <p:nvPr/>
        </p:nvSpPr>
        <p:spPr>
          <a:xfrm>
            <a:off x="84307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3" name="Google Shape;4533;p439">
            <a:hlinkClick action="ppaction://hlinkshowjump?jump=nextslide"/>
          </p:cNvPr>
          <p:cNvSpPr/>
          <p:nvPr/>
        </p:nvSpPr>
        <p:spPr>
          <a:xfrm>
            <a:off x="8504975" y="4212951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4" name="Google Shape;4534;p439"/>
          <p:cNvSpPr/>
          <p:nvPr/>
        </p:nvSpPr>
        <p:spPr>
          <a:xfrm>
            <a:off x="5813650" y="2876950"/>
            <a:ext cx="954900" cy="1208400"/>
          </a:xfrm>
          <a:prstGeom prst="bentUpArrow">
            <a:avLst>
              <a:gd fmla="val 25000" name="adj1"/>
              <a:gd fmla="val 25000" name="adj2"/>
              <a:gd fmla="val 25000" name="adj3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njari"/>
              <a:ea typeface="Manjari"/>
              <a:cs typeface="Manjari"/>
              <a:sym typeface="Manja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8" name="Shape 4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9" name="Google Shape;4539;p440"/>
          <p:cNvSpPr txBox="1"/>
          <p:nvPr>
            <p:ph type="title"/>
          </p:nvPr>
        </p:nvSpPr>
        <p:spPr>
          <a:xfrm>
            <a:off x="5873975" y="1647913"/>
            <a:ext cx="23100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Diversification :</a:t>
            </a:r>
            <a:endParaRPr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540" name="Google Shape;4540;p440"/>
          <p:cNvSpPr txBox="1"/>
          <p:nvPr>
            <p:ph idx="1" type="subTitle"/>
          </p:nvPr>
        </p:nvSpPr>
        <p:spPr>
          <a:xfrm>
            <a:off x="5552975" y="2342575"/>
            <a:ext cx="2952000" cy="7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Dental industry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Biocompatible resin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-&gt; Partnership with Dental Goods</a:t>
            </a:r>
            <a:endParaRPr/>
          </a:p>
        </p:txBody>
      </p:sp>
      <p:sp>
        <p:nvSpPr>
          <p:cNvPr id="4541" name="Google Shape;4541;p440"/>
          <p:cNvSpPr txBox="1"/>
          <p:nvPr>
            <p:ph idx="2" type="title"/>
          </p:nvPr>
        </p:nvSpPr>
        <p:spPr>
          <a:xfrm>
            <a:off x="974073" y="1663313"/>
            <a:ext cx="2514600" cy="30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</a:rPr>
              <a:t>Market development:</a:t>
            </a:r>
            <a:endParaRPr>
              <a:solidFill>
                <a:schemeClr val="accent1"/>
              </a:solidFill>
              <a:latin typeface="Rozha One"/>
              <a:ea typeface="Rozha One"/>
              <a:cs typeface="Rozha One"/>
              <a:sym typeface="Rozha One"/>
            </a:endParaRPr>
          </a:p>
        </p:txBody>
      </p:sp>
      <p:sp>
        <p:nvSpPr>
          <p:cNvPr id="4542" name="Google Shape;4542;p440"/>
          <p:cNvSpPr txBox="1"/>
          <p:nvPr>
            <p:ph idx="3" type="subTitle"/>
          </p:nvPr>
        </p:nvSpPr>
        <p:spPr>
          <a:xfrm>
            <a:off x="842375" y="2342575"/>
            <a:ext cx="2778000" cy="108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Europe and Asia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Form 1, 1+, 2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-&gt; Partnership with Print-It-Shop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on the product</a:t>
            </a:r>
            <a:endParaRPr/>
          </a:p>
        </p:txBody>
      </p:sp>
      <p:sp>
        <p:nvSpPr>
          <p:cNvPr id="4543" name="Google Shape;4543;p440"/>
          <p:cNvSpPr txBox="1"/>
          <p:nvPr>
            <p:ph idx="6" type="title"/>
          </p:nvPr>
        </p:nvSpPr>
        <p:spPr>
          <a:xfrm>
            <a:off x="1974300" y="683125"/>
            <a:ext cx="5195400" cy="5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Recommendations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544" name="Google Shape;4544;p440"/>
          <p:cNvSpPr/>
          <p:nvPr/>
        </p:nvSpPr>
        <p:spPr>
          <a:xfrm rot="10800000">
            <a:off x="3376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5" name="Google Shape;4545;p440">
            <a:hlinkClick action="ppaction://hlinkshowjump?jump=previousslide"/>
          </p:cNvPr>
          <p:cNvSpPr/>
          <p:nvPr/>
        </p:nvSpPr>
        <p:spPr>
          <a:xfrm rot="10800000">
            <a:off x="411875" y="4212949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6" name="Google Shape;4546;p440"/>
          <p:cNvSpPr/>
          <p:nvPr/>
        </p:nvSpPr>
        <p:spPr>
          <a:xfrm>
            <a:off x="84307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7" name="Google Shape;4547;p440">
            <a:hlinkClick action="ppaction://hlinkshowjump?jump=nextslide"/>
          </p:cNvPr>
          <p:cNvSpPr/>
          <p:nvPr/>
        </p:nvSpPr>
        <p:spPr>
          <a:xfrm>
            <a:off x="8504975" y="4212951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1" name="Shape 4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2" name="Google Shape;4552;p441"/>
          <p:cNvSpPr txBox="1"/>
          <p:nvPr>
            <p:ph idx="1" type="body"/>
          </p:nvPr>
        </p:nvSpPr>
        <p:spPr>
          <a:xfrm>
            <a:off x="3068250" y="2330871"/>
            <a:ext cx="3007500" cy="122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Do you have any questions?</a:t>
            </a:r>
            <a:endParaRPr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1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Chloe, </a:t>
            </a:r>
            <a:r>
              <a:rPr lang="en" sz="1100">
                <a:solidFill>
                  <a:schemeClr val="dk2"/>
                </a:solidFill>
                <a:latin typeface="Barlow"/>
                <a:ea typeface="Barlow"/>
                <a:cs typeface="Barlow"/>
                <a:sym typeface="Barlow"/>
              </a:rPr>
              <a:t>Manon and Stephen </a:t>
            </a:r>
            <a:endParaRPr sz="1100">
              <a:solidFill>
                <a:schemeClr val="dk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553" name="Google Shape;4553;p441"/>
          <p:cNvSpPr txBox="1"/>
          <p:nvPr>
            <p:ph type="title"/>
          </p:nvPr>
        </p:nvSpPr>
        <p:spPr>
          <a:xfrm>
            <a:off x="713250" y="1074813"/>
            <a:ext cx="7717500" cy="12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>
                <a:solidFill>
                  <a:schemeClr val="dk1"/>
                </a:solidFill>
              </a:rPr>
              <a:t>THANKS!</a:t>
            </a:r>
            <a:endParaRPr sz="7000">
              <a:solidFill>
                <a:schemeClr val="dk1"/>
              </a:solidFill>
            </a:endParaRPr>
          </a:p>
        </p:txBody>
      </p:sp>
      <p:sp>
        <p:nvSpPr>
          <p:cNvPr id="4554" name="Google Shape;4554;p441"/>
          <p:cNvSpPr/>
          <p:nvPr/>
        </p:nvSpPr>
        <p:spPr>
          <a:xfrm rot="10800000">
            <a:off x="337625" y="4102700"/>
            <a:ext cx="375600" cy="3756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5" name="Google Shape;4555;p441">
            <a:hlinkClick action="ppaction://hlinkshowjump?jump=previousslide"/>
          </p:cNvPr>
          <p:cNvSpPr/>
          <p:nvPr/>
        </p:nvSpPr>
        <p:spPr>
          <a:xfrm rot="10800000">
            <a:off x="411875" y="4212949"/>
            <a:ext cx="227100" cy="155100"/>
          </a:xfrm>
          <a:prstGeom prst="rightArrow">
            <a:avLst>
              <a:gd fmla="val 51031" name="adj1"/>
              <a:gd fmla="val 623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2021 Marketing Plan XL by Slidesgo">
  <a:themeElements>
    <a:clrScheme name="Simple Light">
      <a:dk1>
        <a:srgbClr val="696E72"/>
      </a:dk1>
      <a:lt1>
        <a:srgbClr val="FFFFFF"/>
      </a:lt1>
      <a:dk2>
        <a:srgbClr val="595959"/>
      </a:dk2>
      <a:lt2>
        <a:srgbClr val="EEEEEE"/>
      </a:lt2>
      <a:accent1>
        <a:srgbClr val="9EDDEF"/>
      </a:accent1>
      <a:accent2>
        <a:srgbClr val="96B3C1"/>
      </a:accent2>
      <a:accent3>
        <a:srgbClr val="D9D9D9"/>
      </a:accent3>
      <a:accent4>
        <a:srgbClr val="F7E5B7"/>
      </a:accent4>
      <a:accent5>
        <a:srgbClr val="D7E1EA"/>
      </a:accent5>
      <a:accent6>
        <a:srgbClr val="FFFFFF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021 Marketing Plan XL by Slidesgo">
  <a:themeElements>
    <a:clrScheme name="Simple Light">
      <a:dk1>
        <a:srgbClr val="696E72"/>
      </a:dk1>
      <a:lt1>
        <a:srgbClr val="FFFFFF"/>
      </a:lt1>
      <a:dk2>
        <a:srgbClr val="595959"/>
      </a:dk2>
      <a:lt2>
        <a:srgbClr val="EEEEEE"/>
      </a:lt2>
      <a:accent1>
        <a:srgbClr val="9EDDEF"/>
      </a:accent1>
      <a:accent2>
        <a:srgbClr val="96B3C1"/>
      </a:accent2>
      <a:accent3>
        <a:srgbClr val="D9D9D9"/>
      </a:accent3>
      <a:accent4>
        <a:srgbClr val="F7E5B7"/>
      </a:accent4>
      <a:accent5>
        <a:srgbClr val="D7E1EA"/>
      </a:accent5>
      <a:accent6>
        <a:srgbClr val="FFFFFF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021 Marketing Plan XL by Slidesgo">
  <a:themeElements>
    <a:clrScheme name="Simple Light">
      <a:dk1>
        <a:srgbClr val="696E72"/>
      </a:dk1>
      <a:lt1>
        <a:srgbClr val="FFFFFF"/>
      </a:lt1>
      <a:dk2>
        <a:srgbClr val="595959"/>
      </a:dk2>
      <a:lt2>
        <a:srgbClr val="EEEEEE"/>
      </a:lt2>
      <a:accent1>
        <a:srgbClr val="9EDDEF"/>
      </a:accent1>
      <a:accent2>
        <a:srgbClr val="96B3C1"/>
      </a:accent2>
      <a:accent3>
        <a:srgbClr val="D9D9D9"/>
      </a:accent3>
      <a:accent4>
        <a:srgbClr val="F7E5B7"/>
      </a:accent4>
      <a:accent5>
        <a:srgbClr val="D7E1EA"/>
      </a:accent5>
      <a:accent6>
        <a:srgbClr val="FFFFFF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021 Marketing Plan XL by Slidesgo">
  <a:themeElements>
    <a:clrScheme name="Simple Light">
      <a:dk1>
        <a:srgbClr val="696E72"/>
      </a:dk1>
      <a:lt1>
        <a:srgbClr val="FFFFFF"/>
      </a:lt1>
      <a:dk2>
        <a:srgbClr val="595959"/>
      </a:dk2>
      <a:lt2>
        <a:srgbClr val="EEEEEE"/>
      </a:lt2>
      <a:accent1>
        <a:srgbClr val="9EDDEF"/>
      </a:accent1>
      <a:accent2>
        <a:srgbClr val="96B3C1"/>
      </a:accent2>
      <a:accent3>
        <a:srgbClr val="D9D9D9"/>
      </a:accent3>
      <a:accent4>
        <a:srgbClr val="F7E5B7"/>
      </a:accent4>
      <a:accent5>
        <a:srgbClr val="D7E1EA"/>
      </a:accent5>
      <a:accent6>
        <a:srgbClr val="FFFFFF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2021 Marketing Plan by Slidesgo">
  <a:themeElements>
    <a:clrScheme name="Simple Light">
      <a:dk1>
        <a:srgbClr val="1D262D"/>
      </a:dk1>
      <a:lt1>
        <a:srgbClr val="FFFFFF"/>
      </a:lt1>
      <a:dk2>
        <a:srgbClr val="595959"/>
      </a:dk2>
      <a:lt2>
        <a:srgbClr val="EEEEEE"/>
      </a:lt2>
      <a:accent1>
        <a:srgbClr val="9EDDEF"/>
      </a:accent1>
      <a:accent2>
        <a:srgbClr val="96B3C1"/>
      </a:accent2>
      <a:accent3>
        <a:srgbClr val="D9D9D9"/>
      </a:accent3>
      <a:accent4>
        <a:srgbClr val="F7E5B7"/>
      </a:accent4>
      <a:accent5>
        <a:srgbClr val="D7E1EA"/>
      </a:accent5>
      <a:accent6>
        <a:srgbClr val="FFFFFF"/>
      </a:accent6>
      <a:hlink>
        <a:srgbClr val="1D262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2021 Marketing Plan XL by Slidesgo">
  <a:themeElements>
    <a:clrScheme name="Simple Light">
      <a:dk1>
        <a:srgbClr val="696E72"/>
      </a:dk1>
      <a:lt1>
        <a:srgbClr val="FFFFFF"/>
      </a:lt1>
      <a:dk2>
        <a:srgbClr val="595959"/>
      </a:dk2>
      <a:lt2>
        <a:srgbClr val="EEEEEE"/>
      </a:lt2>
      <a:accent1>
        <a:srgbClr val="9EDDEF"/>
      </a:accent1>
      <a:accent2>
        <a:srgbClr val="96B3C1"/>
      </a:accent2>
      <a:accent3>
        <a:srgbClr val="D9D9D9"/>
      </a:accent3>
      <a:accent4>
        <a:srgbClr val="F7E5B7"/>
      </a:accent4>
      <a:accent5>
        <a:srgbClr val="D7E1EA"/>
      </a:accent5>
      <a:accent6>
        <a:srgbClr val="FFFFFF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2021 Marketing Plan XL by Slidesgo">
  <a:themeElements>
    <a:clrScheme name="Simple Light">
      <a:dk1>
        <a:srgbClr val="696E72"/>
      </a:dk1>
      <a:lt1>
        <a:srgbClr val="FFFFFF"/>
      </a:lt1>
      <a:dk2>
        <a:srgbClr val="595959"/>
      </a:dk2>
      <a:lt2>
        <a:srgbClr val="EEEEEE"/>
      </a:lt2>
      <a:accent1>
        <a:srgbClr val="9EDDEF"/>
      </a:accent1>
      <a:accent2>
        <a:srgbClr val="96B3C1"/>
      </a:accent2>
      <a:accent3>
        <a:srgbClr val="D9D9D9"/>
      </a:accent3>
      <a:accent4>
        <a:srgbClr val="F7E5B7"/>
      </a:accent4>
      <a:accent5>
        <a:srgbClr val="D7E1EA"/>
      </a:accent5>
      <a:accent6>
        <a:srgbClr val="FFFFFF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